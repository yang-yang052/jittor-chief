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5cb3b45decf46b5" /><Relationship Type="http://schemas.openxmlformats.org/officeDocument/2006/relationships/extended-properties" Target="/docProps/app.xml" Id="Rae1b7306940e47b0" /><Relationship Type="http://schemas.openxmlformats.org/officeDocument/2006/relationships/officeDocument" Target="/ppt/presentation.xml" Id="R8dab44853d7d474a" /></Relationships>
</file>

<file path=ppt/presentation.xml><?xml version="1.0" encoding="utf-8"?>
<p:presentation xmlns:p="http://schemas.openxmlformats.org/presentationml/2006/main">
  <p:sldMasterIdLst>
    <p:sldMasterId xmlns:r="http://schemas.openxmlformats.org/officeDocument/2006/relationships" id="2147483648" r:id="R927747eba7694c1b"/>
  </p:sldMasterIdLst>
  <p:notesMasterIdLst>
    <p:notesMasterId xmlns:r="http://schemas.openxmlformats.org/officeDocument/2006/relationships" r:id="R0235512ae9ff48b7"/>
  </p:notesMasterIdLst>
  <p:sldIdLst>
    <p:sldId xmlns:r="http://schemas.openxmlformats.org/officeDocument/2006/relationships" id="256" r:id="R0f59a0f48d5c47f5"/>
    <p:sldId xmlns:r="http://schemas.openxmlformats.org/officeDocument/2006/relationships" id="257" r:id="R62d3000e3ef54fdd"/>
    <p:sldId xmlns:r="http://schemas.openxmlformats.org/officeDocument/2006/relationships" id="258" r:id="Rfb93cab0af454e58"/>
    <p:sldId xmlns:r="http://schemas.openxmlformats.org/officeDocument/2006/relationships" id="259" r:id="R73234685be6c4641"/>
    <p:sldId xmlns:r="http://schemas.openxmlformats.org/officeDocument/2006/relationships" id="260" r:id="Rc437ceed220d42c6"/>
    <p:sldId xmlns:r="http://schemas.openxmlformats.org/officeDocument/2006/relationships" id="261" r:id="Re366438fe1ed450e"/>
    <p:sldId xmlns:r="http://schemas.openxmlformats.org/officeDocument/2006/relationships" id="262" r:id="Rce9fcd41722648ef"/>
    <p:sldId xmlns:r="http://schemas.openxmlformats.org/officeDocument/2006/relationships" id="263" r:id="R6d93b66ae25c412c"/>
    <p:sldId xmlns:r="http://schemas.openxmlformats.org/officeDocument/2006/relationships" id="264" r:id="R2be68eb6175047f9"/>
    <p:sldId xmlns:r="http://schemas.openxmlformats.org/officeDocument/2006/relationships" id="265" r:id="Rbb6e85d66f62486c"/>
    <p:sldId xmlns:r="http://schemas.openxmlformats.org/officeDocument/2006/relationships" id="266" r:id="R21efbae8a20942d9"/>
    <p:sldId xmlns:r="http://schemas.openxmlformats.org/officeDocument/2006/relationships" id="267" r:id="Ra269c749a00c4359"/>
    <p:sldId xmlns:r="http://schemas.openxmlformats.org/officeDocument/2006/relationships" id="268" r:id="R26dd85487ef34e56"/>
    <p:sldId xmlns:r="http://schemas.openxmlformats.org/officeDocument/2006/relationships" id="269" r:id="R019a10e797e740fd"/>
    <p:sldId xmlns:r="http://schemas.openxmlformats.org/officeDocument/2006/relationships" id="270" r:id="R78647169eca94c57"/>
    <p:sldId xmlns:r="http://schemas.openxmlformats.org/officeDocument/2006/relationships" id="271" r:id="R7c274ec137d64627"/>
    <p:sldId xmlns:r="http://schemas.openxmlformats.org/officeDocument/2006/relationships" id="272" r:id="Rdf0dc23d0eae4371"/>
    <p:sldId xmlns:r="http://schemas.openxmlformats.org/officeDocument/2006/relationships" id="273" r:id="Rd990d8ea04dd4dfb"/>
    <p:sldId xmlns:r="http://schemas.openxmlformats.org/officeDocument/2006/relationships" id="274" r:id="R0bc2146bd7514aac"/>
    <p:sldId xmlns:r="http://schemas.openxmlformats.org/officeDocument/2006/relationships" id="275" r:id="Ra7623a0d9cc84941"/>
    <p:sldId xmlns:r="http://schemas.openxmlformats.org/officeDocument/2006/relationships" id="276" r:id="Rdeb4ac1b4aa3470e"/>
    <p:sldId xmlns:r="http://schemas.openxmlformats.org/officeDocument/2006/relationships" id="277" r:id="Rbb9d5218c98941c0"/>
    <p:sldId xmlns:r="http://schemas.openxmlformats.org/officeDocument/2006/relationships" id="278" r:id="Re4505c93fe4049d0"/>
    <p:sldId xmlns:r="http://schemas.openxmlformats.org/officeDocument/2006/relationships" id="279" r:id="R4d2847429fc149ec"/>
    <p:sldId xmlns:r="http://schemas.openxmlformats.org/officeDocument/2006/relationships" id="280" r:id="R55a727a564e54c39"/>
    <p:sldId xmlns:r="http://schemas.openxmlformats.org/officeDocument/2006/relationships" id="281" r:id="R59ec87d8dc574380"/>
    <p:sldId xmlns:r="http://schemas.openxmlformats.org/officeDocument/2006/relationships" id="282" r:id="R052422e1d97d4ac3"/>
    <p:sldId xmlns:r="http://schemas.openxmlformats.org/officeDocument/2006/relationships" id="283" r:id="Rb475b4c8946341db"/>
    <p:sldId xmlns:r="http://schemas.openxmlformats.org/officeDocument/2006/relationships" id="284" r:id="Rdfa1bdb3db704d45"/>
    <p:sldId xmlns:r="http://schemas.openxmlformats.org/officeDocument/2006/relationships" id="285" r:id="R2caeee3502e84f4d"/>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cdeb74fd1644684" /><Relationship Type="http://schemas.openxmlformats.org/officeDocument/2006/relationships/slideMaster" Target="/ppt/slideMasters/slideMaster1.xml" Id="R927747eba7694c1b" /><Relationship Type="http://schemas.openxmlformats.org/officeDocument/2006/relationships/notesMaster" Target="/ppt/notesMasters/notesMaster1.xml" Id="R0235512ae9ff48b7" /><Relationship Type="http://schemas.openxmlformats.org/officeDocument/2006/relationships/presProps" Target="/ppt/presProps.xml" Id="R2615138a91164fdb" /><Relationship Type="http://schemas.openxmlformats.org/officeDocument/2006/relationships/tableStyles" Target="/ppt/tableStyles.xml" Id="Re200f6fc19e14006" /><Relationship Type="http://schemas.openxmlformats.org/officeDocument/2006/relationships/slide" Target="/ppt/slides/slide1.xml" Id="R0f59a0f48d5c47f5" /><Relationship Type="http://schemas.openxmlformats.org/officeDocument/2006/relationships/slide" Target="/ppt/slides/slide2.xml" Id="R62d3000e3ef54fdd" /><Relationship Type="http://schemas.openxmlformats.org/officeDocument/2006/relationships/slide" Target="/ppt/slides/slide3.xml" Id="Rfb93cab0af454e58" /><Relationship Type="http://schemas.openxmlformats.org/officeDocument/2006/relationships/slide" Target="/ppt/slides/slide4.xml" Id="R73234685be6c4641" /><Relationship Type="http://schemas.openxmlformats.org/officeDocument/2006/relationships/slide" Target="/ppt/slides/slide5.xml" Id="Rc437ceed220d42c6" /><Relationship Type="http://schemas.openxmlformats.org/officeDocument/2006/relationships/slide" Target="/ppt/slides/slide6.xml" Id="Re366438fe1ed450e" /><Relationship Type="http://schemas.openxmlformats.org/officeDocument/2006/relationships/slide" Target="/ppt/slides/slide7.xml" Id="Rce9fcd41722648ef" /><Relationship Type="http://schemas.openxmlformats.org/officeDocument/2006/relationships/slide" Target="/ppt/slides/slide8.xml" Id="R6d93b66ae25c412c" /><Relationship Type="http://schemas.openxmlformats.org/officeDocument/2006/relationships/slide" Target="/ppt/slides/slide9.xml" Id="R2be68eb6175047f9" /><Relationship Type="http://schemas.openxmlformats.org/officeDocument/2006/relationships/slide" Target="/ppt/slides/slide10.xml" Id="Rbb6e85d66f62486c" /><Relationship Type="http://schemas.openxmlformats.org/officeDocument/2006/relationships/slide" Target="/ppt/slides/slide11.xml" Id="R21efbae8a20942d9" /><Relationship Type="http://schemas.openxmlformats.org/officeDocument/2006/relationships/slide" Target="/ppt/slides/slide12.xml" Id="Ra269c749a00c4359" /><Relationship Type="http://schemas.openxmlformats.org/officeDocument/2006/relationships/slide" Target="/ppt/slides/slide13.xml" Id="R26dd85487ef34e56" /><Relationship Type="http://schemas.openxmlformats.org/officeDocument/2006/relationships/slide" Target="/ppt/slides/slide14.xml" Id="R019a10e797e740fd" /><Relationship Type="http://schemas.openxmlformats.org/officeDocument/2006/relationships/slide" Target="/ppt/slides/slide15.xml" Id="R78647169eca94c57" /><Relationship Type="http://schemas.openxmlformats.org/officeDocument/2006/relationships/slide" Target="/ppt/slides/slide16.xml" Id="R7c274ec137d64627" /><Relationship Type="http://schemas.openxmlformats.org/officeDocument/2006/relationships/slide" Target="/ppt/slides/slide17.xml" Id="Rdf0dc23d0eae4371" /><Relationship Type="http://schemas.openxmlformats.org/officeDocument/2006/relationships/slide" Target="/ppt/slides/slide18.xml" Id="Rd990d8ea04dd4dfb" /><Relationship Type="http://schemas.openxmlformats.org/officeDocument/2006/relationships/slide" Target="/ppt/slides/slide19.xml" Id="R0bc2146bd7514aac" /><Relationship Type="http://schemas.openxmlformats.org/officeDocument/2006/relationships/slide" Target="/ppt/slides/slide20.xml" Id="Ra7623a0d9cc84941" /><Relationship Type="http://schemas.openxmlformats.org/officeDocument/2006/relationships/slide" Target="/ppt/slides/slide21.xml" Id="Rdeb4ac1b4aa3470e" /><Relationship Type="http://schemas.openxmlformats.org/officeDocument/2006/relationships/slide" Target="/ppt/slides/slide22.xml" Id="Rbb9d5218c98941c0" /><Relationship Type="http://schemas.openxmlformats.org/officeDocument/2006/relationships/slide" Target="/ppt/slides/slide23.xml" Id="Re4505c93fe4049d0" /><Relationship Type="http://schemas.openxmlformats.org/officeDocument/2006/relationships/slide" Target="/ppt/slides/slide24.xml" Id="R4d2847429fc149ec" /><Relationship Type="http://schemas.openxmlformats.org/officeDocument/2006/relationships/slide" Target="/ppt/slides/slide25.xml" Id="R55a727a564e54c39" /><Relationship Type="http://schemas.openxmlformats.org/officeDocument/2006/relationships/slide" Target="/ppt/slides/slide26.xml" Id="R59ec87d8dc574380" /><Relationship Type="http://schemas.openxmlformats.org/officeDocument/2006/relationships/slide" Target="/ppt/slides/slide27.xml" Id="R052422e1d97d4ac3" /><Relationship Type="http://schemas.openxmlformats.org/officeDocument/2006/relationships/slide" Target="/ppt/slides/slide28.xml" Id="Rb475b4c8946341db" /><Relationship Type="http://schemas.openxmlformats.org/officeDocument/2006/relationships/slide" Target="/ppt/slides/slide29.xml" Id="Rdfa1bdb3db704d45" /><Relationship Type="http://schemas.openxmlformats.org/officeDocument/2006/relationships/slide" Target="/ppt/slides/slide30.xml" Id="R2caeee3502e84f4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c71e65f52af4f9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26762fd417840ff" /><Relationship Type="http://schemas.openxmlformats.org/officeDocument/2006/relationships/notesMaster" Target="/ppt/notesMasters/notesMaster1.xml" Id="R7f87d3b5972945a3" /></Relationships>
</file>

<file path=ppt/notesSlides/_rels/notesSlide2.xml.rels>&#65279;<?xml version="1.0" encoding="utf-8"?><Relationships xmlns="http://schemas.openxmlformats.org/package/2006/relationships"><Relationship Type="http://schemas.openxmlformats.org/officeDocument/2006/relationships/slide" Target="/ppt/slides/slide2.xml" Id="R01be655c363043cc" /><Relationship Type="http://schemas.openxmlformats.org/officeDocument/2006/relationships/notesMaster" Target="/ppt/notesMasters/notesMaster1.xml" Id="R0c076e60c0534348" /></Relationships>
</file>

<file path=ppt/notesSlides/_rels/notesSlide3.xml.rels>&#65279;<?xml version="1.0" encoding="utf-8"?><Relationships xmlns="http://schemas.openxmlformats.org/package/2006/relationships"><Relationship Type="http://schemas.openxmlformats.org/officeDocument/2006/relationships/slide" Target="/ppt/slides/slide3.xml" Id="Rb278433d61e045c5" /><Relationship Type="http://schemas.openxmlformats.org/officeDocument/2006/relationships/notesMaster" Target="/ppt/notesMasters/notesMaster1.xml" Id="R5bb46f3f25d041b4" /></Relationships>
</file>

<file path=ppt/notesSlides/_rels/notesSlide4.xml.rels>&#65279;<?xml version="1.0" encoding="utf-8"?><Relationships xmlns="http://schemas.openxmlformats.org/package/2006/relationships"><Relationship Type="http://schemas.openxmlformats.org/officeDocument/2006/relationships/slide" Target="/ppt/slides/slide4.xml" Id="R49c3773c1a3042ca" /><Relationship Type="http://schemas.openxmlformats.org/officeDocument/2006/relationships/notesMaster" Target="/ppt/notesMasters/notesMaster1.xml" Id="R1a06c02e37934092" /></Relationships>
</file>

<file path=ppt/notesSlides/_rels/notesSlide5.xml.rels>&#65279;<?xml version="1.0" encoding="utf-8"?><Relationships xmlns="http://schemas.openxmlformats.org/package/2006/relationships"><Relationship Type="http://schemas.openxmlformats.org/officeDocument/2006/relationships/slide" Target="/ppt/slides/slide5.xml" Id="R9d0567528ff5463b" /><Relationship Type="http://schemas.openxmlformats.org/officeDocument/2006/relationships/notesMaster" Target="/ppt/notesMasters/notesMaster1.xml" Id="Rd01d5e003ec641cb" /></Relationships>
</file>

<file path=ppt/notesSlides/_rels/notesSlide6.xml.rels>&#65279;<?xml version="1.0" encoding="utf-8"?><Relationships xmlns="http://schemas.openxmlformats.org/package/2006/relationships"><Relationship Type="http://schemas.openxmlformats.org/officeDocument/2006/relationships/slide" Target="/ppt/slides/slide6.xml" Id="R348082f8991941e6" /><Relationship Type="http://schemas.openxmlformats.org/officeDocument/2006/relationships/notesMaster" Target="/ppt/notesMasters/notesMaster1.xml" Id="Rae2f50a233f14389" /></Relationships>
</file>

<file path=ppt/notesSlides/_rels/notesSlide7.xml.rels>&#65279;<?xml version="1.0" encoding="utf-8"?><Relationships xmlns="http://schemas.openxmlformats.org/package/2006/relationships"><Relationship Type="http://schemas.openxmlformats.org/officeDocument/2006/relationships/slide" Target="/ppt/slides/slide7.xml" Id="R2d540b312ed84007" /><Relationship Type="http://schemas.openxmlformats.org/officeDocument/2006/relationships/notesMaster" Target="/ppt/notesMasters/notesMaster1.xml" Id="R9722a3f3e5b04ed1" /></Relationships>
</file>

<file path=ppt/notesSlides/_rels/notesSlide8.xml.rels>&#65279;<?xml version="1.0" encoding="utf-8"?><Relationships xmlns="http://schemas.openxmlformats.org/package/2006/relationships"><Relationship Type="http://schemas.openxmlformats.org/officeDocument/2006/relationships/slide" Target="/ppt/slides/slide8.xml" Id="R7b1031bf675c4dd8" /><Relationship Type="http://schemas.openxmlformats.org/officeDocument/2006/relationships/notesMaster" Target="/ppt/notesMasters/notesMaster1.xml" Id="Rd965153c202f4b06" /></Relationships>
</file>

<file path=ppt/notesSlides/_rels/notesSlide9.xml.rels>&#65279;<?xml version="1.0" encoding="utf-8"?><Relationships xmlns="http://schemas.openxmlformats.org/package/2006/relationships"><Relationship Type="http://schemas.openxmlformats.org/officeDocument/2006/relationships/slide" Target="/ppt/slides/slide9.xml" Id="Rd73c977b87d14d8f" /><Relationship Type="http://schemas.openxmlformats.org/officeDocument/2006/relationships/notesMaster" Target="/ppt/notesMasters/notesMaster1.xml" Id="R20c5166ca6fd4bd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91068be34644aaa" /><Relationship Type="http://schemas.openxmlformats.org/officeDocument/2006/relationships/notesMaster" Target="/ppt/notesMasters/notesMaster1.xml" Id="Ra3b66222d667435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53e41c0788146ec" /><Relationship Type="http://schemas.openxmlformats.org/officeDocument/2006/relationships/notesMaster" Target="/ppt/notesMasters/notesMaster1.xml" Id="R211ac1d4e0744e4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158bcee3bf74328" /><Relationship Type="http://schemas.openxmlformats.org/officeDocument/2006/relationships/notesMaster" Target="/ppt/notesMasters/notesMaster1.xml" Id="R507773a5858b4a1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50aecf5de1542fc" /><Relationship Type="http://schemas.openxmlformats.org/officeDocument/2006/relationships/notesMaster" Target="/ppt/notesMasters/notesMaster1.xml" Id="R3e4bd4b2cfb24a2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bd9931ff1ae4da8" /><Relationship Type="http://schemas.openxmlformats.org/officeDocument/2006/relationships/notesMaster" Target="/ppt/notesMasters/notesMaster1.xml" Id="Rd49b0af3c00f463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b91701225c5459a" /><Relationship Type="http://schemas.openxmlformats.org/officeDocument/2006/relationships/notesMaster" Target="/ppt/notesMasters/notesMaster1.xml" Id="R6d97dfea94a941d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57b78cf098e4bd4" /><Relationship Type="http://schemas.openxmlformats.org/officeDocument/2006/relationships/notesMaster" Target="/ppt/notesMasters/notesMaster1.xml" Id="R809388ebc5ed4be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ea2316f15f848f4" /><Relationship Type="http://schemas.openxmlformats.org/officeDocument/2006/relationships/notesMaster" Target="/ppt/notesMasters/notesMaster1.xml" Id="R9fa739a201454ab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d609b0bd31b40ab" /><Relationship Type="http://schemas.openxmlformats.org/officeDocument/2006/relationships/notesMaster" Target="/ppt/notesMasters/notesMaster1.xml" Id="Rbec8c5a8a1074b1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8724eb7a354409b" /><Relationship Type="http://schemas.openxmlformats.org/officeDocument/2006/relationships/notesMaster" Target="/ppt/notesMasters/notesMaster1.xml" Id="Rdc1fe76a150e41d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9ba506ed7e34760" /><Relationship Type="http://schemas.openxmlformats.org/officeDocument/2006/relationships/notesMaster" Target="/ppt/notesMasters/notesMaster1.xml" Id="R3163ca172ae84ed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3824fc0154d4e3d" /><Relationship Type="http://schemas.openxmlformats.org/officeDocument/2006/relationships/notesMaster" Target="/ppt/notesMasters/notesMaster1.xml" Id="R37b21dec78ee4c1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15ca7ae36f240c1" /><Relationship Type="http://schemas.openxmlformats.org/officeDocument/2006/relationships/notesMaster" Target="/ppt/notesMasters/notesMaster1.xml" Id="R76e7d1ab80e6402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e60e3dc98ee46dd" /><Relationship Type="http://schemas.openxmlformats.org/officeDocument/2006/relationships/notesMaster" Target="/ppt/notesMasters/notesMaster1.xml" Id="R27784812cc2e48f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780787389984d26" /><Relationship Type="http://schemas.openxmlformats.org/officeDocument/2006/relationships/notesMaster" Target="/ppt/notesMasters/notesMaster1.xml" Id="R55d44ec598c04f93"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c4a6c9df7d9420c" /><Relationship Type="http://schemas.openxmlformats.org/officeDocument/2006/relationships/notesMaster" Target="/ppt/notesMasters/notesMaster1.xml" Id="Rdc1a7fef89d34f5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12855cabc6644c7" /><Relationship Type="http://schemas.openxmlformats.org/officeDocument/2006/relationships/notesMaster" Target="/ppt/notesMasters/notesMaster1.xml" Id="R8d8282e664734a3f"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651ca30106cc4be0" /><Relationship Type="http://schemas.openxmlformats.org/officeDocument/2006/relationships/notesMaster" Target="/ppt/notesMasters/notesMaster1.xml" Id="Re0bf330033574c6e"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cd480d1a74d747b2" /><Relationship Type="http://schemas.openxmlformats.org/officeDocument/2006/relationships/notesMaster" Target="/ppt/notesMasters/notesMaster1.xml" Id="Rc452802763d148d4"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034c9c16ac2c498f" /><Relationship Type="http://schemas.openxmlformats.org/officeDocument/2006/relationships/notesMaster" Target="/ppt/notesMasters/notesMaster1.xml" Id="Re00ef86668bf41ff"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56fadba109294994" /><Relationship Type="http://schemas.openxmlformats.org/officeDocument/2006/relationships/notesMaster" Target="/ppt/notesMasters/notesMaster1.xml" Id="Rbade05f3c920464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大家好，我汇报的是 CHIEF 病理基础模型的 Jittor 复现。重点不是简单把 PyTorch 代码改成 Jittor 语法，而是回答一个更严格的问题：新的实现是否在模型结构、前向输出、损失、参数更新和训练动态上与原实现一致。整个汇报分为两部分，前半部分讲 CHIEF 的方法，后半部分展示复现证据与工程实现。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我把复现质量分成三层。第一层是结构等价：每一层、每个张量形状和返回字段都对应官方实现。第二层是数值等价：不能只看最终准确率，而要逐项比较前向输出、交叉熵和一次参数更新。第三层是学习等价：同一份数据、初始化和超参数下，训练曲线也应接近。右侧三个数字是本项目最后得到的核心证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CHIEF 面对的第一个难点是 WSI 太大，不能把整张图直接送进普通网络，所以必须先切 patch。第二，临床数据通常只有整张切片的诊断标签，没有告诉模型病灶在哪个 patch。第三，不同切片的组织面积不同，因此每个 bag 的 patch 数不一样，同时还存在扫描仪和中心的域偏移。CHIEF 的 WSI 级模型本质上就是在这些约束下完成聚合和预测。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CHIEF 不是只训练一个单阶段分类器，而是把两种能力拆开。第一阶段在 patch 层面做无监督预训练，学习细胞、腺体、间质和染色等局部形态。第二阶段再利用 slide 级标签做弱监督预训练，学习整张切片哪些区域应被关注。前者强调可迁移的局部特征，后者强调任务相关的整体模式，两者互补。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这页给出完整出处和规模。论文发表于 2024 年 Nature。CHIEF 用 60,530 张 WSI、19 个解剖部位和约 44TB 图像进行开发，并在 19,491 张 WSI、32 个独立切片集合以及 24 家医院或队列上验证。这里我想强调，基础模型不是只看参数量，还要看预训练数据规模、下游任务跨度以及跨中心验证范围。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官方总览图里有两条支路。图像支路从 WSI 裁剪 tile，经过图像编码器和聚合得到整片特征。文本支路输入的不是自由文本报告，而是器官名称，例如 kidney，通过文本编码器得到 anatomical embedding。两者融合后用于癌症检测、肿瘤来源、分子标志物和预后预测。所以 CHIEF 是带器官语义先验的弱监督视觉模型，不是一个病理对话模型。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在 WSI 级 CHIEF 中，模型看到的不是原始巨幅图像，而是一组 patch embedding。每个 patch 是一个实例，所有实例组成一个 bag。bag 的长度 N 随组织面积变化，顺序也没有语义，因此聚合必须对排列不敏感。模型最终输出的是整张 slide 的诊断、分型或风险。这就是多实例学习的基本设定。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弱监督的含义是：训练时知道整张切片是不是肿瘤，但不知道每个 patch 是肿瘤还是正常。交叉熵只约束 slide 输出，注意力模块必须通过反向传播自己学会把更多权重放在能解释标签的区域。这样能省去昂贵的逐区域标注，但也意味着注意力不等同于严格的病灶分割。</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门控注意力有两条分支。tanh 分支产生内容表征，可以理解为这个 patch 看到了什么；sigmoid 分支输出零到一之间的门值，决定哪些维度被放行。两条分支逐元素相乘，再由线性层得到原始注意力分数。相比单一线性打分，这种门控结构有更强的非线性表达能力。</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原始分数经过 softmax 后变成归一化权重 alpha，总和为一。然后用这些权重对所有 patch 的 512 维隐藏特征做加权求和，得到一个固定长度的 slide embedding。无论 N 是几百还是几万，最终都压缩为一个向量。需要注意，高注意力说明该 patch 对当前预测贡献大，但不能直接把它当作像素级病灶边界。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CHIEF 还把器官名称编码成 768 维文本向量，再投影到 512 维，与视觉聚合向量相加。直觉上，知道切片来自肾、肺或结肠后，模型不必在所有肿瘤来源中盲目搜索。这里的文本是结构化器官先验，不是报告生成。它带来额外信息，同时也引入新的失效方式：器官标签错误时，先验可能误导分类器。</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原论文评估的不只是一个癌症分类任务，而是癌细胞检测、肿瘤来源、常见突变、IDH 和 MSI 状态以及生存预后。论文报告最高相对提升达到 36.1%。我认为真正重要的是它在多个独立数据集和多中心数据上持续领先，而不是只挑一个最好的数字。右侧的任务跨度也是 CHIEF 被称为通用框架的依据。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这页是复现诚信的核心。我们复现并严格对齐的是 WSI 级 CHIEF 模型，包括特征投影、门控注意力、slide 聚合、器官先验、权重与特征转换、训练测试和可视化。我们没有声称重做 44TB 全量预训练，也没有复现 24 家医院的临床验证。因此本项目证明的是核心模型的工程和数值等价性，而不是论文全部临床结论。</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如果直接拿官方代码和 Jittor 比较，出现差异时很难判断是官方依赖、数据处理还是移植错误。因此我加入了一个干净的 PyTorch 参考层。第一步证明它与官方 CHIEF 在四类输出上完全一致；第二步从同一组初始化权重出发，让 Jittor 对齐这个参考层。这样形成官方、参考、Jittor 三段式证据链，定位问题也更容易。</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Jittor 实现保持官方层级不变。输入是 N×768，经过线性层变成 N×512；门控注意力输出每个 patch 的分数，转置后是 1×N；softmax 必须沿 patch 维归一化；加权得到 1×512 的 pooled 特征；器官向量映射后相加，最后分类。移植时最容易错的是转置、softmax 轴和返回字段的语义，而不是 Linear 或 ReLU 本身。</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这一页直接对应 chief_jittor/model.py 的 execute 函数。第一，注意力线性层输出是 N×1，必须转成 1×N。第二，softmax 的 dim 等于 1，表示在所有 patch 之间归一化。第三，分类使用的是 512 维 hidden 的加权结果，而 WSI_feature 使用原始 768 维特征加权，因此两个 matmul 都要保留。第四，器官文本经过映射后与 pooled 做逐元素相加，不是拼接。最后，返回字段和官方保持一致，后面的测试、可视化和对齐工具都依赖这些名称与语义。</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Jittor 训练入口是 train.py，真正的一轮训练在 chief_jittor/engine.py 的 run_jittor_epoch。每次读取一个可变长度 bag，转为 Jittor Var，前向得到 bag logits，再用 slide 标签计算交叉熵。Jittor 与 PyTorch 写法的明显区别是 optimizer.step(loss)，它同时完成反向传播和参数更新。验证阶段使用 no_grad 和 model.eval。每一轮的 loss、Accuracy、F1、AUC 和耗时写入 JSONL；只有验证 loss 改善时才保存 chief_jittor.pkl，连续若干轮不改善就提前停止。因此演示时不能只展示最终 checkpoint，还要同时展示日志和最佳验证损失。</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测试入口是 test.py。它先从配置文件读取测试集路径和模型维度，再创建 CHIEFJittor 并用 model.load 载入 chief_jittor.pkl。推理必须在 model.eval 和 jt.no_grad 下执行。每张 bag 得到类别概率和注意力，最后输出三类核心证据：metrics_jittor.json 是总体指标，predictions_jittor.csv 是逐病例标签、预测和概率，attention_jittor 目录保存每张 bag 的注意力数组。录屏时建议先运行两条命令，再依次打开 checkpoint、训练日志、metrics、predictions 和 attention 可视化，形成完整闭环。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数据管线支持把 PyTorch 的特征和 checkpoint 转成 Jittor 直接读取的格式。由于不同 WSI 的 N 不相同，最稳妥的训练方式是 batch size 为 1，再按 bag 累积。资源有限时，我构造了 36 个训练 bag、12 个验证 bag 和 12 个测试 bag，保留 768 维输入和完整 512 维隐藏层，用小数据验证跨框架学习行为。真实特征可以通过同一接口接入。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对齐实验里，随机种子、数据划分、模型维度、初始权重、损失和训练轮数全部相同，唯一改变的是框架。尤其是 common_init.npz，它保证 PyTorch 和 Jittor 从同一组参数开始。如果不控制初始化，即使两个实现都正确，曲线也可能因为随机性不同而无法直接比较。因此最终准确率相同远远不够，必须把控制变量写清楚。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第一层证据先验证干净 PyTorch 参考是否忠实。四个关键输出 bag logits、原始注意力、WSI feature 和融合后的 anatomical feature，最大绝对误差全部为零，说明参考层与官方 CHIEF.py 在这条路径上完全一致。这样后续 Jittor 的误差不是因为我们重新解释了官方模型。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第二层证据比较 Jittor 与 PyTorch。bag logits 和 WSI feature 的误差约为 1.19×10 的负七次方，注意力约为 7.45×10 的负九次方，融合特征约为 4.77×10 的负七次方。交叉熵完全相同，一步更新后的 fc 权重最大误差约 1.86×10 的负九次方。这符合浮点运算顺序差异的范围，alignment pass 为 true。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第三层证据是学习动态。图中蓝色和橙色对应训练与验证，实线和虚线代表两种框架，曲线几乎完全重合。八轮内最大训练损失差约 0.000644，最大验证损失差约 0.000762，训练损失都从约 1.095 下降到 0.009。起点、下降速度和终点一致，说明梯度更新路径也被较好对齐。</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测试集上 PyTorch 和 Jittor 的 accuracy、balanced accuracy、macro-F1 和 macro-AUROC 都是 1.0。这个数字看起来不现实，原因是这里使用的不是医院病理数据，而是一个专门为 smoke test 构造的小型合成任务。生成器先为每个类别建立一个固定的 768 维原型，再把较强的类别信号加入大约四分之一 patch；训练、验证和测试来自同一种生成机制，而测试集总共只有 12 个 bag。我们检查过文件哈希，没有发现训练集和测试集复制同一特征文件，所以它不是直接的数据重复泄漏，但它的分布非常理想化，类别也很容易分开。这里的 1.0 只能说明两套代码都能学到同一个人工规律，训练、保存、加载、预测和指标计算形成了完整闭环。它不能说明 CHIEF 在真实医院数据上达到百分之百，更不能与 Nature 论文的多中心临床结果进行横向比较。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为了回答为什么原来的四项指标都是 1.0，我没有直接删除原实验，而是把它保留为 smoke test，再新增一个困难版压力测试。困难版使用三个随机种子，每个种子有 180 个训练 bag、60 个验证 bag 和 90 个测试 bag；每个 bag 含 64 到 160 个 patch。真正带类别信息的 patch 比例从约四分之一降到 12%，背景噪声更强，并加入 5% 的训练标签噪声、每个 bag 的干扰向量以及测试原型偏移。这样做的目的不是模拟真实病理图像，而是构造一个不会轻易满分、能暴露随机性和域偏移影响的中间压力测试。公平性仍然通过固定数据、共同初始化和相同配置来保证。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困难版 PyTorch 三个随机种子的平均 Accuracy 为 0.526 ± 0.097，Macro-F1 为 0.499 ± 0.136，Macro-AUROC 为 0.771 ± 0.095。这比原来全部 1.0 更可信，因为指标随着随机种子明显波动，说明模型确实受到弱信号、标签噪声和测试域偏移影响。这里还要解释为什么 AUC 仍高于 Accuracy：AUC 看的是正样本整体能否排在负样本前面，不要求固定阈值或 argmax 已经校准正确；因此模型可能已经学会大致排序，却仍在类别边界上做错硬分类。Linux Jittor 三种子已经完成，四项指标逐种子最大绝对差为 1.19e-2，说明压力增大后跨框架结论仍一致。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这里展示的是困难版 seed 2026 同一个测试 bag 的注意力。左边 PyTorch，右边 Jittor。即使测试任务变难，最高权重 patch 及后续排序仍然非常接近，说明两个实现不仅最终指标相似，中间的实例选择机制也相近。当前合成数据没有真实切片坐标，所以只能画排名；真实 WSI 应把 patch 坐标还原为空间热图，再由病理专家检查模型关注区域是否符合组织学依据。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本机 Windows 缺少 Jittor 支持的编译环境，因此现场演示采用公开的 Ubuntu GitHub Actions。运行 29490678862 已经成功完成：安装 Jittor、运行三个单元测试、执行前向损失和一步更新对齐、训练和测试简单版，再执行困难版三个随机种子的 Jittor 训练与测试，最后把日志、指标、预测 CSV 和可视化自动提交回仓库。录屏时打开这个 Actions 页面，展开 Difficult synthetic three-seed Jittor experiment 步骤，展示每个 seed 的逐轮 JSON 日志和测试指标；随后回到仓库打开 results/hard/summary.json 与图片。这就是可审计的远程训练测试演示。</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我的思考是，可复现不仅需要源实现一致、浮点数值一致和环境可审计，还需要在更困难的条件下观察结论是否稳定。新增压力测试让结果从一个容易任务上的单点满分，变成三个随机种子上的均值和标准差；这能够暴露性能波动，但它仍然不是临床证据。下一步最重要的仍是接入真实数据。我会优先选择规模可控的公开 WSI 二分类任务，严格按患者划分训练、验证和测试；使用官方 CHIEF-CTransPath 提取 768 维 patch 特征，再用相同初始化分别训练 PyTorch 与 Jittor。真实实验除了 AUROC、Accuracy 和 Macro-F1，还要报告置信区间、校准、混淆矩阵、错误病例和空间注意力热图。</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最后总结。算法部分讲清了 CHIEF 如何把 WSI 表示为 bag，通过门控注意力聚合 patch，并融合器官先验。实现部分直接对应 Jittor 的 model、engine、train 和 test：前向计算顺序、optimizer.step loss、最佳 checkpoint 保存、指标预测和注意力导出都可以在仓库核验。公开 Actions 已完成简单版和困难版 Jittor 训练测试。针对简单版满分问题，我增加了弱信号、噪声和域偏移下的三随机种子实验，Jittor 与 PyTorch 的均值和波动高度接近。可靠复现不是追求漂亮数字，而是让别人能复查算法、代码、训练、测试和证据链。</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44824bd0db5462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510cacd750745da" /><Relationship Type="http://schemas.openxmlformats.org/officeDocument/2006/relationships/slideLayout" Target="/ppt/slideLayouts/slideLayout1.xml" Id="R6c42a07ead5845a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c42a07ead5845a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2e6ba4ac9514325" /><Relationship Type="http://schemas.openxmlformats.org/officeDocument/2006/relationships/notesSlide" Target="/ppt/notesSlides/notesSlide1.xml" Id="Rb6fd506a551c49d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9ac45986de34a0a" /><Relationship Type="http://schemas.openxmlformats.org/officeDocument/2006/relationships/notesSlide" Target="/ppt/notesSlides/notesSlide2.xml" Id="Rc75d16d65e4d411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2a562afe52941c4" /><Relationship Type="http://schemas.openxmlformats.org/officeDocument/2006/relationships/notesSlide" Target="/ppt/notesSlides/notesSlide3.xml" Id="R30adb3b8e3134c6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53419d1c0514b10" /><Relationship Type="http://schemas.openxmlformats.org/officeDocument/2006/relationships/notesSlide" Target="/ppt/notesSlides/notesSlide4.xml" Id="R0b9222aaadd14f7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2c2e73186184dfa" /><Relationship Type="http://schemas.openxmlformats.org/officeDocument/2006/relationships/notesSlide" Target="/ppt/notesSlides/notesSlide5.xml" Id="R826eb0725e70489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f8b0d830b77485b" /><Relationship Type="http://schemas.openxmlformats.org/officeDocument/2006/relationships/image" Target="/ppt/media/image.png" Id="Rb33147633ea1451a" /><Relationship Type="http://schemas.openxmlformats.org/officeDocument/2006/relationships/notesSlide" Target="/ppt/notesSlides/notesSlide6.xml" Id="R4a642fb4f2f1407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fbcd8b097f64f1d" /><Relationship Type="http://schemas.openxmlformats.org/officeDocument/2006/relationships/notesSlide" Target="/ppt/notesSlides/notesSlide7.xml" Id="Rf332ec3732904b3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e32890e87554363" /><Relationship Type="http://schemas.openxmlformats.org/officeDocument/2006/relationships/notesSlide" Target="/ppt/notesSlides/notesSlide8.xml" Id="R7944cb895b604eb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51a69f67f944b58" /><Relationship Type="http://schemas.openxmlformats.org/officeDocument/2006/relationships/notesSlide" Target="/ppt/notesSlides/notesSlide9.xml" Id="Ra20db3a2bc6c4a7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b5cd36e4b114bba" /><Relationship Type="http://schemas.openxmlformats.org/officeDocument/2006/relationships/notesSlide" Target="/ppt/notesSlides/notesSlide10.xml" Id="Raa9618ef4f6e41e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e7096e291934056" /><Relationship Type="http://schemas.openxmlformats.org/officeDocument/2006/relationships/notesSlide" Target="/ppt/notesSlides/notesSlide11.xml" Id="Rd673b46b774140d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659710241184e09" /><Relationship Type="http://schemas.openxmlformats.org/officeDocument/2006/relationships/image" Target="/ppt/media/image2.png" Id="R1c58a65fe0e04e30" /><Relationship Type="http://schemas.openxmlformats.org/officeDocument/2006/relationships/notesSlide" Target="/ppt/notesSlides/notesSlide12.xml" Id="Rcc945186ec95489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4b3280f2def41c1" /><Relationship Type="http://schemas.openxmlformats.org/officeDocument/2006/relationships/notesSlide" Target="/ppt/notesSlides/notesSlide13.xml" Id="R438960b2d7e6488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f8b80e45f8a84191" /><Relationship Type="http://schemas.openxmlformats.org/officeDocument/2006/relationships/notesSlide" Target="/ppt/notesSlides/notesSlide14.xml" Id="R5e1067323d4d487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9a23ace23504654" /><Relationship Type="http://schemas.openxmlformats.org/officeDocument/2006/relationships/notesSlide" Target="/ppt/notesSlides/notesSlide15.xml" Id="R0cd0c8f4004c474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abbb53e9bf3646d9" /><Relationship Type="http://schemas.openxmlformats.org/officeDocument/2006/relationships/notesSlide" Target="/ppt/notesSlides/notesSlide16.xml" Id="Ref1b0e4d8cf04c4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0ecbadd07f94e3c" /><Relationship Type="http://schemas.openxmlformats.org/officeDocument/2006/relationships/notesSlide" Target="/ppt/notesSlides/notesSlide17.xml" Id="R23e5f6c5593e4f7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2f1ba859b974119" /><Relationship Type="http://schemas.openxmlformats.org/officeDocument/2006/relationships/notesSlide" Target="/ppt/notesSlides/notesSlide18.xml" Id="R85bfc201fff24b2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cf3c20ad10964267" /><Relationship Type="http://schemas.openxmlformats.org/officeDocument/2006/relationships/notesSlide" Target="/ppt/notesSlides/notesSlide19.xml" Id="Re4bf44c5ac594b5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b1eff77b5e8a49db" /><Relationship Type="http://schemas.openxmlformats.org/officeDocument/2006/relationships/notesSlide" Target="/ppt/notesSlides/notesSlide20.xml" Id="R95edefbf7119445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554d510ae3d240e2" /><Relationship Type="http://schemas.openxmlformats.org/officeDocument/2006/relationships/notesSlide" Target="/ppt/notesSlides/notesSlide21.xml" Id="R46dbdd4d99ea4b3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2942709bb2f349bc" /><Relationship Type="http://schemas.openxmlformats.org/officeDocument/2006/relationships/notesSlide" Target="/ppt/notesSlides/notesSlide22.xml" Id="R8ad34ff8eb7d4cc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8b29b784ae544b3d" /><Relationship Type="http://schemas.openxmlformats.org/officeDocument/2006/relationships/image" Target="/ppt/media/image3.png" Id="R86fa65696ad14fd0" /><Relationship Type="http://schemas.openxmlformats.org/officeDocument/2006/relationships/notesSlide" Target="/ppt/notesSlides/notesSlide23.xml" Id="R878ddded00ca4cf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a1e32ec8c5f84a96" /><Relationship Type="http://schemas.openxmlformats.org/officeDocument/2006/relationships/notesSlide" Target="/ppt/notesSlides/notesSlide24.xml" Id="Rb01a8dcea38e43ff"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8827e15346e746d4" /><Relationship Type="http://schemas.openxmlformats.org/officeDocument/2006/relationships/notesSlide" Target="/ppt/notesSlides/notesSlide25.xml" Id="Rdb49e8ab6ee740ae"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f4642e3feb0344d0" /><Relationship Type="http://schemas.openxmlformats.org/officeDocument/2006/relationships/image" Target="/ppt/media/image4.png" Id="R4bb280332e5d4a6f" /><Relationship Type="http://schemas.openxmlformats.org/officeDocument/2006/relationships/notesSlide" Target="/ppt/notesSlides/notesSlide26.xml" Id="Reed52de5053a4a8a"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a0120ab5db5d4751" /><Relationship Type="http://schemas.openxmlformats.org/officeDocument/2006/relationships/image" Target="/ppt/media/image5.png" Id="R39f631bbc0314206" /><Relationship Type="http://schemas.openxmlformats.org/officeDocument/2006/relationships/image" Target="/ppt/media/image6.png" Id="R87d441e5e37a40f5" /><Relationship Type="http://schemas.openxmlformats.org/officeDocument/2006/relationships/notesSlide" Target="/ppt/notesSlides/notesSlide27.xml" Id="R82f139c302d541ff"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51bfe21dfcb745d9" /><Relationship Type="http://schemas.openxmlformats.org/officeDocument/2006/relationships/notesSlide" Target="/ppt/notesSlides/notesSlide28.xml" Id="R7f7ed06ae3d24575"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36e9ffb37ba849cf" /><Relationship Type="http://schemas.openxmlformats.org/officeDocument/2006/relationships/notesSlide" Target="/ppt/notesSlides/notesSlide29.xml" Id="Ra51ecb491892407d"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53fc4b6a91444605" /><Relationship Type="http://schemas.openxmlformats.org/officeDocument/2006/relationships/notesSlide" Target="/ppt/notesSlides/notesSlide30.xml" Id="Rd5e32ca5f8504e1d" /></Relationships>
</file>

<file path=ppt/slides/slide1.xml><?xml version="1.0" encoding="utf-8"?>
<p:sld xmlns:p="http://schemas.openxmlformats.org/presentationml/2006/main">
  <p:cSld>
    <p:bg>
      <p:bgPr>
        <a:solidFill xmlns:a="http://schemas.openxmlformats.org/drawingml/2006/main">
          <a:srgbClr val="0F3555"/>
        </a:solidFill>
      </p:bgPr>
    </p:bg>
    <p:spTree>
      <p:nvGrpSpPr>
        <p:cNvPr id="1" name=""/>
        <p:cNvGrpSpPr/>
        <p:nvPr/>
      </p:nvGrpSpPr>
      <p:grpSpPr>
        <a:xfrm xmlns:a="http://schemas.openxmlformats.org/drawingml/2006/main"/>
      </p:grpSpPr>
      <p:sp>
        <p:nvSpPr>
          <p:cNvPr id="201" name="">
            <a:extLst xmlns:a="http://schemas.openxmlformats.org/drawingml/2006/main">
              <a:ext uri="{FF2B5EF4-FFF2-40B4-BE49-F238E27FC236}">
                <a16:creationId xmlns:a16="http://schemas.microsoft.com/office/drawing/2014/main" id="{26F95D45-9C1E-4C79-AD38-ACE9A6BA1E93}"/>
              </a:ext>
            </a:extLst>
          </p:cNvPr>
          <p:cNvSpPr>
            <a:spLocks xmlns:a="http://schemas.openxmlformats.org/drawingml/2006/main" noGrp="1"/>
          </p:cNvSpPr>
          <p:nvPr/>
        </p:nvSpPr>
        <p:spPr>
          <a:xfrm xmlns:a="http://schemas.openxmlformats.org/drawingml/2006/main">
            <a:off x="0" y="4953000"/>
            <a:ext cx="762000" cy="314325"/>
          </a:xfrm>
          <a:prstGeom xmlns:a="http://schemas.openxmlformats.org/drawingml/2006/main" prst="rect">
            <a:avLst/>
          </a:prstGeom>
          <a:solidFill xmlns:a="http://schemas.openxmlformats.org/drawingml/2006/main">
            <a:srgbClr val="245A7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9A733C6-1212-4695-AE65-7266EED84D3B}"/>
              </a:ext>
            </a:extLst>
          </p:cNvPr>
          <p:cNvSpPr>
            <a:spLocks xmlns:a="http://schemas.openxmlformats.org/drawingml/2006/main" noGrp="1"/>
          </p:cNvSpPr>
          <p:nvPr/>
        </p:nvSpPr>
        <p:spPr>
          <a:xfrm xmlns:a="http://schemas.openxmlformats.org/drawingml/2006/main">
            <a:off x="19050" y="4972050"/>
            <a:ext cx="723900" cy="276225"/>
          </a:xfrm>
          <a:prstGeom xmlns:a="http://schemas.openxmlformats.org/drawingml/2006/main" prst="rect">
            <a:avLst/>
          </a:prstGeom>
          <a:solidFill xmlns:a="http://schemas.openxmlformats.org/drawingml/2006/main">
            <a:srgbClr val="FFFFFF">
              <a:alpha val="9412"/>
            </a:srgbClr>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583082E-163C-4E11-91F1-B9D019BE03C8}"/>
              </a:ext>
            </a:extLst>
          </p:cNvPr>
          <p:cNvSpPr>
            <a:spLocks xmlns:a="http://schemas.openxmlformats.org/drawingml/2006/main" noGrp="1"/>
          </p:cNvSpPr>
          <p:nvPr/>
        </p:nvSpPr>
        <p:spPr>
          <a:xfrm xmlns:a="http://schemas.openxmlformats.org/drawingml/2006/main">
            <a:off x="762000" y="4953000"/>
            <a:ext cx="762000" cy="314325"/>
          </a:xfrm>
          <a:prstGeom xmlns:a="http://schemas.openxmlformats.org/drawingml/2006/main" prst="rect">
            <a:avLst/>
          </a:prstGeom>
          <a:solidFill xmlns:a="http://schemas.openxmlformats.org/drawingml/2006/main">
            <a:srgbClr val="245A7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6831B56-C01E-454B-B93B-E89A8075DCBF}"/>
              </a:ext>
            </a:extLst>
          </p:cNvPr>
          <p:cNvSpPr>
            <a:spLocks xmlns:a="http://schemas.openxmlformats.org/drawingml/2006/main" noGrp="1"/>
          </p:cNvSpPr>
          <p:nvPr/>
        </p:nvSpPr>
        <p:spPr>
          <a:xfrm xmlns:a="http://schemas.openxmlformats.org/drawingml/2006/main">
            <a:off x="781050" y="4972050"/>
            <a:ext cx="723900" cy="276225"/>
          </a:xfrm>
          <a:prstGeom xmlns:a="http://schemas.openxmlformats.org/drawingml/2006/main" prst="rect">
            <a:avLst/>
          </a:prstGeom>
          <a:solidFill xmlns:a="http://schemas.openxmlformats.org/drawingml/2006/main">
            <a:srgbClr val="FFFFFF">
              <a:alpha val="9412"/>
            </a:srgbClr>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ABE341D-8139-4175-A63E-DF5DBC5427F9}"/>
              </a:ext>
            </a:extLst>
          </p:cNvPr>
          <p:cNvSpPr>
            <a:spLocks xmlns:a="http://schemas.openxmlformats.org/drawingml/2006/main" noGrp="1"/>
          </p:cNvSpPr>
          <p:nvPr/>
        </p:nvSpPr>
        <p:spPr>
          <a:xfrm xmlns:a="http://schemas.openxmlformats.org/drawingml/2006/main">
            <a:off x="1524000" y="4953000"/>
            <a:ext cx="762000" cy="314325"/>
          </a:xfrm>
          <a:prstGeom xmlns:a="http://schemas.openxmlformats.org/drawingml/2006/main" prst="rect">
            <a:avLst/>
          </a:prstGeom>
          <a:solidFill xmlns:a="http://schemas.openxmlformats.org/drawingml/2006/main">
            <a:srgbClr val="245A7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CBE9C9E-6D8E-4182-894A-7285269AB91F}"/>
              </a:ext>
            </a:extLst>
          </p:cNvPr>
          <p:cNvSpPr>
            <a:spLocks xmlns:a="http://schemas.openxmlformats.org/drawingml/2006/main" noGrp="1"/>
          </p:cNvSpPr>
          <p:nvPr/>
        </p:nvSpPr>
        <p:spPr>
          <a:xfrm xmlns:a="http://schemas.openxmlformats.org/drawingml/2006/main">
            <a:off x="1543050" y="4972050"/>
            <a:ext cx="723900" cy="276225"/>
          </a:xfrm>
          <a:prstGeom xmlns:a="http://schemas.openxmlformats.org/drawingml/2006/main" prst="rect">
            <a:avLst/>
          </a:prstGeom>
          <a:solidFill xmlns:a="http://schemas.openxmlformats.org/drawingml/2006/main">
            <a:srgbClr val="FFFFFF">
              <a:alpha val="9412"/>
            </a:srgbClr>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650208B-BB58-4670-B022-2718C2A7A370}"/>
              </a:ext>
            </a:extLst>
          </p:cNvPr>
          <p:cNvSpPr>
            <a:spLocks xmlns:a="http://schemas.openxmlformats.org/drawingml/2006/main" noGrp="1"/>
          </p:cNvSpPr>
          <p:nvPr/>
        </p:nvSpPr>
        <p:spPr>
          <a:xfrm xmlns:a="http://schemas.openxmlformats.org/drawingml/2006/main">
            <a:off x="2286000" y="4953000"/>
            <a:ext cx="762000" cy="314325"/>
          </a:xfrm>
          <a:prstGeom xmlns:a="http://schemas.openxmlformats.org/drawingml/2006/main" prst="rect">
            <a:avLst/>
          </a:prstGeom>
          <a:solidFill xmlns:a="http://schemas.openxmlformats.org/drawingml/2006/main">
            <a:srgbClr val="245A7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5F484E9-9A2F-4918-9A03-D6F529C89AC5}"/>
              </a:ext>
            </a:extLst>
          </p:cNvPr>
          <p:cNvSpPr>
            <a:spLocks xmlns:a="http://schemas.openxmlformats.org/drawingml/2006/main" noGrp="1"/>
          </p:cNvSpPr>
          <p:nvPr/>
        </p:nvSpPr>
        <p:spPr>
          <a:xfrm xmlns:a="http://schemas.openxmlformats.org/drawingml/2006/main">
            <a:off x="2305050" y="4972050"/>
            <a:ext cx="723900" cy="276225"/>
          </a:xfrm>
          <a:prstGeom xmlns:a="http://schemas.openxmlformats.org/drawingml/2006/main" prst="rect">
            <a:avLst/>
          </a:prstGeom>
          <a:solidFill xmlns:a="http://schemas.openxmlformats.org/drawingml/2006/main">
            <a:srgbClr val="FFFFFF">
              <a:alpha val="9412"/>
            </a:srgbClr>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BD0F592-32BE-4925-A452-ADBF16854EEA}"/>
              </a:ext>
            </a:extLst>
          </p:cNvPr>
          <p:cNvSpPr>
            <a:spLocks xmlns:a="http://schemas.openxmlformats.org/drawingml/2006/main" noGrp="1"/>
          </p:cNvSpPr>
          <p:nvPr/>
        </p:nvSpPr>
        <p:spPr>
          <a:xfrm xmlns:a="http://schemas.openxmlformats.org/drawingml/2006/main">
            <a:off x="3048000" y="4953000"/>
            <a:ext cx="762000" cy="314325"/>
          </a:xfrm>
          <a:prstGeom xmlns:a="http://schemas.openxmlformats.org/drawingml/2006/main" prst="rect">
            <a:avLst/>
          </a:prstGeom>
          <a:solidFill xmlns:a="http://schemas.openxmlformats.org/drawingml/2006/main">
            <a:srgbClr val="245A7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D4D85D0-C4BB-48B7-83D1-80FD0619DF2A}"/>
              </a:ext>
            </a:extLst>
          </p:cNvPr>
          <p:cNvSpPr>
            <a:spLocks xmlns:a="http://schemas.openxmlformats.org/drawingml/2006/main" noGrp="1"/>
          </p:cNvSpPr>
          <p:nvPr/>
        </p:nvSpPr>
        <p:spPr>
          <a:xfrm xmlns:a="http://schemas.openxmlformats.org/drawingml/2006/main">
            <a:off x="3067050" y="4972050"/>
            <a:ext cx="723900" cy="276225"/>
          </a:xfrm>
          <a:prstGeom xmlns:a="http://schemas.openxmlformats.org/drawingml/2006/main" prst="rect">
            <a:avLst/>
          </a:prstGeom>
          <a:solidFill xmlns:a="http://schemas.openxmlformats.org/drawingml/2006/main">
            <a:srgbClr val="FFFFFF">
              <a:alpha val="9412"/>
            </a:srgbClr>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EAEF0F9-5B63-4A68-B537-CBC1F307CB09}"/>
              </a:ext>
            </a:extLst>
          </p:cNvPr>
          <p:cNvSpPr>
            <a:spLocks xmlns:a="http://schemas.openxmlformats.org/drawingml/2006/main" noGrp="1"/>
          </p:cNvSpPr>
          <p:nvPr/>
        </p:nvSpPr>
        <p:spPr>
          <a:xfrm xmlns:a="http://schemas.openxmlformats.org/drawingml/2006/main">
            <a:off x="3810000" y="4953000"/>
            <a:ext cx="762000" cy="314325"/>
          </a:xfrm>
          <a:prstGeom xmlns:a="http://schemas.openxmlformats.org/drawingml/2006/main" prst="rect">
            <a:avLst/>
          </a:prstGeom>
          <a:solidFill xmlns:a="http://schemas.openxmlformats.org/drawingml/2006/main">
            <a:srgbClr val="245A7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5F7B993-7409-4698-8839-C412175D6325}"/>
              </a:ext>
            </a:extLst>
          </p:cNvPr>
          <p:cNvSpPr>
            <a:spLocks xmlns:a="http://schemas.openxmlformats.org/drawingml/2006/main" noGrp="1"/>
          </p:cNvSpPr>
          <p:nvPr/>
        </p:nvSpPr>
        <p:spPr>
          <a:xfrm xmlns:a="http://schemas.openxmlformats.org/drawingml/2006/main">
            <a:off x="3829050" y="4972050"/>
            <a:ext cx="723900" cy="276225"/>
          </a:xfrm>
          <a:prstGeom xmlns:a="http://schemas.openxmlformats.org/drawingml/2006/main" prst="rect">
            <a:avLst/>
          </a:prstGeom>
          <a:solidFill xmlns:a="http://schemas.openxmlformats.org/drawingml/2006/main">
            <a:srgbClr val="FFFFFF">
              <a:alpha val="9412"/>
            </a:srgbClr>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025B115-FCA3-4BE1-872C-963D3305823A}"/>
              </a:ext>
            </a:extLst>
          </p:cNvPr>
          <p:cNvSpPr>
            <a:spLocks xmlns:a="http://schemas.openxmlformats.org/drawingml/2006/main" noGrp="1"/>
          </p:cNvSpPr>
          <p:nvPr/>
        </p:nvSpPr>
        <p:spPr>
          <a:xfrm xmlns:a="http://schemas.openxmlformats.org/drawingml/2006/main">
            <a:off x="4572000" y="4953000"/>
            <a:ext cx="762000" cy="314325"/>
          </a:xfrm>
          <a:prstGeom xmlns:a="http://schemas.openxmlformats.org/drawingml/2006/main" prst="rect">
            <a:avLst/>
          </a:prstGeom>
          <a:solidFill xmlns:a="http://schemas.openxmlformats.org/drawingml/2006/main">
            <a:srgbClr val="245A7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CC18F98-86EA-4A4E-8E6E-33D2751FB8AB}"/>
              </a:ext>
            </a:extLst>
          </p:cNvPr>
          <p:cNvSpPr>
            <a:spLocks xmlns:a="http://schemas.openxmlformats.org/drawingml/2006/main" noGrp="1"/>
          </p:cNvSpPr>
          <p:nvPr/>
        </p:nvSpPr>
        <p:spPr>
          <a:xfrm xmlns:a="http://schemas.openxmlformats.org/drawingml/2006/main">
            <a:off x="4591050" y="4972050"/>
            <a:ext cx="723900" cy="276225"/>
          </a:xfrm>
          <a:prstGeom xmlns:a="http://schemas.openxmlformats.org/drawingml/2006/main" prst="rect">
            <a:avLst/>
          </a:prstGeom>
          <a:solidFill xmlns:a="http://schemas.openxmlformats.org/drawingml/2006/main">
            <a:srgbClr val="FFFFFF">
              <a:alpha val="9412"/>
            </a:srgbClr>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42B7BA2-8312-47B7-9D78-4587F231462A}"/>
              </a:ext>
            </a:extLst>
          </p:cNvPr>
          <p:cNvSpPr>
            <a:spLocks xmlns:a="http://schemas.openxmlformats.org/drawingml/2006/main" noGrp="1"/>
          </p:cNvSpPr>
          <p:nvPr/>
        </p:nvSpPr>
        <p:spPr>
          <a:xfrm xmlns:a="http://schemas.openxmlformats.org/drawingml/2006/main">
            <a:off x="5334000" y="4953000"/>
            <a:ext cx="762000" cy="314325"/>
          </a:xfrm>
          <a:prstGeom xmlns:a="http://schemas.openxmlformats.org/drawingml/2006/main" prst="rect">
            <a:avLst/>
          </a:prstGeom>
          <a:solidFill xmlns:a="http://schemas.openxmlformats.org/drawingml/2006/main">
            <a:srgbClr val="245A7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8DC946F0-A8A6-4937-BF93-737F724BF6AE}"/>
              </a:ext>
            </a:extLst>
          </p:cNvPr>
          <p:cNvSpPr>
            <a:spLocks xmlns:a="http://schemas.openxmlformats.org/drawingml/2006/main" noGrp="1"/>
          </p:cNvSpPr>
          <p:nvPr/>
        </p:nvSpPr>
        <p:spPr>
          <a:xfrm xmlns:a="http://schemas.openxmlformats.org/drawingml/2006/main">
            <a:off x="5353050" y="4972050"/>
            <a:ext cx="723900" cy="276225"/>
          </a:xfrm>
          <a:prstGeom xmlns:a="http://schemas.openxmlformats.org/drawingml/2006/main" prst="rect">
            <a:avLst/>
          </a:prstGeom>
          <a:solidFill xmlns:a="http://schemas.openxmlformats.org/drawingml/2006/main">
            <a:srgbClr val="FFFFFF">
              <a:alpha val="9412"/>
            </a:srgbClr>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9A57C6DF-2151-4B6A-911B-7300C0ECC10D}"/>
              </a:ext>
            </a:extLst>
          </p:cNvPr>
          <p:cNvSpPr>
            <a:spLocks xmlns:a="http://schemas.openxmlformats.org/drawingml/2006/main" noGrp="1"/>
          </p:cNvSpPr>
          <p:nvPr/>
        </p:nvSpPr>
        <p:spPr>
          <a:xfrm xmlns:a="http://schemas.openxmlformats.org/drawingml/2006/main">
            <a:off x="6096000" y="4953000"/>
            <a:ext cx="762000" cy="314325"/>
          </a:xfrm>
          <a:prstGeom xmlns:a="http://schemas.openxmlformats.org/drawingml/2006/main" prst="rect">
            <a:avLst/>
          </a:prstGeom>
          <a:solidFill xmlns:a="http://schemas.openxmlformats.org/drawingml/2006/main">
            <a:srgbClr val="245A7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33DE573D-995D-47E1-94D7-CE5CCC0447E3}"/>
              </a:ext>
            </a:extLst>
          </p:cNvPr>
          <p:cNvSpPr>
            <a:spLocks xmlns:a="http://schemas.openxmlformats.org/drawingml/2006/main" noGrp="1"/>
          </p:cNvSpPr>
          <p:nvPr/>
        </p:nvSpPr>
        <p:spPr>
          <a:xfrm xmlns:a="http://schemas.openxmlformats.org/drawingml/2006/main">
            <a:off x="6115050" y="4972050"/>
            <a:ext cx="723900" cy="276225"/>
          </a:xfrm>
          <a:prstGeom xmlns:a="http://schemas.openxmlformats.org/drawingml/2006/main" prst="rect">
            <a:avLst/>
          </a:prstGeom>
          <a:solidFill xmlns:a="http://schemas.openxmlformats.org/drawingml/2006/main">
            <a:srgbClr val="FFFFFF">
              <a:alpha val="9412"/>
            </a:srgbClr>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7959C70E-42C9-461C-9D4A-0379C719A857}"/>
              </a:ext>
            </a:extLst>
          </p:cNvPr>
          <p:cNvSpPr>
            <a:spLocks xmlns:a="http://schemas.openxmlformats.org/drawingml/2006/main" noGrp="1"/>
          </p:cNvSpPr>
          <p:nvPr/>
        </p:nvSpPr>
        <p:spPr>
          <a:xfrm xmlns:a="http://schemas.openxmlformats.org/drawingml/2006/main">
            <a:off x="6858000" y="4953000"/>
            <a:ext cx="762000" cy="314325"/>
          </a:xfrm>
          <a:prstGeom xmlns:a="http://schemas.openxmlformats.org/drawingml/2006/main" prst="rect">
            <a:avLst/>
          </a:prstGeom>
          <a:solidFill xmlns:a="http://schemas.openxmlformats.org/drawingml/2006/main">
            <a:srgbClr val="245A7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467DA5C0-70BF-4D86-B554-FC43EEBA3D7E}"/>
              </a:ext>
            </a:extLst>
          </p:cNvPr>
          <p:cNvSpPr>
            <a:spLocks xmlns:a="http://schemas.openxmlformats.org/drawingml/2006/main" noGrp="1"/>
          </p:cNvSpPr>
          <p:nvPr/>
        </p:nvSpPr>
        <p:spPr>
          <a:xfrm xmlns:a="http://schemas.openxmlformats.org/drawingml/2006/main">
            <a:off x="6877050" y="4972050"/>
            <a:ext cx="723900" cy="276225"/>
          </a:xfrm>
          <a:prstGeom xmlns:a="http://schemas.openxmlformats.org/drawingml/2006/main" prst="rect">
            <a:avLst/>
          </a:prstGeom>
          <a:solidFill xmlns:a="http://schemas.openxmlformats.org/drawingml/2006/main">
            <a:srgbClr val="FFFFFF">
              <a:alpha val="9412"/>
            </a:srgbClr>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3AFA1029-74D1-4DC7-82D1-4AEB7651C424}"/>
              </a:ext>
            </a:extLst>
          </p:cNvPr>
          <p:cNvSpPr>
            <a:spLocks xmlns:a="http://schemas.openxmlformats.org/drawingml/2006/main" noGrp="1"/>
          </p:cNvSpPr>
          <p:nvPr/>
        </p:nvSpPr>
        <p:spPr>
          <a:xfrm xmlns:a="http://schemas.openxmlformats.org/drawingml/2006/main">
            <a:off x="7620000" y="4953000"/>
            <a:ext cx="762000" cy="314325"/>
          </a:xfrm>
          <a:prstGeom xmlns:a="http://schemas.openxmlformats.org/drawingml/2006/main" prst="rect">
            <a:avLst/>
          </a:prstGeom>
          <a:solidFill xmlns:a="http://schemas.openxmlformats.org/drawingml/2006/main">
            <a:srgbClr val="245A7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29C6F0C0-7831-4E68-A84F-663DC874B75E}"/>
              </a:ext>
            </a:extLst>
          </p:cNvPr>
          <p:cNvSpPr>
            <a:spLocks xmlns:a="http://schemas.openxmlformats.org/drawingml/2006/main" noGrp="1"/>
          </p:cNvSpPr>
          <p:nvPr/>
        </p:nvSpPr>
        <p:spPr>
          <a:xfrm xmlns:a="http://schemas.openxmlformats.org/drawingml/2006/main">
            <a:off x="7639050" y="4972050"/>
            <a:ext cx="723900" cy="276225"/>
          </a:xfrm>
          <a:prstGeom xmlns:a="http://schemas.openxmlformats.org/drawingml/2006/main" prst="rect">
            <a:avLst/>
          </a:prstGeom>
          <a:solidFill xmlns:a="http://schemas.openxmlformats.org/drawingml/2006/main">
            <a:srgbClr val="FFFFFF">
              <a:alpha val="9412"/>
            </a:srgbClr>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222F383C-C17A-46C0-A36C-B3B53A1834A7}"/>
              </a:ext>
            </a:extLst>
          </p:cNvPr>
          <p:cNvSpPr>
            <a:spLocks xmlns:a="http://schemas.openxmlformats.org/drawingml/2006/main" noGrp="1"/>
          </p:cNvSpPr>
          <p:nvPr/>
        </p:nvSpPr>
        <p:spPr>
          <a:xfrm xmlns:a="http://schemas.openxmlformats.org/drawingml/2006/main">
            <a:off x="8382000" y="4953000"/>
            <a:ext cx="762000" cy="314325"/>
          </a:xfrm>
          <a:prstGeom xmlns:a="http://schemas.openxmlformats.org/drawingml/2006/main" prst="rect">
            <a:avLst/>
          </a:prstGeom>
          <a:solidFill xmlns:a="http://schemas.openxmlformats.org/drawingml/2006/main">
            <a:srgbClr val="245A7F"/>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446C62AF-836B-4DE9-9DC5-4794A517933F}"/>
              </a:ext>
            </a:extLst>
          </p:cNvPr>
          <p:cNvSpPr>
            <a:spLocks xmlns:a="http://schemas.openxmlformats.org/drawingml/2006/main" noGrp="1"/>
          </p:cNvSpPr>
          <p:nvPr/>
        </p:nvSpPr>
        <p:spPr>
          <a:xfrm xmlns:a="http://schemas.openxmlformats.org/drawingml/2006/main">
            <a:off x="8401050" y="4972050"/>
            <a:ext cx="723900" cy="276225"/>
          </a:xfrm>
          <a:prstGeom xmlns:a="http://schemas.openxmlformats.org/drawingml/2006/main" prst="rect">
            <a:avLst/>
          </a:prstGeom>
          <a:solidFill xmlns:a="http://schemas.openxmlformats.org/drawingml/2006/main">
            <a:srgbClr val="FFFFFF">
              <a:alpha val="9412"/>
            </a:srgbClr>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B2238718-F233-4A17-840D-3D2FE034E16E}"/>
              </a:ext>
            </a:extLst>
          </p:cNvPr>
          <p:cNvSpPr>
            <a:spLocks xmlns:a="http://schemas.openxmlformats.org/drawingml/2006/main" noGrp="1"/>
          </p:cNvSpPr>
          <p:nvPr/>
        </p:nvSpPr>
        <p:spPr>
          <a:xfrm xmlns:a="http://schemas.openxmlformats.org/drawingml/2006/main">
            <a:off x="9144000" y="4953000"/>
            <a:ext cx="762000" cy="314325"/>
          </a:xfrm>
          <a:prstGeom xmlns:a="http://schemas.openxmlformats.org/drawingml/2006/main" prst="rect">
            <a:avLst/>
          </a:prstGeom>
          <a:solidFill xmlns:a="http://schemas.openxmlformats.org/drawingml/2006/main">
            <a:srgbClr val="245A7F"/>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0EC8A521-A5E0-4A74-947B-CDEB2DB63209}"/>
              </a:ext>
            </a:extLst>
          </p:cNvPr>
          <p:cNvSpPr>
            <a:spLocks xmlns:a="http://schemas.openxmlformats.org/drawingml/2006/main" noGrp="1"/>
          </p:cNvSpPr>
          <p:nvPr/>
        </p:nvSpPr>
        <p:spPr>
          <a:xfrm xmlns:a="http://schemas.openxmlformats.org/drawingml/2006/main">
            <a:off x="9163050" y="4972050"/>
            <a:ext cx="723900" cy="276225"/>
          </a:xfrm>
          <a:prstGeom xmlns:a="http://schemas.openxmlformats.org/drawingml/2006/main" prst="rect">
            <a:avLst/>
          </a:prstGeom>
          <a:solidFill xmlns:a="http://schemas.openxmlformats.org/drawingml/2006/main">
            <a:srgbClr val="FFFFFF">
              <a:alpha val="9412"/>
            </a:srgbClr>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1A471673-3104-4094-AD72-64F7DDFBD52A}"/>
              </a:ext>
            </a:extLst>
          </p:cNvPr>
          <p:cNvSpPr>
            <a:spLocks xmlns:a="http://schemas.openxmlformats.org/drawingml/2006/main" noGrp="1"/>
          </p:cNvSpPr>
          <p:nvPr/>
        </p:nvSpPr>
        <p:spPr>
          <a:xfrm xmlns:a="http://schemas.openxmlformats.org/drawingml/2006/main">
            <a:off x="9906000" y="4953000"/>
            <a:ext cx="762000" cy="314325"/>
          </a:xfrm>
          <a:prstGeom xmlns:a="http://schemas.openxmlformats.org/drawingml/2006/main" prst="rect">
            <a:avLst/>
          </a:prstGeom>
          <a:solidFill xmlns:a="http://schemas.openxmlformats.org/drawingml/2006/main">
            <a:srgbClr val="245A7F"/>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BE6316E9-51D2-4C6E-B9A5-F9A324895B06}"/>
              </a:ext>
            </a:extLst>
          </p:cNvPr>
          <p:cNvSpPr>
            <a:spLocks xmlns:a="http://schemas.openxmlformats.org/drawingml/2006/main" noGrp="1"/>
          </p:cNvSpPr>
          <p:nvPr/>
        </p:nvSpPr>
        <p:spPr>
          <a:xfrm xmlns:a="http://schemas.openxmlformats.org/drawingml/2006/main">
            <a:off x="9925050" y="4972050"/>
            <a:ext cx="723900" cy="276225"/>
          </a:xfrm>
          <a:prstGeom xmlns:a="http://schemas.openxmlformats.org/drawingml/2006/main" prst="rect">
            <a:avLst/>
          </a:prstGeom>
          <a:solidFill xmlns:a="http://schemas.openxmlformats.org/drawingml/2006/main">
            <a:srgbClr val="FFFFFF">
              <a:alpha val="9412"/>
            </a:srgbClr>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FA584388-0DD1-4F30-AA05-CBD56AFC3CDA}"/>
              </a:ext>
            </a:extLst>
          </p:cNvPr>
          <p:cNvSpPr>
            <a:spLocks xmlns:a="http://schemas.openxmlformats.org/drawingml/2006/main" noGrp="1"/>
          </p:cNvSpPr>
          <p:nvPr/>
        </p:nvSpPr>
        <p:spPr>
          <a:xfrm xmlns:a="http://schemas.openxmlformats.org/drawingml/2006/main">
            <a:off x="10668000" y="4953000"/>
            <a:ext cx="762000" cy="314325"/>
          </a:xfrm>
          <a:prstGeom xmlns:a="http://schemas.openxmlformats.org/drawingml/2006/main" prst="rect">
            <a:avLst/>
          </a:prstGeom>
          <a:solidFill xmlns:a="http://schemas.openxmlformats.org/drawingml/2006/main">
            <a:srgbClr val="245A7F"/>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C8562797-92DC-4DE6-A729-7047D6F2858F}"/>
              </a:ext>
            </a:extLst>
          </p:cNvPr>
          <p:cNvSpPr>
            <a:spLocks xmlns:a="http://schemas.openxmlformats.org/drawingml/2006/main" noGrp="1"/>
          </p:cNvSpPr>
          <p:nvPr/>
        </p:nvSpPr>
        <p:spPr>
          <a:xfrm xmlns:a="http://schemas.openxmlformats.org/drawingml/2006/main">
            <a:off x="10687050" y="4972050"/>
            <a:ext cx="723900" cy="276225"/>
          </a:xfrm>
          <a:prstGeom xmlns:a="http://schemas.openxmlformats.org/drawingml/2006/main" prst="rect">
            <a:avLst/>
          </a:prstGeom>
          <a:solidFill xmlns:a="http://schemas.openxmlformats.org/drawingml/2006/main">
            <a:srgbClr val="FFFFFF">
              <a:alpha val="9412"/>
            </a:srgbClr>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2E7B8E45-D3A7-48A8-811D-82995CDF754B}"/>
              </a:ext>
            </a:extLst>
          </p:cNvPr>
          <p:cNvSpPr>
            <a:spLocks xmlns:a="http://schemas.openxmlformats.org/drawingml/2006/main" noGrp="1"/>
          </p:cNvSpPr>
          <p:nvPr/>
        </p:nvSpPr>
        <p:spPr>
          <a:xfrm xmlns:a="http://schemas.openxmlformats.org/drawingml/2006/main">
            <a:off x="11430000" y="4953000"/>
            <a:ext cx="762000" cy="314325"/>
          </a:xfrm>
          <a:prstGeom xmlns:a="http://schemas.openxmlformats.org/drawingml/2006/main" prst="rect">
            <a:avLst/>
          </a:prstGeom>
          <a:solidFill xmlns:a="http://schemas.openxmlformats.org/drawingml/2006/main">
            <a:srgbClr val="245A7F"/>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D3A10188-F58D-48ED-8B4B-3F556F35D993}"/>
              </a:ext>
            </a:extLst>
          </p:cNvPr>
          <p:cNvSpPr>
            <a:spLocks xmlns:a="http://schemas.openxmlformats.org/drawingml/2006/main" noGrp="1"/>
          </p:cNvSpPr>
          <p:nvPr/>
        </p:nvSpPr>
        <p:spPr>
          <a:xfrm xmlns:a="http://schemas.openxmlformats.org/drawingml/2006/main">
            <a:off x="11449050" y="4972050"/>
            <a:ext cx="723900" cy="276225"/>
          </a:xfrm>
          <a:prstGeom xmlns:a="http://schemas.openxmlformats.org/drawingml/2006/main" prst="rect">
            <a:avLst/>
          </a:prstGeom>
          <a:solidFill xmlns:a="http://schemas.openxmlformats.org/drawingml/2006/main">
            <a:srgbClr val="FFFFFF">
              <a:alpha val="9412"/>
            </a:srgbClr>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7E02DD7C-DD21-4248-BA0D-87C7A5B7F963}"/>
              </a:ext>
            </a:extLst>
          </p:cNvPr>
          <p:cNvSpPr>
            <a:spLocks xmlns:a="http://schemas.openxmlformats.org/drawingml/2006/main" noGrp="1"/>
          </p:cNvSpPr>
          <p:nvPr/>
        </p:nvSpPr>
        <p:spPr>
          <a:xfrm xmlns:a="http://schemas.openxmlformats.org/drawingml/2006/main">
            <a:off x="0" y="5267325"/>
            <a:ext cx="762000" cy="314325"/>
          </a:xfrm>
          <a:prstGeom xmlns:a="http://schemas.openxmlformats.org/drawingml/2006/main" prst="rect">
            <a:avLst/>
          </a:prstGeom>
          <a:solidFill xmlns:a="http://schemas.openxmlformats.org/drawingml/2006/main">
            <a:srgbClr val="7E789B"/>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68F315AE-1AB6-4753-9BA4-FA94F01828FD}"/>
              </a:ext>
            </a:extLst>
          </p:cNvPr>
          <p:cNvSpPr>
            <a:spLocks xmlns:a="http://schemas.openxmlformats.org/drawingml/2006/main" noGrp="1"/>
          </p:cNvSpPr>
          <p:nvPr/>
        </p:nvSpPr>
        <p:spPr>
          <a:xfrm xmlns:a="http://schemas.openxmlformats.org/drawingml/2006/main">
            <a:off x="19050" y="5286375"/>
            <a:ext cx="723900" cy="276225"/>
          </a:xfrm>
          <a:prstGeom xmlns:a="http://schemas.openxmlformats.org/drawingml/2006/main" prst="rect">
            <a:avLst/>
          </a:prstGeom>
          <a:solidFill xmlns:a="http://schemas.openxmlformats.org/drawingml/2006/main">
            <a:srgbClr val="FFFFFF">
              <a:alpha val="9412"/>
            </a:srgbClr>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9F9A816B-1E00-488A-88E0-BD6D976B67D2}"/>
              </a:ext>
            </a:extLst>
          </p:cNvPr>
          <p:cNvSpPr>
            <a:spLocks xmlns:a="http://schemas.openxmlformats.org/drawingml/2006/main" noGrp="1"/>
          </p:cNvSpPr>
          <p:nvPr/>
        </p:nvSpPr>
        <p:spPr>
          <a:xfrm xmlns:a="http://schemas.openxmlformats.org/drawingml/2006/main">
            <a:off x="762000" y="5267325"/>
            <a:ext cx="762000" cy="314325"/>
          </a:xfrm>
          <a:prstGeom xmlns:a="http://schemas.openxmlformats.org/drawingml/2006/main" prst="rect">
            <a:avLst/>
          </a:prstGeom>
          <a:solidFill xmlns:a="http://schemas.openxmlformats.org/drawingml/2006/main">
            <a:srgbClr val="7E789B"/>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6197895B-037F-403B-88D7-D69191284BE0}"/>
              </a:ext>
            </a:extLst>
          </p:cNvPr>
          <p:cNvSpPr>
            <a:spLocks xmlns:a="http://schemas.openxmlformats.org/drawingml/2006/main" noGrp="1"/>
          </p:cNvSpPr>
          <p:nvPr/>
        </p:nvSpPr>
        <p:spPr>
          <a:xfrm xmlns:a="http://schemas.openxmlformats.org/drawingml/2006/main">
            <a:off x="781050" y="5286375"/>
            <a:ext cx="723900" cy="276225"/>
          </a:xfrm>
          <a:prstGeom xmlns:a="http://schemas.openxmlformats.org/drawingml/2006/main" prst="rect">
            <a:avLst/>
          </a:prstGeom>
          <a:solidFill xmlns:a="http://schemas.openxmlformats.org/drawingml/2006/main">
            <a:srgbClr val="FFFFFF">
              <a:alpha val="9412"/>
            </a:srgbClr>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829AADFA-4C80-41EE-BC22-297E5398C66A}"/>
              </a:ext>
            </a:extLst>
          </p:cNvPr>
          <p:cNvSpPr>
            <a:spLocks xmlns:a="http://schemas.openxmlformats.org/drawingml/2006/main" noGrp="1"/>
          </p:cNvSpPr>
          <p:nvPr/>
        </p:nvSpPr>
        <p:spPr>
          <a:xfrm xmlns:a="http://schemas.openxmlformats.org/drawingml/2006/main">
            <a:off x="1524000" y="5267325"/>
            <a:ext cx="762000" cy="314325"/>
          </a:xfrm>
          <a:prstGeom xmlns:a="http://schemas.openxmlformats.org/drawingml/2006/main" prst="rect">
            <a:avLst/>
          </a:prstGeom>
          <a:solidFill xmlns:a="http://schemas.openxmlformats.org/drawingml/2006/main">
            <a:srgbClr val="7E789B"/>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64601BB1-0A05-4EE7-9CBF-BC23C949FDA7}"/>
              </a:ext>
            </a:extLst>
          </p:cNvPr>
          <p:cNvSpPr>
            <a:spLocks xmlns:a="http://schemas.openxmlformats.org/drawingml/2006/main" noGrp="1"/>
          </p:cNvSpPr>
          <p:nvPr/>
        </p:nvSpPr>
        <p:spPr>
          <a:xfrm xmlns:a="http://schemas.openxmlformats.org/drawingml/2006/main">
            <a:off x="1543050" y="5286375"/>
            <a:ext cx="723900" cy="276225"/>
          </a:xfrm>
          <a:prstGeom xmlns:a="http://schemas.openxmlformats.org/drawingml/2006/main" prst="rect">
            <a:avLst/>
          </a:prstGeom>
          <a:solidFill xmlns:a="http://schemas.openxmlformats.org/drawingml/2006/main">
            <a:srgbClr val="FFFFFF">
              <a:alpha val="9412"/>
            </a:srgbClr>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584CF22B-0453-4F99-B20B-855110629B4C}"/>
              </a:ext>
            </a:extLst>
          </p:cNvPr>
          <p:cNvSpPr>
            <a:spLocks xmlns:a="http://schemas.openxmlformats.org/drawingml/2006/main" noGrp="1"/>
          </p:cNvSpPr>
          <p:nvPr/>
        </p:nvSpPr>
        <p:spPr>
          <a:xfrm xmlns:a="http://schemas.openxmlformats.org/drawingml/2006/main">
            <a:off x="2286000" y="5267325"/>
            <a:ext cx="762000" cy="314325"/>
          </a:xfrm>
          <a:prstGeom xmlns:a="http://schemas.openxmlformats.org/drawingml/2006/main" prst="rect">
            <a:avLst/>
          </a:prstGeom>
          <a:solidFill xmlns:a="http://schemas.openxmlformats.org/drawingml/2006/main">
            <a:srgbClr val="7E789B"/>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E2FE2D1E-866E-4DD6-9538-5E13EA818FF5}"/>
              </a:ext>
            </a:extLst>
          </p:cNvPr>
          <p:cNvSpPr>
            <a:spLocks xmlns:a="http://schemas.openxmlformats.org/drawingml/2006/main" noGrp="1"/>
          </p:cNvSpPr>
          <p:nvPr/>
        </p:nvSpPr>
        <p:spPr>
          <a:xfrm xmlns:a="http://schemas.openxmlformats.org/drawingml/2006/main">
            <a:off x="2305050" y="5286375"/>
            <a:ext cx="723900" cy="276225"/>
          </a:xfrm>
          <a:prstGeom xmlns:a="http://schemas.openxmlformats.org/drawingml/2006/main" prst="rect">
            <a:avLst/>
          </a:prstGeom>
          <a:solidFill xmlns:a="http://schemas.openxmlformats.org/drawingml/2006/main">
            <a:srgbClr val="FFFFFF">
              <a:alpha val="9412"/>
            </a:srgbClr>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B2DA0058-DA49-4ABC-B53E-FC7F13AB89AC}"/>
              </a:ext>
            </a:extLst>
          </p:cNvPr>
          <p:cNvSpPr>
            <a:spLocks xmlns:a="http://schemas.openxmlformats.org/drawingml/2006/main" noGrp="1"/>
          </p:cNvSpPr>
          <p:nvPr/>
        </p:nvSpPr>
        <p:spPr>
          <a:xfrm xmlns:a="http://schemas.openxmlformats.org/drawingml/2006/main">
            <a:off x="3048000" y="5267325"/>
            <a:ext cx="762000" cy="314325"/>
          </a:xfrm>
          <a:prstGeom xmlns:a="http://schemas.openxmlformats.org/drawingml/2006/main" prst="rect">
            <a:avLst/>
          </a:prstGeom>
          <a:solidFill xmlns:a="http://schemas.openxmlformats.org/drawingml/2006/main">
            <a:srgbClr val="7E789B"/>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F9700C16-4C6B-4092-A788-97A7394A9EF0}"/>
              </a:ext>
            </a:extLst>
          </p:cNvPr>
          <p:cNvSpPr>
            <a:spLocks xmlns:a="http://schemas.openxmlformats.org/drawingml/2006/main" noGrp="1"/>
          </p:cNvSpPr>
          <p:nvPr/>
        </p:nvSpPr>
        <p:spPr>
          <a:xfrm xmlns:a="http://schemas.openxmlformats.org/drawingml/2006/main">
            <a:off x="3067050" y="5286375"/>
            <a:ext cx="723900" cy="276225"/>
          </a:xfrm>
          <a:prstGeom xmlns:a="http://schemas.openxmlformats.org/drawingml/2006/main" prst="rect">
            <a:avLst/>
          </a:prstGeom>
          <a:solidFill xmlns:a="http://schemas.openxmlformats.org/drawingml/2006/main">
            <a:srgbClr val="FFFFFF">
              <a:alpha val="9412"/>
            </a:srgbClr>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B3CB0D2E-00AA-4672-8B9A-E35B0626C7FF}"/>
              </a:ext>
            </a:extLst>
          </p:cNvPr>
          <p:cNvSpPr>
            <a:spLocks xmlns:a="http://schemas.openxmlformats.org/drawingml/2006/main" noGrp="1"/>
          </p:cNvSpPr>
          <p:nvPr/>
        </p:nvSpPr>
        <p:spPr>
          <a:xfrm xmlns:a="http://schemas.openxmlformats.org/drawingml/2006/main">
            <a:off x="3810000" y="5267325"/>
            <a:ext cx="762000" cy="314325"/>
          </a:xfrm>
          <a:prstGeom xmlns:a="http://schemas.openxmlformats.org/drawingml/2006/main" prst="rect">
            <a:avLst/>
          </a:prstGeom>
          <a:solidFill xmlns:a="http://schemas.openxmlformats.org/drawingml/2006/main">
            <a:srgbClr val="7E789B"/>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CEC7C365-E186-4635-A714-E9ADDA47646B}"/>
              </a:ext>
            </a:extLst>
          </p:cNvPr>
          <p:cNvSpPr>
            <a:spLocks xmlns:a="http://schemas.openxmlformats.org/drawingml/2006/main" noGrp="1"/>
          </p:cNvSpPr>
          <p:nvPr/>
        </p:nvSpPr>
        <p:spPr>
          <a:xfrm xmlns:a="http://schemas.openxmlformats.org/drawingml/2006/main">
            <a:off x="3829050" y="5286375"/>
            <a:ext cx="723900" cy="276225"/>
          </a:xfrm>
          <a:prstGeom xmlns:a="http://schemas.openxmlformats.org/drawingml/2006/main" prst="rect">
            <a:avLst/>
          </a:prstGeom>
          <a:solidFill xmlns:a="http://schemas.openxmlformats.org/drawingml/2006/main">
            <a:srgbClr val="FFFFFF">
              <a:alpha val="9412"/>
            </a:srgbClr>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1FF578D4-A7D7-4413-AC4A-AB4581392B9D}"/>
              </a:ext>
            </a:extLst>
          </p:cNvPr>
          <p:cNvSpPr>
            <a:spLocks xmlns:a="http://schemas.openxmlformats.org/drawingml/2006/main" noGrp="1"/>
          </p:cNvSpPr>
          <p:nvPr/>
        </p:nvSpPr>
        <p:spPr>
          <a:xfrm xmlns:a="http://schemas.openxmlformats.org/drawingml/2006/main">
            <a:off x="4572000" y="5267325"/>
            <a:ext cx="762000" cy="314325"/>
          </a:xfrm>
          <a:prstGeom xmlns:a="http://schemas.openxmlformats.org/drawingml/2006/main" prst="rect">
            <a:avLst/>
          </a:prstGeom>
          <a:solidFill xmlns:a="http://schemas.openxmlformats.org/drawingml/2006/main">
            <a:srgbClr val="7E789B"/>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C38A32B6-B701-4E57-A076-BA0BF23B54E2}"/>
              </a:ext>
            </a:extLst>
          </p:cNvPr>
          <p:cNvSpPr>
            <a:spLocks xmlns:a="http://schemas.openxmlformats.org/drawingml/2006/main" noGrp="1"/>
          </p:cNvSpPr>
          <p:nvPr/>
        </p:nvSpPr>
        <p:spPr>
          <a:xfrm xmlns:a="http://schemas.openxmlformats.org/drawingml/2006/main">
            <a:off x="4591050" y="5286375"/>
            <a:ext cx="723900" cy="276225"/>
          </a:xfrm>
          <a:prstGeom xmlns:a="http://schemas.openxmlformats.org/drawingml/2006/main" prst="rect">
            <a:avLst/>
          </a:prstGeom>
          <a:solidFill xmlns:a="http://schemas.openxmlformats.org/drawingml/2006/main">
            <a:srgbClr val="FFFFFF">
              <a:alpha val="9412"/>
            </a:srgbClr>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EEA93FF4-7AAA-467F-9D3D-17B288337B62}"/>
              </a:ext>
            </a:extLst>
          </p:cNvPr>
          <p:cNvSpPr>
            <a:spLocks xmlns:a="http://schemas.openxmlformats.org/drawingml/2006/main" noGrp="1"/>
          </p:cNvSpPr>
          <p:nvPr/>
        </p:nvSpPr>
        <p:spPr>
          <a:xfrm xmlns:a="http://schemas.openxmlformats.org/drawingml/2006/main">
            <a:off x="5334000" y="5267325"/>
            <a:ext cx="762000" cy="314325"/>
          </a:xfrm>
          <a:prstGeom xmlns:a="http://schemas.openxmlformats.org/drawingml/2006/main" prst="rect">
            <a:avLst/>
          </a:prstGeom>
          <a:solidFill xmlns:a="http://schemas.openxmlformats.org/drawingml/2006/main">
            <a:srgbClr val="7E789B"/>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A8C9AF00-3FD8-4B94-B2D7-4500210CB807}"/>
              </a:ext>
            </a:extLst>
          </p:cNvPr>
          <p:cNvSpPr>
            <a:spLocks xmlns:a="http://schemas.openxmlformats.org/drawingml/2006/main" noGrp="1"/>
          </p:cNvSpPr>
          <p:nvPr/>
        </p:nvSpPr>
        <p:spPr>
          <a:xfrm xmlns:a="http://schemas.openxmlformats.org/drawingml/2006/main">
            <a:off x="5353050" y="5286375"/>
            <a:ext cx="723900" cy="276225"/>
          </a:xfrm>
          <a:prstGeom xmlns:a="http://schemas.openxmlformats.org/drawingml/2006/main" prst="rect">
            <a:avLst/>
          </a:prstGeom>
          <a:solidFill xmlns:a="http://schemas.openxmlformats.org/drawingml/2006/main">
            <a:srgbClr val="FFFFFF">
              <a:alpha val="9412"/>
            </a:srgbClr>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94470947-7B8C-43A2-A334-3A2A3A15FBCB}"/>
              </a:ext>
            </a:extLst>
          </p:cNvPr>
          <p:cNvSpPr>
            <a:spLocks xmlns:a="http://schemas.openxmlformats.org/drawingml/2006/main" noGrp="1"/>
          </p:cNvSpPr>
          <p:nvPr/>
        </p:nvSpPr>
        <p:spPr>
          <a:xfrm xmlns:a="http://schemas.openxmlformats.org/drawingml/2006/main">
            <a:off x="6096000" y="5267325"/>
            <a:ext cx="762000" cy="314325"/>
          </a:xfrm>
          <a:prstGeom xmlns:a="http://schemas.openxmlformats.org/drawingml/2006/main" prst="rect">
            <a:avLst/>
          </a:prstGeom>
          <a:solidFill xmlns:a="http://schemas.openxmlformats.org/drawingml/2006/main">
            <a:srgbClr val="7E789B"/>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E34042CC-F900-4C6B-815B-CC0E73730204}"/>
              </a:ext>
            </a:extLst>
          </p:cNvPr>
          <p:cNvSpPr>
            <a:spLocks xmlns:a="http://schemas.openxmlformats.org/drawingml/2006/main" noGrp="1"/>
          </p:cNvSpPr>
          <p:nvPr/>
        </p:nvSpPr>
        <p:spPr>
          <a:xfrm xmlns:a="http://schemas.openxmlformats.org/drawingml/2006/main">
            <a:off x="6115050" y="5286375"/>
            <a:ext cx="723900" cy="276225"/>
          </a:xfrm>
          <a:prstGeom xmlns:a="http://schemas.openxmlformats.org/drawingml/2006/main" prst="rect">
            <a:avLst/>
          </a:prstGeom>
          <a:solidFill xmlns:a="http://schemas.openxmlformats.org/drawingml/2006/main">
            <a:srgbClr val="FFFFFF">
              <a:alpha val="9412"/>
            </a:srgbClr>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B7210339-18B9-42AF-A178-6F0781C3DEBA}"/>
              </a:ext>
            </a:extLst>
          </p:cNvPr>
          <p:cNvSpPr>
            <a:spLocks xmlns:a="http://schemas.openxmlformats.org/drawingml/2006/main" noGrp="1"/>
          </p:cNvSpPr>
          <p:nvPr/>
        </p:nvSpPr>
        <p:spPr>
          <a:xfrm xmlns:a="http://schemas.openxmlformats.org/drawingml/2006/main">
            <a:off x="6858000" y="5267325"/>
            <a:ext cx="762000" cy="314325"/>
          </a:xfrm>
          <a:prstGeom xmlns:a="http://schemas.openxmlformats.org/drawingml/2006/main" prst="rect">
            <a:avLst/>
          </a:prstGeom>
          <a:solidFill xmlns:a="http://schemas.openxmlformats.org/drawingml/2006/main">
            <a:srgbClr val="7E789B"/>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A67869F6-3E07-4DC3-AEC6-C2D0A587C92B}"/>
              </a:ext>
            </a:extLst>
          </p:cNvPr>
          <p:cNvSpPr>
            <a:spLocks xmlns:a="http://schemas.openxmlformats.org/drawingml/2006/main" noGrp="1"/>
          </p:cNvSpPr>
          <p:nvPr/>
        </p:nvSpPr>
        <p:spPr>
          <a:xfrm xmlns:a="http://schemas.openxmlformats.org/drawingml/2006/main">
            <a:off x="6877050" y="5286375"/>
            <a:ext cx="723900" cy="276225"/>
          </a:xfrm>
          <a:prstGeom xmlns:a="http://schemas.openxmlformats.org/drawingml/2006/main" prst="rect">
            <a:avLst/>
          </a:prstGeom>
          <a:solidFill xmlns:a="http://schemas.openxmlformats.org/drawingml/2006/main">
            <a:srgbClr val="FFFFFF">
              <a:alpha val="9412"/>
            </a:srgbClr>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23D95CF7-80B7-4184-8C68-BAFE5629CB6F}"/>
              </a:ext>
            </a:extLst>
          </p:cNvPr>
          <p:cNvSpPr>
            <a:spLocks xmlns:a="http://schemas.openxmlformats.org/drawingml/2006/main" noGrp="1"/>
          </p:cNvSpPr>
          <p:nvPr/>
        </p:nvSpPr>
        <p:spPr>
          <a:xfrm xmlns:a="http://schemas.openxmlformats.org/drawingml/2006/main">
            <a:off x="7620000" y="5267325"/>
            <a:ext cx="762000" cy="314325"/>
          </a:xfrm>
          <a:prstGeom xmlns:a="http://schemas.openxmlformats.org/drawingml/2006/main" prst="rect">
            <a:avLst/>
          </a:prstGeom>
          <a:solidFill xmlns:a="http://schemas.openxmlformats.org/drawingml/2006/main">
            <a:srgbClr val="7E789B"/>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5334904E-E171-47B2-B679-2CCF4F23E6A4}"/>
              </a:ext>
            </a:extLst>
          </p:cNvPr>
          <p:cNvSpPr>
            <a:spLocks xmlns:a="http://schemas.openxmlformats.org/drawingml/2006/main" noGrp="1"/>
          </p:cNvSpPr>
          <p:nvPr/>
        </p:nvSpPr>
        <p:spPr>
          <a:xfrm xmlns:a="http://schemas.openxmlformats.org/drawingml/2006/main">
            <a:off x="7639050" y="5286375"/>
            <a:ext cx="723900" cy="276225"/>
          </a:xfrm>
          <a:prstGeom xmlns:a="http://schemas.openxmlformats.org/drawingml/2006/main" prst="rect">
            <a:avLst/>
          </a:prstGeom>
          <a:solidFill xmlns:a="http://schemas.openxmlformats.org/drawingml/2006/main">
            <a:srgbClr val="FFFFFF">
              <a:alpha val="9412"/>
            </a:srgbClr>
          </a:solidFill>
          <a:ln xmlns:a="http://schemas.openxmlformats.org/drawingml/2006/main" w="0">
            <a:noFill/>
            <a:prstDash val="solid"/>
          </a:ln>
        </p:spPr>
      </p:sp>
      <p:sp>
        <p:nvSpPr>
          <p:cNvPr id="55" name="">
            <a:extLst xmlns:a="http://schemas.openxmlformats.org/drawingml/2006/main">
              <a:ext uri="{FF2B5EF4-FFF2-40B4-BE49-F238E27FC236}">
                <a16:creationId xmlns:a16="http://schemas.microsoft.com/office/drawing/2014/main" id="{EB262CBB-ADF8-405A-8BC5-AA512F64E143}"/>
              </a:ext>
            </a:extLst>
          </p:cNvPr>
          <p:cNvSpPr>
            <a:spLocks xmlns:a="http://schemas.openxmlformats.org/drawingml/2006/main" noGrp="1"/>
          </p:cNvSpPr>
          <p:nvPr/>
        </p:nvSpPr>
        <p:spPr>
          <a:xfrm xmlns:a="http://schemas.openxmlformats.org/drawingml/2006/main">
            <a:off x="8382000" y="5267325"/>
            <a:ext cx="762000" cy="314325"/>
          </a:xfrm>
          <a:prstGeom xmlns:a="http://schemas.openxmlformats.org/drawingml/2006/main" prst="rect">
            <a:avLst/>
          </a:prstGeom>
          <a:solidFill xmlns:a="http://schemas.openxmlformats.org/drawingml/2006/main">
            <a:srgbClr val="7E789B"/>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1D79C4E1-BA01-4086-B9D9-BA8B39979321}"/>
              </a:ext>
            </a:extLst>
          </p:cNvPr>
          <p:cNvSpPr>
            <a:spLocks xmlns:a="http://schemas.openxmlformats.org/drawingml/2006/main" noGrp="1"/>
          </p:cNvSpPr>
          <p:nvPr/>
        </p:nvSpPr>
        <p:spPr>
          <a:xfrm xmlns:a="http://schemas.openxmlformats.org/drawingml/2006/main">
            <a:off x="8401050" y="5286375"/>
            <a:ext cx="723900" cy="276225"/>
          </a:xfrm>
          <a:prstGeom xmlns:a="http://schemas.openxmlformats.org/drawingml/2006/main" prst="rect">
            <a:avLst/>
          </a:prstGeom>
          <a:solidFill xmlns:a="http://schemas.openxmlformats.org/drawingml/2006/main">
            <a:srgbClr val="FFFFFF">
              <a:alpha val="9412"/>
            </a:srgbClr>
          </a:solidFill>
          <a:ln xmlns:a="http://schemas.openxmlformats.org/drawingml/2006/main" w="0">
            <a:noFill/>
            <a:prstDash val="solid"/>
          </a:ln>
        </p:spPr>
      </p:sp>
      <p:sp>
        <p:nvSpPr>
          <p:cNvPr id="57" name="">
            <a:extLst xmlns:a="http://schemas.openxmlformats.org/drawingml/2006/main">
              <a:ext uri="{FF2B5EF4-FFF2-40B4-BE49-F238E27FC236}">
                <a16:creationId xmlns:a16="http://schemas.microsoft.com/office/drawing/2014/main" id="{A189C6AB-3534-43AF-97E6-8D8B6EC225E9}"/>
              </a:ext>
            </a:extLst>
          </p:cNvPr>
          <p:cNvSpPr>
            <a:spLocks xmlns:a="http://schemas.openxmlformats.org/drawingml/2006/main" noGrp="1"/>
          </p:cNvSpPr>
          <p:nvPr/>
        </p:nvSpPr>
        <p:spPr>
          <a:xfrm xmlns:a="http://schemas.openxmlformats.org/drawingml/2006/main">
            <a:off x="9144000" y="5267325"/>
            <a:ext cx="762000" cy="314325"/>
          </a:xfrm>
          <a:prstGeom xmlns:a="http://schemas.openxmlformats.org/drawingml/2006/main" prst="rect">
            <a:avLst/>
          </a:prstGeom>
          <a:solidFill xmlns:a="http://schemas.openxmlformats.org/drawingml/2006/main">
            <a:srgbClr val="7E789B"/>
          </a:solidFill>
          <a:ln xmlns:a="http://schemas.openxmlformats.org/drawingml/2006/main" w="0">
            <a:noFill/>
            <a:prstDash val="solid"/>
          </a:ln>
        </p:spPr>
      </p:sp>
      <p:sp>
        <p:nvSpPr>
          <p:cNvPr id="58" name="">
            <a:extLst xmlns:a="http://schemas.openxmlformats.org/drawingml/2006/main">
              <a:ext uri="{FF2B5EF4-FFF2-40B4-BE49-F238E27FC236}">
                <a16:creationId xmlns:a16="http://schemas.microsoft.com/office/drawing/2014/main" id="{9457AFD5-1C74-47F6-B02C-C2E083AF1B31}"/>
              </a:ext>
            </a:extLst>
          </p:cNvPr>
          <p:cNvSpPr>
            <a:spLocks xmlns:a="http://schemas.openxmlformats.org/drawingml/2006/main" noGrp="1"/>
          </p:cNvSpPr>
          <p:nvPr/>
        </p:nvSpPr>
        <p:spPr>
          <a:xfrm xmlns:a="http://schemas.openxmlformats.org/drawingml/2006/main">
            <a:off x="9163050" y="5286375"/>
            <a:ext cx="723900" cy="276225"/>
          </a:xfrm>
          <a:prstGeom xmlns:a="http://schemas.openxmlformats.org/drawingml/2006/main" prst="rect">
            <a:avLst/>
          </a:prstGeom>
          <a:solidFill xmlns:a="http://schemas.openxmlformats.org/drawingml/2006/main">
            <a:srgbClr val="FFFFFF">
              <a:alpha val="9412"/>
            </a:srgbClr>
          </a:solidFill>
          <a:ln xmlns:a="http://schemas.openxmlformats.org/drawingml/2006/main" w="0">
            <a:noFill/>
            <a:prstDash val="solid"/>
          </a:ln>
        </p:spPr>
      </p:sp>
      <p:sp>
        <p:nvSpPr>
          <p:cNvPr id="59" name="">
            <a:extLst xmlns:a="http://schemas.openxmlformats.org/drawingml/2006/main">
              <a:ext uri="{FF2B5EF4-FFF2-40B4-BE49-F238E27FC236}">
                <a16:creationId xmlns:a16="http://schemas.microsoft.com/office/drawing/2014/main" id="{51C3C8DA-61C6-4878-A212-2AEEBCF74632}"/>
              </a:ext>
            </a:extLst>
          </p:cNvPr>
          <p:cNvSpPr>
            <a:spLocks xmlns:a="http://schemas.openxmlformats.org/drawingml/2006/main" noGrp="1"/>
          </p:cNvSpPr>
          <p:nvPr/>
        </p:nvSpPr>
        <p:spPr>
          <a:xfrm xmlns:a="http://schemas.openxmlformats.org/drawingml/2006/main">
            <a:off x="9906000" y="5267325"/>
            <a:ext cx="762000" cy="314325"/>
          </a:xfrm>
          <a:prstGeom xmlns:a="http://schemas.openxmlformats.org/drawingml/2006/main" prst="rect">
            <a:avLst/>
          </a:prstGeom>
          <a:solidFill xmlns:a="http://schemas.openxmlformats.org/drawingml/2006/main">
            <a:srgbClr val="7E789B"/>
          </a:solidFill>
          <a:ln xmlns:a="http://schemas.openxmlformats.org/drawingml/2006/main" w="0">
            <a:noFill/>
            <a:prstDash val="solid"/>
          </a:ln>
        </p:spPr>
      </p:sp>
      <p:sp>
        <p:nvSpPr>
          <p:cNvPr id="60" name="">
            <a:extLst xmlns:a="http://schemas.openxmlformats.org/drawingml/2006/main">
              <a:ext uri="{FF2B5EF4-FFF2-40B4-BE49-F238E27FC236}">
                <a16:creationId xmlns:a16="http://schemas.microsoft.com/office/drawing/2014/main" id="{BEC2D2DC-B529-4406-8EF8-CB68537220ED}"/>
              </a:ext>
            </a:extLst>
          </p:cNvPr>
          <p:cNvSpPr>
            <a:spLocks xmlns:a="http://schemas.openxmlformats.org/drawingml/2006/main" noGrp="1"/>
          </p:cNvSpPr>
          <p:nvPr/>
        </p:nvSpPr>
        <p:spPr>
          <a:xfrm xmlns:a="http://schemas.openxmlformats.org/drawingml/2006/main">
            <a:off x="9925050" y="5286375"/>
            <a:ext cx="723900" cy="276225"/>
          </a:xfrm>
          <a:prstGeom xmlns:a="http://schemas.openxmlformats.org/drawingml/2006/main" prst="rect">
            <a:avLst/>
          </a:prstGeom>
          <a:solidFill xmlns:a="http://schemas.openxmlformats.org/drawingml/2006/main">
            <a:srgbClr val="FFFFFF">
              <a:alpha val="9412"/>
            </a:srgbClr>
          </a:solidFill>
          <a:ln xmlns:a="http://schemas.openxmlformats.org/drawingml/2006/main" w="0">
            <a:noFill/>
            <a:prstDash val="solid"/>
          </a:ln>
        </p:spPr>
      </p:sp>
      <p:sp>
        <p:nvSpPr>
          <p:cNvPr id="61" name="">
            <a:extLst xmlns:a="http://schemas.openxmlformats.org/drawingml/2006/main">
              <a:ext uri="{FF2B5EF4-FFF2-40B4-BE49-F238E27FC236}">
                <a16:creationId xmlns:a16="http://schemas.microsoft.com/office/drawing/2014/main" id="{794219F3-54A6-408C-826A-8993B3E0A5CC}"/>
              </a:ext>
            </a:extLst>
          </p:cNvPr>
          <p:cNvSpPr>
            <a:spLocks xmlns:a="http://schemas.openxmlformats.org/drawingml/2006/main" noGrp="1"/>
          </p:cNvSpPr>
          <p:nvPr/>
        </p:nvSpPr>
        <p:spPr>
          <a:xfrm xmlns:a="http://schemas.openxmlformats.org/drawingml/2006/main">
            <a:off x="10668000" y="5267325"/>
            <a:ext cx="762000" cy="314325"/>
          </a:xfrm>
          <a:prstGeom xmlns:a="http://schemas.openxmlformats.org/drawingml/2006/main" prst="rect">
            <a:avLst/>
          </a:prstGeom>
          <a:solidFill xmlns:a="http://schemas.openxmlformats.org/drawingml/2006/main">
            <a:srgbClr val="7E789B"/>
          </a:solidFill>
          <a:ln xmlns:a="http://schemas.openxmlformats.org/drawingml/2006/main" w="0">
            <a:noFill/>
            <a:prstDash val="solid"/>
          </a:ln>
        </p:spPr>
      </p:sp>
      <p:sp>
        <p:nvSpPr>
          <p:cNvPr id="62" name="">
            <a:extLst xmlns:a="http://schemas.openxmlformats.org/drawingml/2006/main">
              <a:ext uri="{FF2B5EF4-FFF2-40B4-BE49-F238E27FC236}">
                <a16:creationId xmlns:a16="http://schemas.microsoft.com/office/drawing/2014/main" id="{8ED2FC9B-6A1B-4EED-B0ED-59817C38B857}"/>
              </a:ext>
            </a:extLst>
          </p:cNvPr>
          <p:cNvSpPr>
            <a:spLocks xmlns:a="http://schemas.openxmlformats.org/drawingml/2006/main" noGrp="1"/>
          </p:cNvSpPr>
          <p:nvPr/>
        </p:nvSpPr>
        <p:spPr>
          <a:xfrm xmlns:a="http://schemas.openxmlformats.org/drawingml/2006/main">
            <a:off x="10687050" y="5286375"/>
            <a:ext cx="723900" cy="276225"/>
          </a:xfrm>
          <a:prstGeom xmlns:a="http://schemas.openxmlformats.org/drawingml/2006/main" prst="rect">
            <a:avLst/>
          </a:prstGeom>
          <a:solidFill xmlns:a="http://schemas.openxmlformats.org/drawingml/2006/main">
            <a:srgbClr val="FFFFFF">
              <a:alpha val="9412"/>
            </a:srgbClr>
          </a:solidFill>
          <a:ln xmlns:a="http://schemas.openxmlformats.org/drawingml/2006/main" w="0">
            <a:noFill/>
            <a:prstDash val="solid"/>
          </a:ln>
        </p:spPr>
      </p:sp>
      <p:sp>
        <p:nvSpPr>
          <p:cNvPr id="63" name="">
            <a:extLst xmlns:a="http://schemas.openxmlformats.org/drawingml/2006/main">
              <a:ext uri="{FF2B5EF4-FFF2-40B4-BE49-F238E27FC236}">
                <a16:creationId xmlns:a16="http://schemas.microsoft.com/office/drawing/2014/main" id="{AE03D6E4-7D15-4D42-A771-D3D9DBE3C7BB}"/>
              </a:ext>
            </a:extLst>
          </p:cNvPr>
          <p:cNvSpPr>
            <a:spLocks xmlns:a="http://schemas.openxmlformats.org/drawingml/2006/main" noGrp="1"/>
          </p:cNvSpPr>
          <p:nvPr/>
        </p:nvSpPr>
        <p:spPr>
          <a:xfrm xmlns:a="http://schemas.openxmlformats.org/drawingml/2006/main">
            <a:off x="11430000" y="5267325"/>
            <a:ext cx="762000" cy="314325"/>
          </a:xfrm>
          <a:prstGeom xmlns:a="http://schemas.openxmlformats.org/drawingml/2006/main" prst="rect">
            <a:avLst/>
          </a:prstGeom>
          <a:solidFill xmlns:a="http://schemas.openxmlformats.org/drawingml/2006/main">
            <a:srgbClr val="7E789B"/>
          </a:solidFill>
          <a:ln xmlns:a="http://schemas.openxmlformats.org/drawingml/2006/main" w="0">
            <a:noFill/>
            <a:prstDash val="solid"/>
          </a:ln>
        </p:spPr>
      </p:sp>
      <p:sp>
        <p:nvSpPr>
          <p:cNvPr id="64" name="">
            <a:extLst xmlns:a="http://schemas.openxmlformats.org/drawingml/2006/main">
              <a:ext uri="{FF2B5EF4-FFF2-40B4-BE49-F238E27FC236}">
                <a16:creationId xmlns:a16="http://schemas.microsoft.com/office/drawing/2014/main" id="{44E10DDA-7520-4A33-948C-FAB7F41A00AF}"/>
              </a:ext>
            </a:extLst>
          </p:cNvPr>
          <p:cNvSpPr>
            <a:spLocks xmlns:a="http://schemas.openxmlformats.org/drawingml/2006/main" noGrp="1"/>
          </p:cNvSpPr>
          <p:nvPr/>
        </p:nvSpPr>
        <p:spPr>
          <a:xfrm xmlns:a="http://schemas.openxmlformats.org/drawingml/2006/main">
            <a:off x="11449050" y="5286375"/>
            <a:ext cx="723900" cy="276225"/>
          </a:xfrm>
          <a:prstGeom xmlns:a="http://schemas.openxmlformats.org/drawingml/2006/main" prst="rect">
            <a:avLst/>
          </a:prstGeom>
          <a:solidFill xmlns:a="http://schemas.openxmlformats.org/drawingml/2006/main">
            <a:srgbClr val="FFFFFF">
              <a:alpha val="9412"/>
            </a:srgbClr>
          </a:solidFill>
          <a:ln xmlns:a="http://schemas.openxmlformats.org/drawingml/2006/main" w="0">
            <a:noFill/>
            <a:prstDash val="solid"/>
          </a:ln>
        </p:spPr>
      </p:sp>
      <p:sp>
        <p:nvSpPr>
          <p:cNvPr id="65" name="">
            <a:extLst xmlns:a="http://schemas.openxmlformats.org/drawingml/2006/main">
              <a:ext uri="{FF2B5EF4-FFF2-40B4-BE49-F238E27FC236}">
                <a16:creationId xmlns:a16="http://schemas.microsoft.com/office/drawing/2014/main" id="{A59CC5A8-EEF4-4D76-A85D-667D4FC0DBD9}"/>
              </a:ext>
            </a:extLst>
          </p:cNvPr>
          <p:cNvSpPr>
            <a:spLocks xmlns:a="http://schemas.openxmlformats.org/drawingml/2006/main" noGrp="1"/>
          </p:cNvSpPr>
          <p:nvPr/>
        </p:nvSpPr>
        <p:spPr>
          <a:xfrm xmlns:a="http://schemas.openxmlformats.org/drawingml/2006/main">
            <a:off x="0" y="5581650"/>
            <a:ext cx="762000" cy="314325"/>
          </a:xfrm>
          <a:prstGeom xmlns:a="http://schemas.openxmlformats.org/drawingml/2006/main" prst="rect">
            <a:avLst/>
          </a:prstGeom>
          <a:solidFill xmlns:a="http://schemas.openxmlformats.org/drawingml/2006/main">
            <a:srgbClr val="2E7895"/>
          </a:solidFill>
          <a:ln xmlns:a="http://schemas.openxmlformats.org/drawingml/2006/main" w="0">
            <a:noFill/>
            <a:prstDash val="solid"/>
          </a:ln>
        </p:spPr>
      </p:sp>
      <p:sp>
        <p:nvSpPr>
          <p:cNvPr id="66" name="">
            <a:extLst xmlns:a="http://schemas.openxmlformats.org/drawingml/2006/main">
              <a:ext uri="{FF2B5EF4-FFF2-40B4-BE49-F238E27FC236}">
                <a16:creationId xmlns:a16="http://schemas.microsoft.com/office/drawing/2014/main" id="{ACE96AB2-E842-494E-8ED8-80BB486F9692}"/>
              </a:ext>
            </a:extLst>
          </p:cNvPr>
          <p:cNvSpPr>
            <a:spLocks xmlns:a="http://schemas.openxmlformats.org/drawingml/2006/main" noGrp="1"/>
          </p:cNvSpPr>
          <p:nvPr/>
        </p:nvSpPr>
        <p:spPr>
          <a:xfrm xmlns:a="http://schemas.openxmlformats.org/drawingml/2006/main">
            <a:off x="19050" y="5600700"/>
            <a:ext cx="723900" cy="276225"/>
          </a:xfrm>
          <a:prstGeom xmlns:a="http://schemas.openxmlformats.org/drawingml/2006/main" prst="rect">
            <a:avLst/>
          </a:prstGeom>
          <a:solidFill xmlns:a="http://schemas.openxmlformats.org/drawingml/2006/main">
            <a:srgbClr val="FFFFFF">
              <a:alpha val="9412"/>
            </a:srgbClr>
          </a:solidFill>
          <a:ln xmlns:a="http://schemas.openxmlformats.org/drawingml/2006/main" w="0">
            <a:noFill/>
            <a:prstDash val="solid"/>
          </a:ln>
        </p:spPr>
      </p:sp>
      <p:sp>
        <p:nvSpPr>
          <p:cNvPr id="67" name="">
            <a:extLst xmlns:a="http://schemas.openxmlformats.org/drawingml/2006/main">
              <a:ext uri="{FF2B5EF4-FFF2-40B4-BE49-F238E27FC236}">
                <a16:creationId xmlns:a16="http://schemas.microsoft.com/office/drawing/2014/main" id="{138843D7-F46E-4CCA-9E1A-59DD1D9D0E9E}"/>
              </a:ext>
            </a:extLst>
          </p:cNvPr>
          <p:cNvSpPr>
            <a:spLocks xmlns:a="http://schemas.openxmlformats.org/drawingml/2006/main" noGrp="1"/>
          </p:cNvSpPr>
          <p:nvPr/>
        </p:nvSpPr>
        <p:spPr>
          <a:xfrm xmlns:a="http://schemas.openxmlformats.org/drawingml/2006/main">
            <a:off x="762000" y="5581650"/>
            <a:ext cx="762000" cy="314325"/>
          </a:xfrm>
          <a:prstGeom xmlns:a="http://schemas.openxmlformats.org/drawingml/2006/main" prst="rect">
            <a:avLst/>
          </a:prstGeom>
          <a:solidFill xmlns:a="http://schemas.openxmlformats.org/drawingml/2006/main">
            <a:srgbClr val="2E7895"/>
          </a:solidFill>
          <a:ln xmlns:a="http://schemas.openxmlformats.org/drawingml/2006/main" w="0">
            <a:noFill/>
            <a:prstDash val="solid"/>
          </a:ln>
        </p:spPr>
      </p:sp>
      <p:sp>
        <p:nvSpPr>
          <p:cNvPr id="68" name="">
            <a:extLst xmlns:a="http://schemas.openxmlformats.org/drawingml/2006/main">
              <a:ext uri="{FF2B5EF4-FFF2-40B4-BE49-F238E27FC236}">
                <a16:creationId xmlns:a16="http://schemas.microsoft.com/office/drawing/2014/main" id="{5880E13F-A0AB-4286-BB62-A33404A3501E}"/>
              </a:ext>
            </a:extLst>
          </p:cNvPr>
          <p:cNvSpPr>
            <a:spLocks xmlns:a="http://schemas.openxmlformats.org/drawingml/2006/main" noGrp="1"/>
          </p:cNvSpPr>
          <p:nvPr/>
        </p:nvSpPr>
        <p:spPr>
          <a:xfrm xmlns:a="http://schemas.openxmlformats.org/drawingml/2006/main">
            <a:off x="781050" y="5600700"/>
            <a:ext cx="723900" cy="276225"/>
          </a:xfrm>
          <a:prstGeom xmlns:a="http://schemas.openxmlformats.org/drawingml/2006/main" prst="rect">
            <a:avLst/>
          </a:prstGeom>
          <a:solidFill xmlns:a="http://schemas.openxmlformats.org/drawingml/2006/main">
            <a:srgbClr val="FFFFFF">
              <a:alpha val="9412"/>
            </a:srgbClr>
          </a:solidFill>
          <a:ln xmlns:a="http://schemas.openxmlformats.org/drawingml/2006/main" w="0">
            <a:noFill/>
            <a:prstDash val="solid"/>
          </a:ln>
        </p:spPr>
      </p:sp>
      <p:sp>
        <p:nvSpPr>
          <p:cNvPr id="69" name="">
            <a:extLst xmlns:a="http://schemas.openxmlformats.org/drawingml/2006/main">
              <a:ext uri="{FF2B5EF4-FFF2-40B4-BE49-F238E27FC236}">
                <a16:creationId xmlns:a16="http://schemas.microsoft.com/office/drawing/2014/main" id="{7CDA7A02-469C-4E2C-B76C-6CAE81C22373}"/>
              </a:ext>
            </a:extLst>
          </p:cNvPr>
          <p:cNvSpPr>
            <a:spLocks xmlns:a="http://schemas.openxmlformats.org/drawingml/2006/main" noGrp="1"/>
          </p:cNvSpPr>
          <p:nvPr/>
        </p:nvSpPr>
        <p:spPr>
          <a:xfrm xmlns:a="http://schemas.openxmlformats.org/drawingml/2006/main">
            <a:off x="1524000" y="5581650"/>
            <a:ext cx="762000" cy="314325"/>
          </a:xfrm>
          <a:prstGeom xmlns:a="http://schemas.openxmlformats.org/drawingml/2006/main" prst="rect">
            <a:avLst/>
          </a:prstGeom>
          <a:solidFill xmlns:a="http://schemas.openxmlformats.org/drawingml/2006/main">
            <a:srgbClr val="2E7895"/>
          </a:solidFill>
          <a:ln xmlns:a="http://schemas.openxmlformats.org/drawingml/2006/main" w="0">
            <a:noFill/>
            <a:prstDash val="solid"/>
          </a:ln>
        </p:spPr>
      </p:sp>
      <p:sp>
        <p:nvSpPr>
          <p:cNvPr id="70" name="">
            <a:extLst xmlns:a="http://schemas.openxmlformats.org/drawingml/2006/main">
              <a:ext uri="{FF2B5EF4-FFF2-40B4-BE49-F238E27FC236}">
                <a16:creationId xmlns:a16="http://schemas.microsoft.com/office/drawing/2014/main" id="{3BB717FF-9032-4F6C-8040-BAE2DD9DA5EC}"/>
              </a:ext>
            </a:extLst>
          </p:cNvPr>
          <p:cNvSpPr>
            <a:spLocks xmlns:a="http://schemas.openxmlformats.org/drawingml/2006/main" noGrp="1"/>
          </p:cNvSpPr>
          <p:nvPr/>
        </p:nvSpPr>
        <p:spPr>
          <a:xfrm xmlns:a="http://schemas.openxmlformats.org/drawingml/2006/main">
            <a:off x="1543050" y="5600700"/>
            <a:ext cx="723900" cy="276225"/>
          </a:xfrm>
          <a:prstGeom xmlns:a="http://schemas.openxmlformats.org/drawingml/2006/main" prst="rect">
            <a:avLst/>
          </a:prstGeom>
          <a:solidFill xmlns:a="http://schemas.openxmlformats.org/drawingml/2006/main">
            <a:srgbClr val="FFFFFF">
              <a:alpha val="9412"/>
            </a:srgbClr>
          </a:solidFill>
          <a:ln xmlns:a="http://schemas.openxmlformats.org/drawingml/2006/main" w="0">
            <a:noFill/>
            <a:prstDash val="solid"/>
          </a:ln>
        </p:spPr>
      </p:sp>
      <p:sp>
        <p:nvSpPr>
          <p:cNvPr id="71" name="">
            <a:extLst xmlns:a="http://schemas.openxmlformats.org/drawingml/2006/main">
              <a:ext uri="{FF2B5EF4-FFF2-40B4-BE49-F238E27FC236}">
                <a16:creationId xmlns:a16="http://schemas.microsoft.com/office/drawing/2014/main" id="{525E2098-8E4C-41BA-BF13-9B4074954DB8}"/>
              </a:ext>
            </a:extLst>
          </p:cNvPr>
          <p:cNvSpPr>
            <a:spLocks xmlns:a="http://schemas.openxmlformats.org/drawingml/2006/main" noGrp="1"/>
          </p:cNvSpPr>
          <p:nvPr/>
        </p:nvSpPr>
        <p:spPr>
          <a:xfrm xmlns:a="http://schemas.openxmlformats.org/drawingml/2006/main">
            <a:off x="2286000" y="5581650"/>
            <a:ext cx="762000" cy="314325"/>
          </a:xfrm>
          <a:prstGeom xmlns:a="http://schemas.openxmlformats.org/drawingml/2006/main" prst="rect">
            <a:avLst/>
          </a:prstGeom>
          <a:solidFill xmlns:a="http://schemas.openxmlformats.org/drawingml/2006/main">
            <a:srgbClr val="2E7895"/>
          </a:solidFill>
          <a:ln xmlns:a="http://schemas.openxmlformats.org/drawingml/2006/main" w="0">
            <a:noFill/>
            <a:prstDash val="solid"/>
          </a:ln>
        </p:spPr>
      </p:sp>
      <p:sp>
        <p:nvSpPr>
          <p:cNvPr id="72" name="">
            <a:extLst xmlns:a="http://schemas.openxmlformats.org/drawingml/2006/main">
              <a:ext uri="{FF2B5EF4-FFF2-40B4-BE49-F238E27FC236}">
                <a16:creationId xmlns:a16="http://schemas.microsoft.com/office/drawing/2014/main" id="{61F9D6F7-E451-4581-A711-4EA62B5F3AEB}"/>
              </a:ext>
            </a:extLst>
          </p:cNvPr>
          <p:cNvSpPr>
            <a:spLocks xmlns:a="http://schemas.openxmlformats.org/drawingml/2006/main" noGrp="1"/>
          </p:cNvSpPr>
          <p:nvPr/>
        </p:nvSpPr>
        <p:spPr>
          <a:xfrm xmlns:a="http://schemas.openxmlformats.org/drawingml/2006/main">
            <a:off x="2305050" y="5600700"/>
            <a:ext cx="723900" cy="276225"/>
          </a:xfrm>
          <a:prstGeom xmlns:a="http://schemas.openxmlformats.org/drawingml/2006/main" prst="rect">
            <a:avLst/>
          </a:prstGeom>
          <a:solidFill xmlns:a="http://schemas.openxmlformats.org/drawingml/2006/main">
            <a:srgbClr val="FFFFFF">
              <a:alpha val="9412"/>
            </a:srgbClr>
          </a:solidFill>
          <a:ln xmlns:a="http://schemas.openxmlformats.org/drawingml/2006/main" w="0">
            <a:noFill/>
            <a:prstDash val="solid"/>
          </a:ln>
        </p:spPr>
      </p:sp>
      <p:sp>
        <p:nvSpPr>
          <p:cNvPr id="73" name="">
            <a:extLst xmlns:a="http://schemas.openxmlformats.org/drawingml/2006/main">
              <a:ext uri="{FF2B5EF4-FFF2-40B4-BE49-F238E27FC236}">
                <a16:creationId xmlns:a16="http://schemas.microsoft.com/office/drawing/2014/main" id="{D04F8B27-9845-47B5-8AE6-62CA5DE867BE}"/>
              </a:ext>
            </a:extLst>
          </p:cNvPr>
          <p:cNvSpPr>
            <a:spLocks xmlns:a="http://schemas.openxmlformats.org/drawingml/2006/main" noGrp="1"/>
          </p:cNvSpPr>
          <p:nvPr/>
        </p:nvSpPr>
        <p:spPr>
          <a:xfrm xmlns:a="http://schemas.openxmlformats.org/drawingml/2006/main">
            <a:off x="3048000" y="5581650"/>
            <a:ext cx="762000" cy="314325"/>
          </a:xfrm>
          <a:prstGeom xmlns:a="http://schemas.openxmlformats.org/drawingml/2006/main" prst="rect">
            <a:avLst/>
          </a:prstGeom>
          <a:solidFill xmlns:a="http://schemas.openxmlformats.org/drawingml/2006/main">
            <a:srgbClr val="2E7895"/>
          </a:solidFill>
          <a:ln xmlns:a="http://schemas.openxmlformats.org/drawingml/2006/main" w="0">
            <a:noFill/>
            <a:prstDash val="solid"/>
          </a:ln>
        </p:spPr>
      </p:sp>
      <p:sp>
        <p:nvSpPr>
          <p:cNvPr id="74" name="">
            <a:extLst xmlns:a="http://schemas.openxmlformats.org/drawingml/2006/main">
              <a:ext uri="{FF2B5EF4-FFF2-40B4-BE49-F238E27FC236}">
                <a16:creationId xmlns:a16="http://schemas.microsoft.com/office/drawing/2014/main" id="{38B201CE-9414-4AFC-8F75-84DA92C93067}"/>
              </a:ext>
            </a:extLst>
          </p:cNvPr>
          <p:cNvSpPr>
            <a:spLocks xmlns:a="http://schemas.openxmlformats.org/drawingml/2006/main" noGrp="1"/>
          </p:cNvSpPr>
          <p:nvPr/>
        </p:nvSpPr>
        <p:spPr>
          <a:xfrm xmlns:a="http://schemas.openxmlformats.org/drawingml/2006/main">
            <a:off x="3067050" y="5600700"/>
            <a:ext cx="723900" cy="276225"/>
          </a:xfrm>
          <a:prstGeom xmlns:a="http://schemas.openxmlformats.org/drawingml/2006/main" prst="rect">
            <a:avLst/>
          </a:prstGeom>
          <a:solidFill xmlns:a="http://schemas.openxmlformats.org/drawingml/2006/main">
            <a:srgbClr val="FFFFFF">
              <a:alpha val="9412"/>
            </a:srgbClr>
          </a:solidFill>
          <a:ln xmlns:a="http://schemas.openxmlformats.org/drawingml/2006/main" w="0">
            <a:noFill/>
            <a:prstDash val="solid"/>
          </a:ln>
        </p:spPr>
      </p:sp>
      <p:sp>
        <p:nvSpPr>
          <p:cNvPr id="75" name="">
            <a:extLst xmlns:a="http://schemas.openxmlformats.org/drawingml/2006/main">
              <a:ext uri="{FF2B5EF4-FFF2-40B4-BE49-F238E27FC236}">
                <a16:creationId xmlns:a16="http://schemas.microsoft.com/office/drawing/2014/main" id="{1A8ABA97-CE7F-4696-B281-1770A9BBB277}"/>
              </a:ext>
            </a:extLst>
          </p:cNvPr>
          <p:cNvSpPr>
            <a:spLocks xmlns:a="http://schemas.openxmlformats.org/drawingml/2006/main" noGrp="1"/>
          </p:cNvSpPr>
          <p:nvPr/>
        </p:nvSpPr>
        <p:spPr>
          <a:xfrm xmlns:a="http://schemas.openxmlformats.org/drawingml/2006/main">
            <a:off x="3810000" y="5581650"/>
            <a:ext cx="762000" cy="314325"/>
          </a:xfrm>
          <a:prstGeom xmlns:a="http://schemas.openxmlformats.org/drawingml/2006/main" prst="rect">
            <a:avLst/>
          </a:prstGeom>
          <a:solidFill xmlns:a="http://schemas.openxmlformats.org/drawingml/2006/main">
            <a:srgbClr val="2E7895"/>
          </a:solidFill>
          <a:ln xmlns:a="http://schemas.openxmlformats.org/drawingml/2006/main" w="0">
            <a:noFill/>
            <a:prstDash val="solid"/>
          </a:ln>
        </p:spPr>
      </p:sp>
      <p:sp>
        <p:nvSpPr>
          <p:cNvPr id="76" name="">
            <a:extLst xmlns:a="http://schemas.openxmlformats.org/drawingml/2006/main">
              <a:ext uri="{FF2B5EF4-FFF2-40B4-BE49-F238E27FC236}">
                <a16:creationId xmlns:a16="http://schemas.microsoft.com/office/drawing/2014/main" id="{CC9CC97E-7A40-433F-9D78-B44500627F78}"/>
              </a:ext>
            </a:extLst>
          </p:cNvPr>
          <p:cNvSpPr>
            <a:spLocks xmlns:a="http://schemas.openxmlformats.org/drawingml/2006/main" noGrp="1"/>
          </p:cNvSpPr>
          <p:nvPr/>
        </p:nvSpPr>
        <p:spPr>
          <a:xfrm xmlns:a="http://schemas.openxmlformats.org/drawingml/2006/main">
            <a:off x="3829050" y="5600700"/>
            <a:ext cx="723900" cy="276225"/>
          </a:xfrm>
          <a:prstGeom xmlns:a="http://schemas.openxmlformats.org/drawingml/2006/main" prst="rect">
            <a:avLst/>
          </a:prstGeom>
          <a:solidFill xmlns:a="http://schemas.openxmlformats.org/drawingml/2006/main">
            <a:srgbClr val="FFFFFF">
              <a:alpha val="9412"/>
            </a:srgbClr>
          </a:solidFill>
          <a:ln xmlns:a="http://schemas.openxmlformats.org/drawingml/2006/main" w="0">
            <a:noFill/>
            <a:prstDash val="solid"/>
          </a:ln>
        </p:spPr>
      </p:sp>
      <p:sp>
        <p:nvSpPr>
          <p:cNvPr id="77" name="">
            <a:extLst xmlns:a="http://schemas.openxmlformats.org/drawingml/2006/main">
              <a:ext uri="{FF2B5EF4-FFF2-40B4-BE49-F238E27FC236}">
                <a16:creationId xmlns:a16="http://schemas.microsoft.com/office/drawing/2014/main" id="{777F31A7-A52A-4EF3-8395-FB81FD517649}"/>
              </a:ext>
            </a:extLst>
          </p:cNvPr>
          <p:cNvSpPr>
            <a:spLocks xmlns:a="http://schemas.openxmlformats.org/drawingml/2006/main" noGrp="1"/>
          </p:cNvSpPr>
          <p:nvPr/>
        </p:nvSpPr>
        <p:spPr>
          <a:xfrm xmlns:a="http://schemas.openxmlformats.org/drawingml/2006/main">
            <a:off x="4572000" y="5581650"/>
            <a:ext cx="762000" cy="314325"/>
          </a:xfrm>
          <a:prstGeom xmlns:a="http://schemas.openxmlformats.org/drawingml/2006/main" prst="rect">
            <a:avLst/>
          </a:prstGeom>
          <a:solidFill xmlns:a="http://schemas.openxmlformats.org/drawingml/2006/main">
            <a:srgbClr val="2E7895"/>
          </a:solidFill>
          <a:ln xmlns:a="http://schemas.openxmlformats.org/drawingml/2006/main" w="0">
            <a:noFill/>
            <a:prstDash val="solid"/>
          </a:ln>
        </p:spPr>
      </p:sp>
      <p:sp>
        <p:nvSpPr>
          <p:cNvPr id="78" name="">
            <a:extLst xmlns:a="http://schemas.openxmlformats.org/drawingml/2006/main">
              <a:ext uri="{FF2B5EF4-FFF2-40B4-BE49-F238E27FC236}">
                <a16:creationId xmlns:a16="http://schemas.microsoft.com/office/drawing/2014/main" id="{D0F319BF-58EB-4A55-9A24-9CCBF9677F33}"/>
              </a:ext>
            </a:extLst>
          </p:cNvPr>
          <p:cNvSpPr>
            <a:spLocks xmlns:a="http://schemas.openxmlformats.org/drawingml/2006/main" noGrp="1"/>
          </p:cNvSpPr>
          <p:nvPr/>
        </p:nvSpPr>
        <p:spPr>
          <a:xfrm xmlns:a="http://schemas.openxmlformats.org/drawingml/2006/main">
            <a:off x="4591050" y="5600700"/>
            <a:ext cx="723900" cy="276225"/>
          </a:xfrm>
          <a:prstGeom xmlns:a="http://schemas.openxmlformats.org/drawingml/2006/main" prst="rect">
            <a:avLst/>
          </a:prstGeom>
          <a:solidFill xmlns:a="http://schemas.openxmlformats.org/drawingml/2006/main">
            <a:srgbClr val="FFFFFF">
              <a:alpha val="9412"/>
            </a:srgbClr>
          </a:solidFill>
          <a:ln xmlns:a="http://schemas.openxmlformats.org/drawingml/2006/main" w="0">
            <a:noFill/>
            <a:prstDash val="solid"/>
          </a:ln>
        </p:spPr>
      </p:sp>
      <p:sp>
        <p:nvSpPr>
          <p:cNvPr id="79" name="">
            <a:extLst xmlns:a="http://schemas.openxmlformats.org/drawingml/2006/main">
              <a:ext uri="{FF2B5EF4-FFF2-40B4-BE49-F238E27FC236}">
                <a16:creationId xmlns:a16="http://schemas.microsoft.com/office/drawing/2014/main" id="{F1D41119-EE13-45D9-BB88-5A4BA7FFD755}"/>
              </a:ext>
            </a:extLst>
          </p:cNvPr>
          <p:cNvSpPr>
            <a:spLocks xmlns:a="http://schemas.openxmlformats.org/drawingml/2006/main" noGrp="1"/>
          </p:cNvSpPr>
          <p:nvPr/>
        </p:nvSpPr>
        <p:spPr>
          <a:xfrm xmlns:a="http://schemas.openxmlformats.org/drawingml/2006/main">
            <a:off x="5334000" y="5581650"/>
            <a:ext cx="762000" cy="314325"/>
          </a:xfrm>
          <a:prstGeom xmlns:a="http://schemas.openxmlformats.org/drawingml/2006/main" prst="rect">
            <a:avLst/>
          </a:prstGeom>
          <a:solidFill xmlns:a="http://schemas.openxmlformats.org/drawingml/2006/main">
            <a:srgbClr val="2E7895"/>
          </a:solidFill>
          <a:ln xmlns:a="http://schemas.openxmlformats.org/drawingml/2006/main" w="0">
            <a:noFill/>
            <a:prstDash val="solid"/>
          </a:ln>
        </p:spPr>
      </p:sp>
      <p:sp>
        <p:nvSpPr>
          <p:cNvPr id="80" name="">
            <a:extLst xmlns:a="http://schemas.openxmlformats.org/drawingml/2006/main">
              <a:ext uri="{FF2B5EF4-FFF2-40B4-BE49-F238E27FC236}">
                <a16:creationId xmlns:a16="http://schemas.microsoft.com/office/drawing/2014/main" id="{18626DC6-960E-408A-8603-E864582B9D57}"/>
              </a:ext>
            </a:extLst>
          </p:cNvPr>
          <p:cNvSpPr>
            <a:spLocks xmlns:a="http://schemas.openxmlformats.org/drawingml/2006/main" noGrp="1"/>
          </p:cNvSpPr>
          <p:nvPr/>
        </p:nvSpPr>
        <p:spPr>
          <a:xfrm xmlns:a="http://schemas.openxmlformats.org/drawingml/2006/main">
            <a:off x="5353050" y="5600700"/>
            <a:ext cx="723900" cy="276225"/>
          </a:xfrm>
          <a:prstGeom xmlns:a="http://schemas.openxmlformats.org/drawingml/2006/main" prst="rect">
            <a:avLst/>
          </a:prstGeom>
          <a:solidFill xmlns:a="http://schemas.openxmlformats.org/drawingml/2006/main">
            <a:srgbClr val="FFFFFF">
              <a:alpha val="9412"/>
            </a:srgbClr>
          </a:solidFill>
          <a:ln xmlns:a="http://schemas.openxmlformats.org/drawingml/2006/main" w="0">
            <a:noFill/>
            <a:prstDash val="solid"/>
          </a:ln>
        </p:spPr>
      </p:sp>
      <p:sp>
        <p:nvSpPr>
          <p:cNvPr id="81" name="">
            <a:extLst xmlns:a="http://schemas.openxmlformats.org/drawingml/2006/main">
              <a:ext uri="{FF2B5EF4-FFF2-40B4-BE49-F238E27FC236}">
                <a16:creationId xmlns:a16="http://schemas.microsoft.com/office/drawing/2014/main" id="{F8DAA078-AFD0-4E95-90A6-DC7358A8DCAE}"/>
              </a:ext>
            </a:extLst>
          </p:cNvPr>
          <p:cNvSpPr>
            <a:spLocks xmlns:a="http://schemas.openxmlformats.org/drawingml/2006/main" noGrp="1"/>
          </p:cNvSpPr>
          <p:nvPr/>
        </p:nvSpPr>
        <p:spPr>
          <a:xfrm xmlns:a="http://schemas.openxmlformats.org/drawingml/2006/main">
            <a:off x="6096000" y="5581650"/>
            <a:ext cx="762000" cy="314325"/>
          </a:xfrm>
          <a:prstGeom xmlns:a="http://schemas.openxmlformats.org/drawingml/2006/main" prst="rect">
            <a:avLst/>
          </a:prstGeom>
          <a:solidFill xmlns:a="http://schemas.openxmlformats.org/drawingml/2006/main">
            <a:srgbClr val="2E7895"/>
          </a:solidFill>
          <a:ln xmlns:a="http://schemas.openxmlformats.org/drawingml/2006/main" w="0">
            <a:noFill/>
            <a:prstDash val="solid"/>
          </a:ln>
        </p:spPr>
      </p:sp>
      <p:sp>
        <p:nvSpPr>
          <p:cNvPr id="82" name="">
            <a:extLst xmlns:a="http://schemas.openxmlformats.org/drawingml/2006/main">
              <a:ext uri="{FF2B5EF4-FFF2-40B4-BE49-F238E27FC236}">
                <a16:creationId xmlns:a16="http://schemas.microsoft.com/office/drawing/2014/main" id="{2058CD2F-217B-4CA5-A90D-4A956B0A7EFD}"/>
              </a:ext>
            </a:extLst>
          </p:cNvPr>
          <p:cNvSpPr>
            <a:spLocks xmlns:a="http://schemas.openxmlformats.org/drawingml/2006/main" noGrp="1"/>
          </p:cNvSpPr>
          <p:nvPr/>
        </p:nvSpPr>
        <p:spPr>
          <a:xfrm xmlns:a="http://schemas.openxmlformats.org/drawingml/2006/main">
            <a:off x="6115050" y="5600700"/>
            <a:ext cx="723900" cy="276225"/>
          </a:xfrm>
          <a:prstGeom xmlns:a="http://schemas.openxmlformats.org/drawingml/2006/main" prst="rect">
            <a:avLst/>
          </a:prstGeom>
          <a:solidFill xmlns:a="http://schemas.openxmlformats.org/drawingml/2006/main">
            <a:srgbClr val="FFFFFF">
              <a:alpha val="9412"/>
            </a:srgbClr>
          </a:solidFill>
          <a:ln xmlns:a="http://schemas.openxmlformats.org/drawingml/2006/main" w="0">
            <a:noFill/>
            <a:prstDash val="solid"/>
          </a:ln>
        </p:spPr>
      </p:sp>
      <p:sp>
        <p:nvSpPr>
          <p:cNvPr id="83" name="">
            <a:extLst xmlns:a="http://schemas.openxmlformats.org/drawingml/2006/main">
              <a:ext uri="{FF2B5EF4-FFF2-40B4-BE49-F238E27FC236}">
                <a16:creationId xmlns:a16="http://schemas.microsoft.com/office/drawing/2014/main" id="{75953B4A-1A3B-435B-BE93-C184209270D8}"/>
              </a:ext>
            </a:extLst>
          </p:cNvPr>
          <p:cNvSpPr>
            <a:spLocks xmlns:a="http://schemas.openxmlformats.org/drawingml/2006/main" noGrp="1"/>
          </p:cNvSpPr>
          <p:nvPr/>
        </p:nvSpPr>
        <p:spPr>
          <a:xfrm xmlns:a="http://schemas.openxmlformats.org/drawingml/2006/main">
            <a:off x="6858000" y="5581650"/>
            <a:ext cx="762000" cy="314325"/>
          </a:xfrm>
          <a:prstGeom xmlns:a="http://schemas.openxmlformats.org/drawingml/2006/main" prst="rect">
            <a:avLst/>
          </a:prstGeom>
          <a:solidFill xmlns:a="http://schemas.openxmlformats.org/drawingml/2006/main">
            <a:srgbClr val="2E7895"/>
          </a:solidFill>
          <a:ln xmlns:a="http://schemas.openxmlformats.org/drawingml/2006/main" w="0">
            <a:noFill/>
            <a:prstDash val="solid"/>
          </a:ln>
        </p:spPr>
      </p:sp>
      <p:sp>
        <p:nvSpPr>
          <p:cNvPr id="84" name="">
            <a:extLst xmlns:a="http://schemas.openxmlformats.org/drawingml/2006/main">
              <a:ext uri="{FF2B5EF4-FFF2-40B4-BE49-F238E27FC236}">
                <a16:creationId xmlns:a16="http://schemas.microsoft.com/office/drawing/2014/main" id="{B006B810-7D79-4AB5-9574-6FD6F450AF1E}"/>
              </a:ext>
            </a:extLst>
          </p:cNvPr>
          <p:cNvSpPr>
            <a:spLocks xmlns:a="http://schemas.openxmlformats.org/drawingml/2006/main" noGrp="1"/>
          </p:cNvSpPr>
          <p:nvPr/>
        </p:nvSpPr>
        <p:spPr>
          <a:xfrm xmlns:a="http://schemas.openxmlformats.org/drawingml/2006/main">
            <a:off x="6877050" y="5600700"/>
            <a:ext cx="723900" cy="276225"/>
          </a:xfrm>
          <a:prstGeom xmlns:a="http://schemas.openxmlformats.org/drawingml/2006/main" prst="rect">
            <a:avLst/>
          </a:prstGeom>
          <a:solidFill xmlns:a="http://schemas.openxmlformats.org/drawingml/2006/main">
            <a:srgbClr val="FFFFFF">
              <a:alpha val="9412"/>
            </a:srgbClr>
          </a:solidFill>
          <a:ln xmlns:a="http://schemas.openxmlformats.org/drawingml/2006/main" w="0">
            <a:noFill/>
            <a:prstDash val="solid"/>
          </a:ln>
        </p:spPr>
      </p:sp>
      <p:sp>
        <p:nvSpPr>
          <p:cNvPr id="85" name="">
            <a:extLst xmlns:a="http://schemas.openxmlformats.org/drawingml/2006/main">
              <a:ext uri="{FF2B5EF4-FFF2-40B4-BE49-F238E27FC236}">
                <a16:creationId xmlns:a16="http://schemas.microsoft.com/office/drawing/2014/main" id="{E07CB05F-F623-4640-8943-B41C986AA28C}"/>
              </a:ext>
            </a:extLst>
          </p:cNvPr>
          <p:cNvSpPr>
            <a:spLocks xmlns:a="http://schemas.openxmlformats.org/drawingml/2006/main" noGrp="1"/>
          </p:cNvSpPr>
          <p:nvPr/>
        </p:nvSpPr>
        <p:spPr>
          <a:xfrm xmlns:a="http://schemas.openxmlformats.org/drawingml/2006/main">
            <a:off x="7620000" y="5581650"/>
            <a:ext cx="762000" cy="314325"/>
          </a:xfrm>
          <a:prstGeom xmlns:a="http://schemas.openxmlformats.org/drawingml/2006/main" prst="rect">
            <a:avLst/>
          </a:prstGeom>
          <a:solidFill xmlns:a="http://schemas.openxmlformats.org/drawingml/2006/main">
            <a:srgbClr val="2E7895"/>
          </a:solidFill>
          <a:ln xmlns:a="http://schemas.openxmlformats.org/drawingml/2006/main" w="0">
            <a:noFill/>
            <a:prstDash val="solid"/>
          </a:ln>
        </p:spPr>
      </p:sp>
      <p:sp>
        <p:nvSpPr>
          <p:cNvPr id="86" name="">
            <a:extLst xmlns:a="http://schemas.openxmlformats.org/drawingml/2006/main">
              <a:ext uri="{FF2B5EF4-FFF2-40B4-BE49-F238E27FC236}">
                <a16:creationId xmlns:a16="http://schemas.microsoft.com/office/drawing/2014/main" id="{BC116FAB-3CA0-4BD1-8FCA-71AFBD0EE4F3}"/>
              </a:ext>
            </a:extLst>
          </p:cNvPr>
          <p:cNvSpPr>
            <a:spLocks xmlns:a="http://schemas.openxmlformats.org/drawingml/2006/main" noGrp="1"/>
          </p:cNvSpPr>
          <p:nvPr/>
        </p:nvSpPr>
        <p:spPr>
          <a:xfrm xmlns:a="http://schemas.openxmlformats.org/drawingml/2006/main">
            <a:off x="7639050" y="5600700"/>
            <a:ext cx="723900" cy="276225"/>
          </a:xfrm>
          <a:prstGeom xmlns:a="http://schemas.openxmlformats.org/drawingml/2006/main" prst="rect">
            <a:avLst/>
          </a:prstGeom>
          <a:solidFill xmlns:a="http://schemas.openxmlformats.org/drawingml/2006/main">
            <a:srgbClr val="FFFFFF">
              <a:alpha val="9412"/>
            </a:srgbClr>
          </a:solidFill>
          <a:ln xmlns:a="http://schemas.openxmlformats.org/drawingml/2006/main" w="0">
            <a:noFill/>
            <a:prstDash val="solid"/>
          </a:ln>
        </p:spPr>
      </p:sp>
      <p:sp>
        <p:nvSpPr>
          <p:cNvPr id="87" name="">
            <a:extLst xmlns:a="http://schemas.openxmlformats.org/drawingml/2006/main">
              <a:ext uri="{FF2B5EF4-FFF2-40B4-BE49-F238E27FC236}">
                <a16:creationId xmlns:a16="http://schemas.microsoft.com/office/drawing/2014/main" id="{E016D888-668A-46F6-8D15-0869E0F99FAC}"/>
              </a:ext>
            </a:extLst>
          </p:cNvPr>
          <p:cNvSpPr>
            <a:spLocks xmlns:a="http://schemas.openxmlformats.org/drawingml/2006/main" noGrp="1"/>
          </p:cNvSpPr>
          <p:nvPr/>
        </p:nvSpPr>
        <p:spPr>
          <a:xfrm xmlns:a="http://schemas.openxmlformats.org/drawingml/2006/main">
            <a:off x="8382000" y="5581650"/>
            <a:ext cx="762000" cy="314325"/>
          </a:xfrm>
          <a:prstGeom xmlns:a="http://schemas.openxmlformats.org/drawingml/2006/main" prst="rect">
            <a:avLst/>
          </a:prstGeom>
          <a:solidFill xmlns:a="http://schemas.openxmlformats.org/drawingml/2006/main">
            <a:srgbClr val="2E7895"/>
          </a:solidFill>
          <a:ln xmlns:a="http://schemas.openxmlformats.org/drawingml/2006/main" w="0">
            <a:noFill/>
            <a:prstDash val="solid"/>
          </a:ln>
        </p:spPr>
      </p:sp>
      <p:sp>
        <p:nvSpPr>
          <p:cNvPr id="88" name="">
            <a:extLst xmlns:a="http://schemas.openxmlformats.org/drawingml/2006/main">
              <a:ext uri="{FF2B5EF4-FFF2-40B4-BE49-F238E27FC236}">
                <a16:creationId xmlns:a16="http://schemas.microsoft.com/office/drawing/2014/main" id="{A1C4FEF1-840B-46FB-B118-208FE965CA1E}"/>
              </a:ext>
            </a:extLst>
          </p:cNvPr>
          <p:cNvSpPr>
            <a:spLocks xmlns:a="http://schemas.openxmlformats.org/drawingml/2006/main" noGrp="1"/>
          </p:cNvSpPr>
          <p:nvPr/>
        </p:nvSpPr>
        <p:spPr>
          <a:xfrm xmlns:a="http://schemas.openxmlformats.org/drawingml/2006/main">
            <a:off x="8401050" y="5600700"/>
            <a:ext cx="723900" cy="276225"/>
          </a:xfrm>
          <a:prstGeom xmlns:a="http://schemas.openxmlformats.org/drawingml/2006/main" prst="rect">
            <a:avLst/>
          </a:prstGeom>
          <a:solidFill xmlns:a="http://schemas.openxmlformats.org/drawingml/2006/main">
            <a:srgbClr val="FFFFFF">
              <a:alpha val="9412"/>
            </a:srgbClr>
          </a:solidFill>
          <a:ln xmlns:a="http://schemas.openxmlformats.org/drawingml/2006/main" w="0">
            <a:noFill/>
            <a:prstDash val="solid"/>
          </a:ln>
        </p:spPr>
      </p:sp>
      <p:sp>
        <p:nvSpPr>
          <p:cNvPr id="89" name="">
            <a:extLst xmlns:a="http://schemas.openxmlformats.org/drawingml/2006/main">
              <a:ext uri="{FF2B5EF4-FFF2-40B4-BE49-F238E27FC236}">
                <a16:creationId xmlns:a16="http://schemas.microsoft.com/office/drawing/2014/main" id="{F98878A2-AF1E-4D20-8A7D-A95D21B4B434}"/>
              </a:ext>
            </a:extLst>
          </p:cNvPr>
          <p:cNvSpPr>
            <a:spLocks xmlns:a="http://schemas.openxmlformats.org/drawingml/2006/main" noGrp="1"/>
          </p:cNvSpPr>
          <p:nvPr/>
        </p:nvSpPr>
        <p:spPr>
          <a:xfrm xmlns:a="http://schemas.openxmlformats.org/drawingml/2006/main">
            <a:off x="9144000" y="5581650"/>
            <a:ext cx="762000" cy="314325"/>
          </a:xfrm>
          <a:prstGeom xmlns:a="http://schemas.openxmlformats.org/drawingml/2006/main" prst="rect">
            <a:avLst/>
          </a:prstGeom>
          <a:solidFill xmlns:a="http://schemas.openxmlformats.org/drawingml/2006/main">
            <a:srgbClr val="2E7895"/>
          </a:solidFill>
          <a:ln xmlns:a="http://schemas.openxmlformats.org/drawingml/2006/main" w="0">
            <a:noFill/>
            <a:prstDash val="solid"/>
          </a:ln>
        </p:spPr>
      </p:sp>
      <p:sp>
        <p:nvSpPr>
          <p:cNvPr id="90" name="">
            <a:extLst xmlns:a="http://schemas.openxmlformats.org/drawingml/2006/main">
              <a:ext uri="{FF2B5EF4-FFF2-40B4-BE49-F238E27FC236}">
                <a16:creationId xmlns:a16="http://schemas.microsoft.com/office/drawing/2014/main" id="{94BBEC97-620E-45D6-8267-F3B36F151804}"/>
              </a:ext>
            </a:extLst>
          </p:cNvPr>
          <p:cNvSpPr>
            <a:spLocks xmlns:a="http://schemas.openxmlformats.org/drawingml/2006/main" noGrp="1"/>
          </p:cNvSpPr>
          <p:nvPr/>
        </p:nvSpPr>
        <p:spPr>
          <a:xfrm xmlns:a="http://schemas.openxmlformats.org/drawingml/2006/main">
            <a:off x="9163050" y="5600700"/>
            <a:ext cx="723900" cy="276225"/>
          </a:xfrm>
          <a:prstGeom xmlns:a="http://schemas.openxmlformats.org/drawingml/2006/main" prst="rect">
            <a:avLst/>
          </a:prstGeom>
          <a:solidFill xmlns:a="http://schemas.openxmlformats.org/drawingml/2006/main">
            <a:srgbClr val="FFFFFF">
              <a:alpha val="9412"/>
            </a:srgbClr>
          </a:solidFill>
          <a:ln xmlns:a="http://schemas.openxmlformats.org/drawingml/2006/main" w="0">
            <a:noFill/>
            <a:prstDash val="solid"/>
          </a:ln>
        </p:spPr>
      </p:sp>
      <p:sp>
        <p:nvSpPr>
          <p:cNvPr id="91" name="">
            <a:extLst xmlns:a="http://schemas.openxmlformats.org/drawingml/2006/main">
              <a:ext uri="{FF2B5EF4-FFF2-40B4-BE49-F238E27FC236}">
                <a16:creationId xmlns:a16="http://schemas.microsoft.com/office/drawing/2014/main" id="{25DB0E09-641A-42BD-B9C8-97C707BCAEB3}"/>
              </a:ext>
            </a:extLst>
          </p:cNvPr>
          <p:cNvSpPr>
            <a:spLocks xmlns:a="http://schemas.openxmlformats.org/drawingml/2006/main" noGrp="1"/>
          </p:cNvSpPr>
          <p:nvPr/>
        </p:nvSpPr>
        <p:spPr>
          <a:xfrm xmlns:a="http://schemas.openxmlformats.org/drawingml/2006/main">
            <a:off x="9906000" y="5581650"/>
            <a:ext cx="762000" cy="314325"/>
          </a:xfrm>
          <a:prstGeom xmlns:a="http://schemas.openxmlformats.org/drawingml/2006/main" prst="rect">
            <a:avLst/>
          </a:prstGeom>
          <a:solidFill xmlns:a="http://schemas.openxmlformats.org/drawingml/2006/main">
            <a:srgbClr val="2E7895"/>
          </a:solidFill>
          <a:ln xmlns:a="http://schemas.openxmlformats.org/drawingml/2006/main" w="0">
            <a:noFill/>
            <a:prstDash val="solid"/>
          </a:ln>
        </p:spPr>
      </p:sp>
      <p:sp>
        <p:nvSpPr>
          <p:cNvPr id="92" name="">
            <a:extLst xmlns:a="http://schemas.openxmlformats.org/drawingml/2006/main">
              <a:ext uri="{FF2B5EF4-FFF2-40B4-BE49-F238E27FC236}">
                <a16:creationId xmlns:a16="http://schemas.microsoft.com/office/drawing/2014/main" id="{BDE0F0C2-1C49-4FFF-8581-486097155E4F}"/>
              </a:ext>
            </a:extLst>
          </p:cNvPr>
          <p:cNvSpPr>
            <a:spLocks xmlns:a="http://schemas.openxmlformats.org/drawingml/2006/main" noGrp="1"/>
          </p:cNvSpPr>
          <p:nvPr/>
        </p:nvSpPr>
        <p:spPr>
          <a:xfrm xmlns:a="http://schemas.openxmlformats.org/drawingml/2006/main">
            <a:off x="9925050" y="5600700"/>
            <a:ext cx="723900" cy="276225"/>
          </a:xfrm>
          <a:prstGeom xmlns:a="http://schemas.openxmlformats.org/drawingml/2006/main" prst="rect">
            <a:avLst/>
          </a:prstGeom>
          <a:solidFill xmlns:a="http://schemas.openxmlformats.org/drawingml/2006/main">
            <a:srgbClr val="FFFFFF">
              <a:alpha val="9412"/>
            </a:srgbClr>
          </a:solidFill>
          <a:ln xmlns:a="http://schemas.openxmlformats.org/drawingml/2006/main" w="0">
            <a:noFill/>
            <a:prstDash val="solid"/>
          </a:ln>
        </p:spPr>
      </p:sp>
      <p:sp>
        <p:nvSpPr>
          <p:cNvPr id="93" name="">
            <a:extLst xmlns:a="http://schemas.openxmlformats.org/drawingml/2006/main">
              <a:ext uri="{FF2B5EF4-FFF2-40B4-BE49-F238E27FC236}">
                <a16:creationId xmlns:a16="http://schemas.microsoft.com/office/drawing/2014/main" id="{A0B2EECA-4A52-46B8-AF0B-4F6CBCDAF70D}"/>
              </a:ext>
            </a:extLst>
          </p:cNvPr>
          <p:cNvSpPr>
            <a:spLocks xmlns:a="http://schemas.openxmlformats.org/drawingml/2006/main" noGrp="1"/>
          </p:cNvSpPr>
          <p:nvPr/>
        </p:nvSpPr>
        <p:spPr>
          <a:xfrm xmlns:a="http://schemas.openxmlformats.org/drawingml/2006/main">
            <a:off x="10668000" y="5581650"/>
            <a:ext cx="762000" cy="314325"/>
          </a:xfrm>
          <a:prstGeom xmlns:a="http://schemas.openxmlformats.org/drawingml/2006/main" prst="rect">
            <a:avLst/>
          </a:prstGeom>
          <a:solidFill xmlns:a="http://schemas.openxmlformats.org/drawingml/2006/main">
            <a:srgbClr val="2E7895"/>
          </a:solidFill>
          <a:ln xmlns:a="http://schemas.openxmlformats.org/drawingml/2006/main" w="0">
            <a:noFill/>
            <a:prstDash val="solid"/>
          </a:ln>
        </p:spPr>
      </p:sp>
      <p:sp>
        <p:nvSpPr>
          <p:cNvPr id="94" name="">
            <a:extLst xmlns:a="http://schemas.openxmlformats.org/drawingml/2006/main">
              <a:ext uri="{FF2B5EF4-FFF2-40B4-BE49-F238E27FC236}">
                <a16:creationId xmlns:a16="http://schemas.microsoft.com/office/drawing/2014/main" id="{A1D65C6F-4B1A-4A75-9B5E-F883EF0BE28C}"/>
              </a:ext>
            </a:extLst>
          </p:cNvPr>
          <p:cNvSpPr>
            <a:spLocks xmlns:a="http://schemas.openxmlformats.org/drawingml/2006/main" noGrp="1"/>
          </p:cNvSpPr>
          <p:nvPr/>
        </p:nvSpPr>
        <p:spPr>
          <a:xfrm xmlns:a="http://schemas.openxmlformats.org/drawingml/2006/main">
            <a:off x="10687050" y="5600700"/>
            <a:ext cx="723900" cy="276225"/>
          </a:xfrm>
          <a:prstGeom xmlns:a="http://schemas.openxmlformats.org/drawingml/2006/main" prst="rect">
            <a:avLst/>
          </a:prstGeom>
          <a:solidFill xmlns:a="http://schemas.openxmlformats.org/drawingml/2006/main">
            <a:srgbClr val="FFFFFF">
              <a:alpha val="9412"/>
            </a:srgbClr>
          </a:solidFill>
          <a:ln xmlns:a="http://schemas.openxmlformats.org/drawingml/2006/main" w="0">
            <a:noFill/>
            <a:prstDash val="solid"/>
          </a:ln>
        </p:spPr>
      </p:sp>
      <p:sp>
        <p:nvSpPr>
          <p:cNvPr id="95" name="">
            <a:extLst xmlns:a="http://schemas.openxmlformats.org/drawingml/2006/main">
              <a:ext uri="{FF2B5EF4-FFF2-40B4-BE49-F238E27FC236}">
                <a16:creationId xmlns:a16="http://schemas.microsoft.com/office/drawing/2014/main" id="{EEC51F1B-324F-4F68-9780-6CA74F9FD166}"/>
              </a:ext>
            </a:extLst>
          </p:cNvPr>
          <p:cNvSpPr>
            <a:spLocks xmlns:a="http://schemas.openxmlformats.org/drawingml/2006/main" noGrp="1"/>
          </p:cNvSpPr>
          <p:nvPr/>
        </p:nvSpPr>
        <p:spPr>
          <a:xfrm xmlns:a="http://schemas.openxmlformats.org/drawingml/2006/main">
            <a:off x="11430000" y="5581650"/>
            <a:ext cx="762000" cy="314325"/>
          </a:xfrm>
          <a:prstGeom xmlns:a="http://schemas.openxmlformats.org/drawingml/2006/main" prst="rect">
            <a:avLst/>
          </a:prstGeom>
          <a:solidFill xmlns:a="http://schemas.openxmlformats.org/drawingml/2006/main">
            <a:srgbClr val="2E7895"/>
          </a:solidFill>
          <a:ln xmlns:a="http://schemas.openxmlformats.org/drawingml/2006/main" w="0">
            <a:noFill/>
            <a:prstDash val="solid"/>
          </a:ln>
        </p:spPr>
      </p:sp>
      <p:sp>
        <p:nvSpPr>
          <p:cNvPr id="96" name="">
            <a:extLst xmlns:a="http://schemas.openxmlformats.org/drawingml/2006/main">
              <a:ext uri="{FF2B5EF4-FFF2-40B4-BE49-F238E27FC236}">
                <a16:creationId xmlns:a16="http://schemas.microsoft.com/office/drawing/2014/main" id="{767A14A1-2275-4D30-92BA-99D6FBD367CA}"/>
              </a:ext>
            </a:extLst>
          </p:cNvPr>
          <p:cNvSpPr>
            <a:spLocks xmlns:a="http://schemas.openxmlformats.org/drawingml/2006/main" noGrp="1"/>
          </p:cNvSpPr>
          <p:nvPr/>
        </p:nvSpPr>
        <p:spPr>
          <a:xfrm xmlns:a="http://schemas.openxmlformats.org/drawingml/2006/main">
            <a:off x="11449050" y="5600700"/>
            <a:ext cx="723900" cy="276225"/>
          </a:xfrm>
          <a:prstGeom xmlns:a="http://schemas.openxmlformats.org/drawingml/2006/main" prst="rect">
            <a:avLst/>
          </a:prstGeom>
          <a:solidFill xmlns:a="http://schemas.openxmlformats.org/drawingml/2006/main">
            <a:srgbClr val="FFFFFF">
              <a:alpha val="9412"/>
            </a:srgbClr>
          </a:solidFill>
          <a:ln xmlns:a="http://schemas.openxmlformats.org/drawingml/2006/main" w="0">
            <a:noFill/>
            <a:prstDash val="solid"/>
          </a:ln>
        </p:spPr>
      </p:sp>
      <p:sp>
        <p:nvSpPr>
          <p:cNvPr id="97" name="">
            <a:extLst xmlns:a="http://schemas.openxmlformats.org/drawingml/2006/main">
              <a:ext uri="{FF2B5EF4-FFF2-40B4-BE49-F238E27FC236}">
                <a16:creationId xmlns:a16="http://schemas.microsoft.com/office/drawing/2014/main" id="{1667BDDE-B16C-43A2-AB68-6BFDAEAEAB8F}"/>
              </a:ext>
            </a:extLst>
          </p:cNvPr>
          <p:cNvSpPr>
            <a:spLocks xmlns:a="http://schemas.openxmlformats.org/drawingml/2006/main" noGrp="1"/>
          </p:cNvSpPr>
          <p:nvPr/>
        </p:nvSpPr>
        <p:spPr>
          <a:xfrm xmlns:a="http://schemas.openxmlformats.org/drawingml/2006/main">
            <a:off x="0" y="5895975"/>
            <a:ext cx="762000" cy="314325"/>
          </a:xfrm>
          <a:prstGeom xmlns:a="http://schemas.openxmlformats.org/drawingml/2006/main" prst="rect">
            <a:avLst/>
          </a:prstGeom>
          <a:solidFill xmlns:a="http://schemas.openxmlformats.org/drawingml/2006/main">
            <a:srgbClr val="A96880"/>
          </a:solidFill>
          <a:ln xmlns:a="http://schemas.openxmlformats.org/drawingml/2006/main" w="0">
            <a:noFill/>
            <a:prstDash val="solid"/>
          </a:ln>
        </p:spPr>
      </p:sp>
      <p:sp>
        <p:nvSpPr>
          <p:cNvPr id="98" name="">
            <a:extLst xmlns:a="http://schemas.openxmlformats.org/drawingml/2006/main">
              <a:ext uri="{FF2B5EF4-FFF2-40B4-BE49-F238E27FC236}">
                <a16:creationId xmlns:a16="http://schemas.microsoft.com/office/drawing/2014/main" id="{0407C473-CC88-4E56-81B9-A484DB2A76DF}"/>
              </a:ext>
            </a:extLst>
          </p:cNvPr>
          <p:cNvSpPr>
            <a:spLocks xmlns:a="http://schemas.openxmlformats.org/drawingml/2006/main" noGrp="1"/>
          </p:cNvSpPr>
          <p:nvPr/>
        </p:nvSpPr>
        <p:spPr>
          <a:xfrm xmlns:a="http://schemas.openxmlformats.org/drawingml/2006/main">
            <a:off x="19050" y="5915025"/>
            <a:ext cx="723900" cy="276225"/>
          </a:xfrm>
          <a:prstGeom xmlns:a="http://schemas.openxmlformats.org/drawingml/2006/main" prst="rect">
            <a:avLst/>
          </a:prstGeom>
          <a:solidFill xmlns:a="http://schemas.openxmlformats.org/drawingml/2006/main">
            <a:srgbClr val="FFFFFF">
              <a:alpha val="9412"/>
            </a:srgbClr>
          </a:solidFill>
          <a:ln xmlns:a="http://schemas.openxmlformats.org/drawingml/2006/main" w="0">
            <a:noFill/>
            <a:prstDash val="solid"/>
          </a:ln>
        </p:spPr>
      </p:sp>
      <p:sp>
        <p:nvSpPr>
          <p:cNvPr id="99" name="">
            <a:extLst xmlns:a="http://schemas.openxmlformats.org/drawingml/2006/main">
              <a:ext uri="{FF2B5EF4-FFF2-40B4-BE49-F238E27FC236}">
                <a16:creationId xmlns:a16="http://schemas.microsoft.com/office/drawing/2014/main" id="{D80ABF58-A1A7-4E92-840A-13F7F2526631}"/>
              </a:ext>
            </a:extLst>
          </p:cNvPr>
          <p:cNvSpPr>
            <a:spLocks xmlns:a="http://schemas.openxmlformats.org/drawingml/2006/main" noGrp="1"/>
          </p:cNvSpPr>
          <p:nvPr/>
        </p:nvSpPr>
        <p:spPr>
          <a:xfrm xmlns:a="http://schemas.openxmlformats.org/drawingml/2006/main">
            <a:off x="762000" y="5895975"/>
            <a:ext cx="762000" cy="314325"/>
          </a:xfrm>
          <a:prstGeom xmlns:a="http://schemas.openxmlformats.org/drawingml/2006/main" prst="rect">
            <a:avLst/>
          </a:prstGeom>
          <a:solidFill xmlns:a="http://schemas.openxmlformats.org/drawingml/2006/main">
            <a:srgbClr val="A96880"/>
          </a:solidFill>
          <a:ln xmlns:a="http://schemas.openxmlformats.org/drawingml/2006/main" w="0">
            <a:noFill/>
            <a:prstDash val="solid"/>
          </a:ln>
        </p:spPr>
      </p:sp>
      <p:sp>
        <p:nvSpPr>
          <p:cNvPr id="100" name="">
            <a:extLst xmlns:a="http://schemas.openxmlformats.org/drawingml/2006/main">
              <a:ext uri="{FF2B5EF4-FFF2-40B4-BE49-F238E27FC236}">
                <a16:creationId xmlns:a16="http://schemas.microsoft.com/office/drawing/2014/main" id="{8F9E30E7-C639-4948-977E-1C47D1D63A4E}"/>
              </a:ext>
            </a:extLst>
          </p:cNvPr>
          <p:cNvSpPr>
            <a:spLocks xmlns:a="http://schemas.openxmlformats.org/drawingml/2006/main" noGrp="1"/>
          </p:cNvSpPr>
          <p:nvPr/>
        </p:nvSpPr>
        <p:spPr>
          <a:xfrm xmlns:a="http://schemas.openxmlformats.org/drawingml/2006/main">
            <a:off x="781050" y="5915025"/>
            <a:ext cx="723900" cy="276225"/>
          </a:xfrm>
          <a:prstGeom xmlns:a="http://schemas.openxmlformats.org/drawingml/2006/main" prst="rect">
            <a:avLst/>
          </a:prstGeom>
          <a:solidFill xmlns:a="http://schemas.openxmlformats.org/drawingml/2006/main">
            <a:srgbClr val="FFFFFF">
              <a:alpha val="9412"/>
            </a:srgbClr>
          </a:solidFill>
          <a:ln xmlns:a="http://schemas.openxmlformats.org/drawingml/2006/main" w="0">
            <a:noFill/>
            <a:prstDash val="solid"/>
          </a:ln>
        </p:spPr>
      </p:sp>
      <p:sp>
        <p:nvSpPr>
          <p:cNvPr id="101" name="">
            <a:extLst xmlns:a="http://schemas.openxmlformats.org/drawingml/2006/main">
              <a:ext uri="{FF2B5EF4-FFF2-40B4-BE49-F238E27FC236}">
                <a16:creationId xmlns:a16="http://schemas.microsoft.com/office/drawing/2014/main" id="{4BF35850-BCB1-4651-8E00-6ACF6F24D2CA}"/>
              </a:ext>
            </a:extLst>
          </p:cNvPr>
          <p:cNvSpPr>
            <a:spLocks xmlns:a="http://schemas.openxmlformats.org/drawingml/2006/main" noGrp="1"/>
          </p:cNvSpPr>
          <p:nvPr/>
        </p:nvSpPr>
        <p:spPr>
          <a:xfrm xmlns:a="http://schemas.openxmlformats.org/drawingml/2006/main">
            <a:off x="1524000" y="5895975"/>
            <a:ext cx="762000" cy="314325"/>
          </a:xfrm>
          <a:prstGeom xmlns:a="http://schemas.openxmlformats.org/drawingml/2006/main" prst="rect">
            <a:avLst/>
          </a:prstGeom>
          <a:solidFill xmlns:a="http://schemas.openxmlformats.org/drawingml/2006/main">
            <a:srgbClr val="A96880"/>
          </a:solidFill>
          <a:ln xmlns:a="http://schemas.openxmlformats.org/drawingml/2006/main" w="0">
            <a:noFill/>
            <a:prstDash val="solid"/>
          </a:ln>
        </p:spPr>
      </p:sp>
      <p:sp>
        <p:nvSpPr>
          <p:cNvPr id="102" name="">
            <a:extLst xmlns:a="http://schemas.openxmlformats.org/drawingml/2006/main">
              <a:ext uri="{FF2B5EF4-FFF2-40B4-BE49-F238E27FC236}">
                <a16:creationId xmlns:a16="http://schemas.microsoft.com/office/drawing/2014/main" id="{48644152-A00E-4634-B52B-BDB34C33346F}"/>
              </a:ext>
            </a:extLst>
          </p:cNvPr>
          <p:cNvSpPr>
            <a:spLocks xmlns:a="http://schemas.openxmlformats.org/drawingml/2006/main" noGrp="1"/>
          </p:cNvSpPr>
          <p:nvPr/>
        </p:nvSpPr>
        <p:spPr>
          <a:xfrm xmlns:a="http://schemas.openxmlformats.org/drawingml/2006/main">
            <a:off x="1543050" y="5915025"/>
            <a:ext cx="723900" cy="276225"/>
          </a:xfrm>
          <a:prstGeom xmlns:a="http://schemas.openxmlformats.org/drawingml/2006/main" prst="rect">
            <a:avLst/>
          </a:prstGeom>
          <a:solidFill xmlns:a="http://schemas.openxmlformats.org/drawingml/2006/main">
            <a:srgbClr val="FFFFFF">
              <a:alpha val="9412"/>
            </a:srgbClr>
          </a:solidFill>
          <a:ln xmlns:a="http://schemas.openxmlformats.org/drawingml/2006/main" w="0">
            <a:noFill/>
            <a:prstDash val="solid"/>
          </a:ln>
        </p:spPr>
      </p:sp>
      <p:sp>
        <p:nvSpPr>
          <p:cNvPr id="103" name="">
            <a:extLst xmlns:a="http://schemas.openxmlformats.org/drawingml/2006/main">
              <a:ext uri="{FF2B5EF4-FFF2-40B4-BE49-F238E27FC236}">
                <a16:creationId xmlns:a16="http://schemas.microsoft.com/office/drawing/2014/main" id="{6FE3394E-4E1C-4F8A-A06C-8087634E7611}"/>
              </a:ext>
            </a:extLst>
          </p:cNvPr>
          <p:cNvSpPr>
            <a:spLocks xmlns:a="http://schemas.openxmlformats.org/drawingml/2006/main" noGrp="1"/>
          </p:cNvSpPr>
          <p:nvPr/>
        </p:nvSpPr>
        <p:spPr>
          <a:xfrm xmlns:a="http://schemas.openxmlformats.org/drawingml/2006/main">
            <a:off x="2286000" y="5895975"/>
            <a:ext cx="762000" cy="314325"/>
          </a:xfrm>
          <a:prstGeom xmlns:a="http://schemas.openxmlformats.org/drawingml/2006/main" prst="rect">
            <a:avLst/>
          </a:prstGeom>
          <a:solidFill xmlns:a="http://schemas.openxmlformats.org/drawingml/2006/main">
            <a:srgbClr val="A96880"/>
          </a:solidFill>
          <a:ln xmlns:a="http://schemas.openxmlformats.org/drawingml/2006/main" w="0">
            <a:noFill/>
            <a:prstDash val="solid"/>
          </a:ln>
        </p:spPr>
      </p:sp>
      <p:sp>
        <p:nvSpPr>
          <p:cNvPr id="104" name="">
            <a:extLst xmlns:a="http://schemas.openxmlformats.org/drawingml/2006/main">
              <a:ext uri="{FF2B5EF4-FFF2-40B4-BE49-F238E27FC236}">
                <a16:creationId xmlns:a16="http://schemas.microsoft.com/office/drawing/2014/main" id="{A3013856-90F1-4C22-9087-E19CB7B581AE}"/>
              </a:ext>
            </a:extLst>
          </p:cNvPr>
          <p:cNvSpPr>
            <a:spLocks xmlns:a="http://schemas.openxmlformats.org/drawingml/2006/main" noGrp="1"/>
          </p:cNvSpPr>
          <p:nvPr/>
        </p:nvSpPr>
        <p:spPr>
          <a:xfrm xmlns:a="http://schemas.openxmlformats.org/drawingml/2006/main">
            <a:off x="2305050" y="5915025"/>
            <a:ext cx="723900" cy="276225"/>
          </a:xfrm>
          <a:prstGeom xmlns:a="http://schemas.openxmlformats.org/drawingml/2006/main" prst="rect">
            <a:avLst/>
          </a:prstGeom>
          <a:solidFill xmlns:a="http://schemas.openxmlformats.org/drawingml/2006/main">
            <a:srgbClr val="FFFFFF">
              <a:alpha val="9412"/>
            </a:srgbClr>
          </a:solidFill>
          <a:ln xmlns:a="http://schemas.openxmlformats.org/drawingml/2006/main" w="0">
            <a:noFill/>
            <a:prstDash val="solid"/>
          </a:ln>
        </p:spPr>
      </p:sp>
      <p:sp>
        <p:nvSpPr>
          <p:cNvPr id="105" name="">
            <a:extLst xmlns:a="http://schemas.openxmlformats.org/drawingml/2006/main">
              <a:ext uri="{FF2B5EF4-FFF2-40B4-BE49-F238E27FC236}">
                <a16:creationId xmlns:a16="http://schemas.microsoft.com/office/drawing/2014/main" id="{A57699B4-CB9E-495C-8B34-BBA747A61235}"/>
              </a:ext>
            </a:extLst>
          </p:cNvPr>
          <p:cNvSpPr>
            <a:spLocks xmlns:a="http://schemas.openxmlformats.org/drawingml/2006/main" noGrp="1"/>
          </p:cNvSpPr>
          <p:nvPr/>
        </p:nvSpPr>
        <p:spPr>
          <a:xfrm xmlns:a="http://schemas.openxmlformats.org/drawingml/2006/main">
            <a:off x="3048000" y="5895975"/>
            <a:ext cx="762000" cy="314325"/>
          </a:xfrm>
          <a:prstGeom xmlns:a="http://schemas.openxmlformats.org/drawingml/2006/main" prst="rect">
            <a:avLst/>
          </a:prstGeom>
          <a:solidFill xmlns:a="http://schemas.openxmlformats.org/drawingml/2006/main">
            <a:srgbClr val="A96880"/>
          </a:solidFill>
          <a:ln xmlns:a="http://schemas.openxmlformats.org/drawingml/2006/main" w="0">
            <a:noFill/>
            <a:prstDash val="solid"/>
          </a:ln>
        </p:spPr>
      </p:sp>
      <p:sp>
        <p:nvSpPr>
          <p:cNvPr id="106" name="">
            <a:extLst xmlns:a="http://schemas.openxmlformats.org/drawingml/2006/main">
              <a:ext uri="{FF2B5EF4-FFF2-40B4-BE49-F238E27FC236}">
                <a16:creationId xmlns:a16="http://schemas.microsoft.com/office/drawing/2014/main" id="{AA2AF84D-8B78-454E-8BE0-AC3D7F0F87B6}"/>
              </a:ext>
            </a:extLst>
          </p:cNvPr>
          <p:cNvSpPr>
            <a:spLocks xmlns:a="http://schemas.openxmlformats.org/drawingml/2006/main" noGrp="1"/>
          </p:cNvSpPr>
          <p:nvPr/>
        </p:nvSpPr>
        <p:spPr>
          <a:xfrm xmlns:a="http://schemas.openxmlformats.org/drawingml/2006/main">
            <a:off x="3067050" y="5915025"/>
            <a:ext cx="723900" cy="276225"/>
          </a:xfrm>
          <a:prstGeom xmlns:a="http://schemas.openxmlformats.org/drawingml/2006/main" prst="rect">
            <a:avLst/>
          </a:prstGeom>
          <a:solidFill xmlns:a="http://schemas.openxmlformats.org/drawingml/2006/main">
            <a:srgbClr val="FFFFFF">
              <a:alpha val="9412"/>
            </a:srgbClr>
          </a:solidFill>
          <a:ln xmlns:a="http://schemas.openxmlformats.org/drawingml/2006/main" w="0">
            <a:noFill/>
            <a:prstDash val="solid"/>
          </a:ln>
        </p:spPr>
      </p:sp>
      <p:sp>
        <p:nvSpPr>
          <p:cNvPr id="107" name="">
            <a:extLst xmlns:a="http://schemas.openxmlformats.org/drawingml/2006/main">
              <a:ext uri="{FF2B5EF4-FFF2-40B4-BE49-F238E27FC236}">
                <a16:creationId xmlns:a16="http://schemas.microsoft.com/office/drawing/2014/main" id="{FBFD9DCF-F69C-4521-9004-97B402AD5646}"/>
              </a:ext>
            </a:extLst>
          </p:cNvPr>
          <p:cNvSpPr>
            <a:spLocks xmlns:a="http://schemas.openxmlformats.org/drawingml/2006/main" noGrp="1"/>
          </p:cNvSpPr>
          <p:nvPr/>
        </p:nvSpPr>
        <p:spPr>
          <a:xfrm xmlns:a="http://schemas.openxmlformats.org/drawingml/2006/main">
            <a:off x="3810000" y="5895975"/>
            <a:ext cx="762000" cy="314325"/>
          </a:xfrm>
          <a:prstGeom xmlns:a="http://schemas.openxmlformats.org/drawingml/2006/main" prst="rect">
            <a:avLst/>
          </a:prstGeom>
          <a:solidFill xmlns:a="http://schemas.openxmlformats.org/drawingml/2006/main">
            <a:srgbClr val="A96880"/>
          </a:solidFill>
          <a:ln xmlns:a="http://schemas.openxmlformats.org/drawingml/2006/main" w="0">
            <a:noFill/>
            <a:prstDash val="solid"/>
          </a:ln>
        </p:spPr>
      </p:sp>
      <p:sp>
        <p:nvSpPr>
          <p:cNvPr id="108" name="">
            <a:extLst xmlns:a="http://schemas.openxmlformats.org/drawingml/2006/main">
              <a:ext uri="{FF2B5EF4-FFF2-40B4-BE49-F238E27FC236}">
                <a16:creationId xmlns:a16="http://schemas.microsoft.com/office/drawing/2014/main" id="{293B4ACE-A42A-43A2-961A-7A4F235BAABA}"/>
              </a:ext>
            </a:extLst>
          </p:cNvPr>
          <p:cNvSpPr>
            <a:spLocks xmlns:a="http://schemas.openxmlformats.org/drawingml/2006/main" noGrp="1"/>
          </p:cNvSpPr>
          <p:nvPr/>
        </p:nvSpPr>
        <p:spPr>
          <a:xfrm xmlns:a="http://schemas.openxmlformats.org/drawingml/2006/main">
            <a:off x="3829050" y="5915025"/>
            <a:ext cx="723900" cy="276225"/>
          </a:xfrm>
          <a:prstGeom xmlns:a="http://schemas.openxmlformats.org/drawingml/2006/main" prst="rect">
            <a:avLst/>
          </a:prstGeom>
          <a:solidFill xmlns:a="http://schemas.openxmlformats.org/drawingml/2006/main">
            <a:srgbClr val="FFFFFF">
              <a:alpha val="9412"/>
            </a:srgbClr>
          </a:solidFill>
          <a:ln xmlns:a="http://schemas.openxmlformats.org/drawingml/2006/main" w="0">
            <a:noFill/>
            <a:prstDash val="solid"/>
          </a:ln>
        </p:spPr>
      </p:sp>
      <p:sp>
        <p:nvSpPr>
          <p:cNvPr id="109" name="">
            <a:extLst xmlns:a="http://schemas.openxmlformats.org/drawingml/2006/main">
              <a:ext uri="{FF2B5EF4-FFF2-40B4-BE49-F238E27FC236}">
                <a16:creationId xmlns:a16="http://schemas.microsoft.com/office/drawing/2014/main" id="{41319A13-0BC5-4B5E-81D4-4D1143B4381A}"/>
              </a:ext>
            </a:extLst>
          </p:cNvPr>
          <p:cNvSpPr>
            <a:spLocks xmlns:a="http://schemas.openxmlformats.org/drawingml/2006/main" noGrp="1"/>
          </p:cNvSpPr>
          <p:nvPr/>
        </p:nvSpPr>
        <p:spPr>
          <a:xfrm xmlns:a="http://schemas.openxmlformats.org/drawingml/2006/main">
            <a:off x="4572000" y="5895975"/>
            <a:ext cx="762000" cy="314325"/>
          </a:xfrm>
          <a:prstGeom xmlns:a="http://schemas.openxmlformats.org/drawingml/2006/main" prst="rect">
            <a:avLst/>
          </a:prstGeom>
          <a:solidFill xmlns:a="http://schemas.openxmlformats.org/drawingml/2006/main">
            <a:srgbClr val="A96880"/>
          </a:solidFill>
          <a:ln xmlns:a="http://schemas.openxmlformats.org/drawingml/2006/main" w="0">
            <a:noFill/>
            <a:prstDash val="solid"/>
          </a:ln>
        </p:spPr>
      </p:sp>
      <p:sp>
        <p:nvSpPr>
          <p:cNvPr id="110" name="">
            <a:extLst xmlns:a="http://schemas.openxmlformats.org/drawingml/2006/main">
              <a:ext uri="{FF2B5EF4-FFF2-40B4-BE49-F238E27FC236}">
                <a16:creationId xmlns:a16="http://schemas.microsoft.com/office/drawing/2014/main" id="{F0425B42-61A8-4CFE-BCB9-F2B6F7F2C6E5}"/>
              </a:ext>
            </a:extLst>
          </p:cNvPr>
          <p:cNvSpPr>
            <a:spLocks xmlns:a="http://schemas.openxmlformats.org/drawingml/2006/main" noGrp="1"/>
          </p:cNvSpPr>
          <p:nvPr/>
        </p:nvSpPr>
        <p:spPr>
          <a:xfrm xmlns:a="http://schemas.openxmlformats.org/drawingml/2006/main">
            <a:off x="4591050" y="5915025"/>
            <a:ext cx="723900" cy="276225"/>
          </a:xfrm>
          <a:prstGeom xmlns:a="http://schemas.openxmlformats.org/drawingml/2006/main" prst="rect">
            <a:avLst/>
          </a:prstGeom>
          <a:solidFill xmlns:a="http://schemas.openxmlformats.org/drawingml/2006/main">
            <a:srgbClr val="FFFFFF">
              <a:alpha val="9412"/>
            </a:srgbClr>
          </a:solidFill>
          <a:ln xmlns:a="http://schemas.openxmlformats.org/drawingml/2006/main" w="0">
            <a:noFill/>
            <a:prstDash val="solid"/>
          </a:ln>
        </p:spPr>
      </p:sp>
      <p:sp>
        <p:nvSpPr>
          <p:cNvPr id="111" name="">
            <a:extLst xmlns:a="http://schemas.openxmlformats.org/drawingml/2006/main">
              <a:ext uri="{FF2B5EF4-FFF2-40B4-BE49-F238E27FC236}">
                <a16:creationId xmlns:a16="http://schemas.microsoft.com/office/drawing/2014/main" id="{E803F631-4CD4-4925-8183-7EBA56B04B1B}"/>
              </a:ext>
            </a:extLst>
          </p:cNvPr>
          <p:cNvSpPr>
            <a:spLocks xmlns:a="http://schemas.openxmlformats.org/drawingml/2006/main" noGrp="1"/>
          </p:cNvSpPr>
          <p:nvPr/>
        </p:nvSpPr>
        <p:spPr>
          <a:xfrm xmlns:a="http://schemas.openxmlformats.org/drawingml/2006/main">
            <a:off x="5334000" y="5895975"/>
            <a:ext cx="762000" cy="314325"/>
          </a:xfrm>
          <a:prstGeom xmlns:a="http://schemas.openxmlformats.org/drawingml/2006/main" prst="rect">
            <a:avLst/>
          </a:prstGeom>
          <a:solidFill xmlns:a="http://schemas.openxmlformats.org/drawingml/2006/main">
            <a:srgbClr val="A96880"/>
          </a:solidFill>
          <a:ln xmlns:a="http://schemas.openxmlformats.org/drawingml/2006/main" w="0">
            <a:noFill/>
            <a:prstDash val="solid"/>
          </a:ln>
        </p:spPr>
      </p:sp>
      <p:sp>
        <p:nvSpPr>
          <p:cNvPr id="112" name="">
            <a:extLst xmlns:a="http://schemas.openxmlformats.org/drawingml/2006/main">
              <a:ext uri="{FF2B5EF4-FFF2-40B4-BE49-F238E27FC236}">
                <a16:creationId xmlns:a16="http://schemas.microsoft.com/office/drawing/2014/main" id="{B8870510-B25F-4B72-AA44-0150E200BF02}"/>
              </a:ext>
            </a:extLst>
          </p:cNvPr>
          <p:cNvSpPr>
            <a:spLocks xmlns:a="http://schemas.openxmlformats.org/drawingml/2006/main" noGrp="1"/>
          </p:cNvSpPr>
          <p:nvPr/>
        </p:nvSpPr>
        <p:spPr>
          <a:xfrm xmlns:a="http://schemas.openxmlformats.org/drawingml/2006/main">
            <a:off x="5353050" y="5915025"/>
            <a:ext cx="723900" cy="276225"/>
          </a:xfrm>
          <a:prstGeom xmlns:a="http://schemas.openxmlformats.org/drawingml/2006/main" prst="rect">
            <a:avLst/>
          </a:prstGeom>
          <a:solidFill xmlns:a="http://schemas.openxmlformats.org/drawingml/2006/main">
            <a:srgbClr val="FFFFFF">
              <a:alpha val="9412"/>
            </a:srgbClr>
          </a:solidFill>
          <a:ln xmlns:a="http://schemas.openxmlformats.org/drawingml/2006/main" w="0">
            <a:noFill/>
            <a:prstDash val="solid"/>
          </a:ln>
        </p:spPr>
      </p:sp>
      <p:sp>
        <p:nvSpPr>
          <p:cNvPr id="113" name="">
            <a:extLst xmlns:a="http://schemas.openxmlformats.org/drawingml/2006/main">
              <a:ext uri="{FF2B5EF4-FFF2-40B4-BE49-F238E27FC236}">
                <a16:creationId xmlns:a16="http://schemas.microsoft.com/office/drawing/2014/main" id="{1031AAB6-8887-42ED-B201-4613FCE28681}"/>
              </a:ext>
            </a:extLst>
          </p:cNvPr>
          <p:cNvSpPr>
            <a:spLocks xmlns:a="http://schemas.openxmlformats.org/drawingml/2006/main" noGrp="1"/>
          </p:cNvSpPr>
          <p:nvPr/>
        </p:nvSpPr>
        <p:spPr>
          <a:xfrm xmlns:a="http://schemas.openxmlformats.org/drawingml/2006/main">
            <a:off x="6096000" y="5895975"/>
            <a:ext cx="762000" cy="314325"/>
          </a:xfrm>
          <a:prstGeom xmlns:a="http://schemas.openxmlformats.org/drawingml/2006/main" prst="rect">
            <a:avLst/>
          </a:prstGeom>
          <a:solidFill xmlns:a="http://schemas.openxmlformats.org/drawingml/2006/main">
            <a:srgbClr val="A96880"/>
          </a:solidFill>
          <a:ln xmlns:a="http://schemas.openxmlformats.org/drawingml/2006/main" w="0">
            <a:noFill/>
            <a:prstDash val="solid"/>
          </a:ln>
        </p:spPr>
      </p:sp>
      <p:sp>
        <p:nvSpPr>
          <p:cNvPr id="114" name="">
            <a:extLst xmlns:a="http://schemas.openxmlformats.org/drawingml/2006/main">
              <a:ext uri="{FF2B5EF4-FFF2-40B4-BE49-F238E27FC236}">
                <a16:creationId xmlns:a16="http://schemas.microsoft.com/office/drawing/2014/main" id="{16BE27BA-EEC2-4E50-8B5E-ED0628A36162}"/>
              </a:ext>
            </a:extLst>
          </p:cNvPr>
          <p:cNvSpPr>
            <a:spLocks xmlns:a="http://schemas.openxmlformats.org/drawingml/2006/main" noGrp="1"/>
          </p:cNvSpPr>
          <p:nvPr/>
        </p:nvSpPr>
        <p:spPr>
          <a:xfrm xmlns:a="http://schemas.openxmlformats.org/drawingml/2006/main">
            <a:off x="6115050" y="5915025"/>
            <a:ext cx="723900" cy="276225"/>
          </a:xfrm>
          <a:prstGeom xmlns:a="http://schemas.openxmlformats.org/drawingml/2006/main" prst="rect">
            <a:avLst/>
          </a:prstGeom>
          <a:solidFill xmlns:a="http://schemas.openxmlformats.org/drawingml/2006/main">
            <a:srgbClr val="FFFFFF">
              <a:alpha val="9412"/>
            </a:srgbClr>
          </a:solidFill>
          <a:ln xmlns:a="http://schemas.openxmlformats.org/drawingml/2006/main" w="0">
            <a:noFill/>
            <a:prstDash val="solid"/>
          </a:ln>
        </p:spPr>
      </p:sp>
      <p:sp>
        <p:nvSpPr>
          <p:cNvPr id="115" name="">
            <a:extLst xmlns:a="http://schemas.openxmlformats.org/drawingml/2006/main">
              <a:ext uri="{FF2B5EF4-FFF2-40B4-BE49-F238E27FC236}">
                <a16:creationId xmlns:a16="http://schemas.microsoft.com/office/drawing/2014/main" id="{AABBBC6E-33DC-4AEF-8670-E78CB096EEFA}"/>
              </a:ext>
            </a:extLst>
          </p:cNvPr>
          <p:cNvSpPr>
            <a:spLocks xmlns:a="http://schemas.openxmlformats.org/drawingml/2006/main" noGrp="1"/>
          </p:cNvSpPr>
          <p:nvPr/>
        </p:nvSpPr>
        <p:spPr>
          <a:xfrm xmlns:a="http://schemas.openxmlformats.org/drawingml/2006/main">
            <a:off x="6858000" y="5895975"/>
            <a:ext cx="762000" cy="314325"/>
          </a:xfrm>
          <a:prstGeom xmlns:a="http://schemas.openxmlformats.org/drawingml/2006/main" prst="rect">
            <a:avLst/>
          </a:prstGeom>
          <a:solidFill xmlns:a="http://schemas.openxmlformats.org/drawingml/2006/main">
            <a:srgbClr val="A96880"/>
          </a:solidFill>
          <a:ln xmlns:a="http://schemas.openxmlformats.org/drawingml/2006/main" w="0">
            <a:noFill/>
            <a:prstDash val="solid"/>
          </a:ln>
        </p:spPr>
      </p:sp>
      <p:sp>
        <p:nvSpPr>
          <p:cNvPr id="116" name="">
            <a:extLst xmlns:a="http://schemas.openxmlformats.org/drawingml/2006/main">
              <a:ext uri="{FF2B5EF4-FFF2-40B4-BE49-F238E27FC236}">
                <a16:creationId xmlns:a16="http://schemas.microsoft.com/office/drawing/2014/main" id="{2A6CED3E-1A62-44B6-8DBB-3ACF525CA14A}"/>
              </a:ext>
            </a:extLst>
          </p:cNvPr>
          <p:cNvSpPr>
            <a:spLocks xmlns:a="http://schemas.openxmlformats.org/drawingml/2006/main" noGrp="1"/>
          </p:cNvSpPr>
          <p:nvPr/>
        </p:nvSpPr>
        <p:spPr>
          <a:xfrm xmlns:a="http://schemas.openxmlformats.org/drawingml/2006/main">
            <a:off x="6877050" y="5915025"/>
            <a:ext cx="723900" cy="276225"/>
          </a:xfrm>
          <a:prstGeom xmlns:a="http://schemas.openxmlformats.org/drawingml/2006/main" prst="rect">
            <a:avLst/>
          </a:prstGeom>
          <a:solidFill xmlns:a="http://schemas.openxmlformats.org/drawingml/2006/main">
            <a:srgbClr val="FFFFFF">
              <a:alpha val="9412"/>
            </a:srgbClr>
          </a:solidFill>
          <a:ln xmlns:a="http://schemas.openxmlformats.org/drawingml/2006/main" w="0">
            <a:noFill/>
            <a:prstDash val="solid"/>
          </a:ln>
        </p:spPr>
      </p:sp>
      <p:sp>
        <p:nvSpPr>
          <p:cNvPr id="117" name="">
            <a:extLst xmlns:a="http://schemas.openxmlformats.org/drawingml/2006/main">
              <a:ext uri="{FF2B5EF4-FFF2-40B4-BE49-F238E27FC236}">
                <a16:creationId xmlns:a16="http://schemas.microsoft.com/office/drawing/2014/main" id="{0D8F71A0-FB54-4C2A-8E45-90C56E81D988}"/>
              </a:ext>
            </a:extLst>
          </p:cNvPr>
          <p:cNvSpPr>
            <a:spLocks xmlns:a="http://schemas.openxmlformats.org/drawingml/2006/main" noGrp="1"/>
          </p:cNvSpPr>
          <p:nvPr/>
        </p:nvSpPr>
        <p:spPr>
          <a:xfrm xmlns:a="http://schemas.openxmlformats.org/drawingml/2006/main">
            <a:off x="7620000" y="5895975"/>
            <a:ext cx="762000" cy="314325"/>
          </a:xfrm>
          <a:prstGeom xmlns:a="http://schemas.openxmlformats.org/drawingml/2006/main" prst="rect">
            <a:avLst/>
          </a:prstGeom>
          <a:solidFill xmlns:a="http://schemas.openxmlformats.org/drawingml/2006/main">
            <a:srgbClr val="A96880"/>
          </a:solidFill>
          <a:ln xmlns:a="http://schemas.openxmlformats.org/drawingml/2006/main" w="0">
            <a:noFill/>
            <a:prstDash val="solid"/>
          </a:ln>
        </p:spPr>
      </p:sp>
      <p:sp>
        <p:nvSpPr>
          <p:cNvPr id="118" name="">
            <a:extLst xmlns:a="http://schemas.openxmlformats.org/drawingml/2006/main">
              <a:ext uri="{FF2B5EF4-FFF2-40B4-BE49-F238E27FC236}">
                <a16:creationId xmlns:a16="http://schemas.microsoft.com/office/drawing/2014/main" id="{289A251E-A84F-4451-A7BF-41F583C8FF4A}"/>
              </a:ext>
            </a:extLst>
          </p:cNvPr>
          <p:cNvSpPr>
            <a:spLocks xmlns:a="http://schemas.openxmlformats.org/drawingml/2006/main" noGrp="1"/>
          </p:cNvSpPr>
          <p:nvPr/>
        </p:nvSpPr>
        <p:spPr>
          <a:xfrm xmlns:a="http://schemas.openxmlformats.org/drawingml/2006/main">
            <a:off x="7639050" y="5915025"/>
            <a:ext cx="723900" cy="276225"/>
          </a:xfrm>
          <a:prstGeom xmlns:a="http://schemas.openxmlformats.org/drawingml/2006/main" prst="rect">
            <a:avLst/>
          </a:prstGeom>
          <a:solidFill xmlns:a="http://schemas.openxmlformats.org/drawingml/2006/main">
            <a:srgbClr val="FFFFFF">
              <a:alpha val="9412"/>
            </a:srgbClr>
          </a:solidFill>
          <a:ln xmlns:a="http://schemas.openxmlformats.org/drawingml/2006/main" w="0">
            <a:noFill/>
            <a:prstDash val="solid"/>
          </a:ln>
        </p:spPr>
      </p:sp>
      <p:sp>
        <p:nvSpPr>
          <p:cNvPr id="119" name="">
            <a:extLst xmlns:a="http://schemas.openxmlformats.org/drawingml/2006/main">
              <a:ext uri="{FF2B5EF4-FFF2-40B4-BE49-F238E27FC236}">
                <a16:creationId xmlns:a16="http://schemas.microsoft.com/office/drawing/2014/main" id="{2A49EDE0-C63F-4C0C-BEE3-E2945DA1584C}"/>
              </a:ext>
            </a:extLst>
          </p:cNvPr>
          <p:cNvSpPr>
            <a:spLocks xmlns:a="http://schemas.openxmlformats.org/drawingml/2006/main" noGrp="1"/>
          </p:cNvSpPr>
          <p:nvPr/>
        </p:nvSpPr>
        <p:spPr>
          <a:xfrm xmlns:a="http://schemas.openxmlformats.org/drawingml/2006/main">
            <a:off x="8382000" y="5895975"/>
            <a:ext cx="762000" cy="314325"/>
          </a:xfrm>
          <a:prstGeom xmlns:a="http://schemas.openxmlformats.org/drawingml/2006/main" prst="rect">
            <a:avLst/>
          </a:prstGeom>
          <a:solidFill xmlns:a="http://schemas.openxmlformats.org/drawingml/2006/main">
            <a:srgbClr val="A96880"/>
          </a:solidFill>
          <a:ln xmlns:a="http://schemas.openxmlformats.org/drawingml/2006/main" w="0">
            <a:noFill/>
            <a:prstDash val="solid"/>
          </a:ln>
        </p:spPr>
      </p:sp>
      <p:sp>
        <p:nvSpPr>
          <p:cNvPr id="120" name="">
            <a:extLst xmlns:a="http://schemas.openxmlformats.org/drawingml/2006/main">
              <a:ext uri="{FF2B5EF4-FFF2-40B4-BE49-F238E27FC236}">
                <a16:creationId xmlns:a16="http://schemas.microsoft.com/office/drawing/2014/main" id="{A428CD4C-B7E3-449F-A060-2D0E340F41EF}"/>
              </a:ext>
            </a:extLst>
          </p:cNvPr>
          <p:cNvSpPr>
            <a:spLocks xmlns:a="http://schemas.openxmlformats.org/drawingml/2006/main" noGrp="1"/>
          </p:cNvSpPr>
          <p:nvPr/>
        </p:nvSpPr>
        <p:spPr>
          <a:xfrm xmlns:a="http://schemas.openxmlformats.org/drawingml/2006/main">
            <a:off x="8401050" y="5915025"/>
            <a:ext cx="723900" cy="276225"/>
          </a:xfrm>
          <a:prstGeom xmlns:a="http://schemas.openxmlformats.org/drawingml/2006/main" prst="rect">
            <a:avLst/>
          </a:prstGeom>
          <a:solidFill xmlns:a="http://schemas.openxmlformats.org/drawingml/2006/main">
            <a:srgbClr val="FFFFFF">
              <a:alpha val="9412"/>
            </a:srgbClr>
          </a:solidFill>
          <a:ln xmlns:a="http://schemas.openxmlformats.org/drawingml/2006/main" w="0">
            <a:noFill/>
            <a:prstDash val="solid"/>
          </a:ln>
        </p:spPr>
      </p:sp>
      <p:sp>
        <p:nvSpPr>
          <p:cNvPr id="121" name="">
            <a:extLst xmlns:a="http://schemas.openxmlformats.org/drawingml/2006/main">
              <a:ext uri="{FF2B5EF4-FFF2-40B4-BE49-F238E27FC236}">
                <a16:creationId xmlns:a16="http://schemas.microsoft.com/office/drawing/2014/main" id="{77A0959E-C749-41AA-A06A-AA5FEF3D9B0B}"/>
              </a:ext>
            </a:extLst>
          </p:cNvPr>
          <p:cNvSpPr>
            <a:spLocks xmlns:a="http://schemas.openxmlformats.org/drawingml/2006/main" noGrp="1"/>
          </p:cNvSpPr>
          <p:nvPr/>
        </p:nvSpPr>
        <p:spPr>
          <a:xfrm xmlns:a="http://schemas.openxmlformats.org/drawingml/2006/main">
            <a:off x="9144000" y="5895975"/>
            <a:ext cx="762000" cy="314325"/>
          </a:xfrm>
          <a:prstGeom xmlns:a="http://schemas.openxmlformats.org/drawingml/2006/main" prst="rect">
            <a:avLst/>
          </a:prstGeom>
          <a:solidFill xmlns:a="http://schemas.openxmlformats.org/drawingml/2006/main">
            <a:srgbClr val="A96880"/>
          </a:solidFill>
          <a:ln xmlns:a="http://schemas.openxmlformats.org/drawingml/2006/main" w="0">
            <a:noFill/>
            <a:prstDash val="solid"/>
          </a:ln>
        </p:spPr>
      </p:sp>
      <p:sp>
        <p:nvSpPr>
          <p:cNvPr id="122" name="">
            <a:extLst xmlns:a="http://schemas.openxmlformats.org/drawingml/2006/main">
              <a:ext uri="{FF2B5EF4-FFF2-40B4-BE49-F238E27FC236}">
                <a16:creationId xmlns:a16="http://schemas.microsoft.com/office/drawing/2014/main" id="{1F5A5135-680A-44CE-B1C5-1B8B39C5FCA1}"/>
              </a:ext>
            </a:extLst>
          </p:cNvPr>
          <p:cNvSpPr>
            <a:spLocks xmlns:a="http://schemas.openxmlformats.org/drawingml/2006/main" noGrp="1"/>
          </p:cNvSpPr>
          <p:nvPr/>
        </p:nvSpPr>
        <p:spPr>
          <a:xfrm xmlns:a="http://schemas.openxmlformats.org/drawingml/2006/main">
            <a:off x="9163050" y="5915025"/>
            <a:ext cx="723900" cy="276225"/>
          </a:xfrm>
          <a:prstGeom xmlns:a="http://schemas.openxmlformats.org/drawingml/2006/main" prst="rect">
            <a:avLst/>
          </a:prstGeom>
          <a:solidFill xmlns:a="http://schemas.openxmlformats.org/drawingml/2006/main">
            <a:srgbClr val="FFFFFF">
              <a:alpha val="9412"/>
            </a:srgbClr>
          </a:solidFill>
          <a:ln xmlns:a="http://schemas.openxmlformats.org/drawingml/2006/main" w="0">
            <a:noFill/>
            <a:prstDash val="solid"/>
          </a:ln>
        </p:spPr>
      </p:sp>
      <p:sp>
        <p:nvSpPr>
          <p:cNvPr id="123" name="">
            <a:extLst xmlns:a="http://schemas.openxmlformats.org/drawingml/2006/main">
              <a:ext uri="{FF2B5EF4-FFF2-40B4-BE49-F238E27FC236}">
                <a16:creationId xmlns:a16="http://schemas.microsoft.com/office/drawing/2014/main" id="{A97DE9BA-C3CA-4E8C-85EC-C779C8A965F1}"/>
              </a:ext>
            </a:extLst>
          </p:cNvPr>
          <p:cNvSpPr>
            <a:spLocks xmlns:a="http://schemas.openxmlformats.org/drawingml/2006/main" noGrp="1"/>
          </p:cNvSpPr>
          <p:nvPr/>
        </p:nvSpPr>
        <p:spPr>
          <a:xfrm xmlns:a="http://schemas.openxmlformats.org/drawingml/2006/main">
            <a:off x="9906000" y="5895975"/>
            <a:ext cx="762000" cy="314325"/>
          </a:xfrm>
          <a:prstGeom xmlns:a="http://schemas.openxmlformats.org/drawingml/2006/main" prst="rect">
            <a:avLst/>
          </a:prstGeom>
          <a:solidFill xmlns:a="http://schemas.openxmlformats.org/drawingml/2006/main">
            <a:srgbClr val="A96880"/>
          </a:solidFill>
          <a:ln xmlns:a="http://schemas.openxmlformats.org/drawingml/2006/main" w="0">
            <a:noFill/>
            <a:prstDash val="solid"/>
          </a:ln>
        </p:spPr>
      </p:sp>
      <p:sp>
        <p:nvSpPr>
          <p:cNvPr id="124" name="">
            <a:extLst xmlns:a="http://schemas.openxmlformats.org/drawingml/2006/main">
              <a:ext uri="{FF2B5EF4-FFF2-40B4-BE49-F238E27FC236}">
                <a16:creationId xmlns:a16="http://schemas.microsoft.com/office/drawing/2014/main" id="{14238CC8-7C83-47DB-8CD1-D9A572E86BDD}"/>
              </a:ext>
            </a:extLst>
          </p:cNvPr>
          <p:cNvSpPr>
            <a:spLocks xmlns:a="http://schemas.openxmlformats.org/drawingml/2006/main" noGrp="1"/>
          </p:cNvSpPr>
          <p:nvPr/>
        </p:nvSpPr>
        <p:spPr>
          <a:xfrm xmlns:a="http://schemas.openxmlformats.org/drawingml/2006/main">
            <a:off x="9925050" y="5915025"/>
            <a:ext cx="723900" cy="276225"/>
          </a:xfrm>
          <a:prstGeom xmlns:a="http://schemas.openxmlformats.org/drawingml/2006/main" prst="rect">
            <a:avLst/>
          </a:prstGeom>
          <a:solidFill xmlns:a="http://schemas.openxmlformats.org/drawingml/2006/main">
            <a:srgbClr val="FFFFFF">
              <a:alpha val="9412"/>
            </a:srgbClr>
          </a:solidFill>
          <a:ln xmlns:a="http://schemas.openxmlformats.org/drawingml/2006/main" w="0">
            <a:noFill/>
            <a:prstDash val="solid"/>
          </a:ln>
        </p:spPr>
      </p:sp>
      <p:sp>
        <p:nvSpPr>
          <p:cNvPr id="125" name="">
            <a:extLst xmlns:a="http://schemas.openxmlformats.org/drawingml/2006/main">
              <a:ext uri="{FF2B5EF4-FFF2-40B4-BE49-F238E27FC236}">
                <a16:creationId xmlns:a16="http://schemas.microsoft.com/office/drawing/2014/main" id="{44E441B1-F958-423E-9ED2-25C78D4F543F}"/>
              </a:ext>
            </a:extLst>
          </p:cNvPr>
          <p:cNvSpPr>
            <a:spLocks xmlns:a="http://schemas.openxmlformats.org/drawingml/2006/main" noGrp="1"/>
          </p:cNvSpPr>
          <p:nvPr/>
        </p:nvSpPr>
        <p:spPr>
          <a:xfrm xmlns:a="http://schemas.openxmlformats.org/drawingml/2006/main">
            <a:off x="10668000" y="5895975"/>
            <a:ext cx="762000" cy="314325"/>
          </a:xfrm>
          <a:prstGeom xmlns:a="http://schemas.openxmlformats.org/drawingml/2006/main" prst="rect">
            <a:avLst/>
          </a:prstGeom>
          <a:solidFill xmlns:a="http://schemas.openxmlformats.org/drawingml/2006/main">
            <a:srgbClr val="A96880"/>
          </a:solidFill>
          <a:ln xmlns:a="http://schemas.openxmlformats.org/drawingml/2006/main" w="0">
            <a:noFill/>
            <a:prstDash val="solid"/>
          </a:ln>
        </p:spPr>
      </p:sp>
      <p:sp>
        <p:nvSpPr>
          <p:cNvPr id="126" name="">
            <a:extLst xmlns:a="http://schemas.openxmlformats.org/drawingml/2006/main">
              <a:ext uri="{FF2B5EF4-FFF2-40B4-BE49-F238E27FC236}">
                <a16:creationId xmlns:a16="http://schemas.microsoft.com/office/drawing/2014/main" id="{EE8DC3C4-B204-4552-858E-80643B8E1FC6}"/>
              </a:ext>
            </a:extLst>
          </p:cNvPr>
          <p:cNvSpPr>
            <a:spLocks xmlns:a="http://schemas.openxmlformats.org/drawingml/2006/main" noGrp="1"/>
          </p:cNvSpPr>
          <p:nvPr/>
        </p:nvSpPr>
        <p:spPr>
          <a:xfrm xmlns:a="http://schemas.openxmlformats.org/drawingml/2006/main">
            <a:off x="10687050" y="5915025"/>
            <a:ext cx="723900" cy="276225"/>
          </a:xfrm>
          <a:prstGeom xmlns:a="http://schemas.openxmlformats.org/drawingml/2006/main" prst="rect">
            <a:avLst/>
          </a:prstGeom>
          <a:solidFill xmlns:a="http://schemas.openxmlformats.org/drawingml/2006/main">
            <a:srgbClr val="FFFFFF">
              <a:alpha val="9412"/>
            </a:srgbClr>
          </a:solidFill>
          <a:ln xmlns:a="http://schemas.openxmlformats.org/drawingml/2006/main" w="0">
            <a:noFill/>
            <a:prstDash val="solid"/>
          </a:ln>
        </p:spPr>
      </p:sp>
      <p:sp>
        <p:nvSpPr>
          <p:cNvPr id="127" name="">
            <a:extLst xmlns:a="http://schemas.openxmlformats.org/drawingml/2006/main">
              <a:ext uri="{FF2B5EF4-FFF2-40B4-BE49-F238E27FC236}">
                <a16:creationId xmlns:a16="http://schemas.microsoft.com/office/drawing/2014/main" id="{7304BB66-0497-4309-9A9C-05CDC5726761}"/>
              </a:ext>
            </a:extLst>
          </p:cNvPr>
          <p:cNvSpPr>
            <a:spLocks xmlns:a="http://schemas.openxmlformats.org/drawingml/2006/main" noGrp="1"/>
          </p:cNvSpPr>
          <p:nvPr/>
        </p:nvSpPr>
        <p:spPr>
          <a:xfrm xmlns:a="http://schemas.openxmlformats.org/drawingml/2006/main">
            <a:off x="11430000" y="5895975"/>
            <a:ext cx="762000" cy="314325"/>
          </a:xfrm>
          <a:prstGeom xmlns:a="http://schemas.openxmlformats.org/drawingml/2006/main" prst="rect">
            <a:avLst/>
          </a:prstGeom>
          <a:solidFill xmlns:a="http://schemas.openxmlformats.org/drawingml/2006/main">
            <a:srgbClr val="A96880"/>
          </a:solidFill>
          <a:ln xmlns:a="http://schemas.openxmlformats.org/drawingml/2006/main" w="0">
            <a:noFill/>
            <a:prstDash val="solid"/>
          </a:ln>
        </p:spPr>
      </p:sp>
      <p:sp>
        <p:nvSpPr>
          <p:cNvPr id="128" name="">
            <a:extLst xmlns:a="http://schemas.openxmlformats.org/drawingml/2006/main">
              <a:ext uri="{FF2B5EF4-FFF2-40B4-BE49-F238E27FC236}">
                <a16:creationId xmlns:a16="http://schemas.microsoft.com/office/drawing/2014/main" id="{D98B5702-BB33-490D-A559-39B892A38BAA}"/>
              </a:ext>
            </a:extLst>
          </p:cNvPr>
          <p:cNvSpPr>
            <a:spLocks xmlns:a="http://schemas.openxmlformats.org/drawingml/2006/main" noGrp="1"/>
          </p:cNvSpPr>
          <p:nvPr/>
        </p:nvSpPr>
        <p:spPr>
          <a:xfrm xmlns:a="http://schemas.openxmlformats.org/drawingml/2006/main">
            <a:off x="11449050" y="5915025"/>
            <a:ext cx="723900" cy="276225"/>
          </a:xfrm>
          <a:prstGeom xmlns:a="http://schemas.openxmlformats.org/drawingml/2006/main" prst="rect">
            <a:avLst/>
          </a:prstGeom>
          <a:solidFill xmlns:a="http://schemas.openxmlformats.org/drawingml/2006/main">
            <a:srgbClr val="FFFFFF">
              <a:alpha val="9412"/>
            </a:srgbClr>
          </a:solidFill>
          <a:ln xmlns:a="http://schemas.openxmlformats.org/drawingml/2006/main" w="0">
            <a:noFill/>
            <a:prstDash val="solid"/>
          </a:ln>
        </p:spPr>
      </p:sp>
      <p:sp>
        <p:nvSpPr>
          <p:cNvPr id="129" name="">
            <a:extLst xmlns:a="http://schemas.openxmlformats.org/drawingml/2006/main">
              <a:ext uri="{FF2B5EF4-FFF2-40B4-BE49-F238E27FC236}">
                <a16:creationId xmlns:a16="http://schemas.microsoft.com/office/drawing/2014/main" id="{AB0B3652-B2DD-4F49-B0E0-CDC9DFC2F9B0}"/>
              </a:ext>
            </a:extLst>
          </p:cNvPr>
          <p:cNvSpPr>
            <a:spLocks xmlns:a="http://schemas.openxmlformats.org/drawingml/2006/main" noGrp="1"/>
          </p:cNvSpPr>
          <p:nvPr/>
        </p:nvSpPr>
        <p:spPr>
          <a:xfrm xmlns:a="http://schemas.openxmlformats.org/drawingml/2006/main">
            <a:off x="0" y="6210300"/>
            <a:ext cx="762000" cy="314325"/>
          </a:xfrm>
          <a:prstGeom xmlns:a="http://schemas.openxmlformats.org/drawingml/2006/main" prst="rect">
            <a:avLst/>
          </a:prstGeom>
          <a:solidFill xmlns:a="http://schemas.openxmlformats.org/drawingml/2006/main">
            <a:srgbClr val="3A8A8B"/>
          </a:solidFill>
          <a:ln xmlns:a="http://schemas.openxmlformats.org/drawingml/2006/main" w="0">
            <a:noFill/>
            <a:prstDash val="solid"/>
          </a:ln>
        </p:spPr>
      </p:sp>
      <p:sp>
        <p:nvSpPr>
          <p:cNvPr id="130" name="">
            <a:extLst xmlns:a="http://schemas.openxmlformats.org/drawingml/2006/main">
              <a:ext uri="{FF2B5EF4-FFF2-40B4-BE49-F238E27FC236}">
                <a16:creationId xmlns:a16="http://schemas.microsoft.com/office/drawing/2014/main" id="{D3A3CEA3-0738-4629-BCB9-C269C4D45958}"/>
              </a:ext>
            </a:extLst>
          </p:cNvPr>
          <p:cNvSpPr>
            <a:spLocks xmlns:a="http://schemas.openxmlformats.org/drawingml/2006/main" noGrp="1"/>
          </p:cNvSpPr>
          <p:nvPr/>
        </p:nvSpPr>
        <p:spPr>
          <a:xfrm xmlns:a="http://schemas.openxmlformats.org/drawingml/2006/main">
            <a:off x="19050" y="6229350"/>
            <a:ext cx="723900" cy="276225"/>
          </a:xfrm>
          <a:prstGeom xmlns:a="http://schemas.openxmlformats.org/drawingml/2006/main" prst="rect">
            <a:avLst/>
          </a:prstGeom>
          <a:solidFill xmlns:a="http://schemas.openxmlformats.org/drawingml/2006/main">
            <a:srgbClr val="FFFFFF">
              <a:alpha val="9412"/>
            </a:srgbClr>
          </a:solidFill>
          <a:ln xmlns:a="http://schemas.openxmlformats.org/drawingml/2006/main" w="0">
            <a:noFill/>
            <a:prstDash val="solid"/>
          </a:ln>
        </p:spPr>
      </p:sp>
      <p:sp>
        <p:nvSpPr>
          <p:cNvPr id="131" name="">
            <a:extLst xmlns:a="http://schemas.openxmlformats.org/drawingml/2006/main">
              <a:ext uri="{FF2B5EF4-FFF2-40B4-BE49-F238E27FC236}">
                <a16:creationId xmlns:a16="http://schemas.microsoft.com/office/drawing/2014/main" id="{80030B8C-D724-4DAD-B724-465A36B60A39}"/>
              </a:ext>
            </a:extLst>
          </p:cNvPr>
          <p:cNvSpPr>
            <a:spLocks xmlns:a="http://schemas.openxmlformats.org/drawingml/2006/main" noGrp="1"/>
          </p:cNvSpPr>
          <p:nvPr/>
        </p:nvSpPr>
        <p:spPr>
          <a:xfrm xmlns:a="http://schemas.openxmlformats.org/drawingml/2006/main">
            <a:off x="762000" y="6210300"/>
            <a:ext cx="762000" cy="314325"/>
          </a:xfrm>
          <a:prstGeom xmlns:a="http://schemas.openxmlformats.org/drawingml/2006/main" prst="rect">
            <a:avLst/>
          </a:prstGeom>
          <a:solidFill xmlns:a="http://schemas.openxmlformats.org/drawingml/2006/main">
            <a:srgbClr val="3A8A8B"/>
          </a:solidFill>
          <a:ln xmlns:a="http://schemas.openxmlformats.org/drawingml/2006/main" w="0">
            <a:noFill/>
            <a:prstDash val="solid"/>
          </a:ln>
        </p:spPr>
      </p:sp>
      <p:sp>
        <p:nvSpPr>
          <p:cNvPr id="132" name="">
            <a:extLst xmlns:a="http://schemas.openxmlformats.org/drawingml/2006/main">
              <a:ext uri="{FF2B5EF4-FFF2-40B4-BE49-F238E27FC236}">
                <a16:creationId xmlns:a16="http://schemas.microsoft.com/office/drawing/2014/main" id="{F8D08C9D-65B4-4740-BA20-910D32EE10CA}"/>
              </a:ext>
            </a:extLst>
          </p:cNvPr>
          <p:cNvSpPr>
            <a:spLocks xmlns:a="http://schemas.openxmlformats.org/drawingml/2006/main" noGrp="1"/>
          </p:cNvSpPr>
          <p:nvPr/>
        </p:nvSpPr>
        <p:spPr>
          <a:xfrm xmlns:a="http://schemas.openxmlformats.org/drawingml/2006/main">
            <a:off x="781050" y="6229350"/>
            <a:ext cx="723900" cy="276225"/>
          </a:xfrm>
          <a:prstGeom xmlns:a="http://schemas.openxmlformats.org/drawingml/2006/main" prst="rect">
            <a:avLst/>
          </a:prstGeom>
          <a:solidFill xmlns:a="http://schemas.openxmlformats.org/drawingml/2006/main">
            <a:srgbClr val="FFFFFF">
              <a:alpha val="9412"/>
            </a:srgbClr>
          </a:solidFill>
          <a:ln xmlns:a="http://schemas.openxmlformats.org/drawingml/2006/main" w="0">
            <a:noFill/>
            <a:prstDash val="solid"/>
          </a:ln>
        </p:spPr>
      </p:sp>
      <p:sp>
        <p:nvSpPr>
          <p:cNvPr id="133" name="">
            <a:extLst xmlns:a="http://schemas.openxmlformats.org/drawingml/2006/main">
              <a:ext uri="{FF2B5EF4-FFF2-40B4-BE49-F238E27FC236}">
                <a16:creationId xmlns:a16="http://schemas.microsoft.com/office/drawing/2014/main" id="{43866886-F80B-4BB4-9DE5-9F22BFE4464C}"/>
              </a:ext>
            </a:extLst>
          </p:cNvPr>
          <p:cNvSpPr>
            <a:spLocks xmlns:a="http://schemas.openxmlformats.org/drawingml/2006/main" noGrp="1"/>
          </p:cNvSpPr>
          <p:nvPr/>
        </p:nvSpPr>
        <p:spPr>
          <a:xfrm xmlns:a="http://schemas.openxmlformats.org/drawingml/2006/main">
            <a:off x="1524000" y="6210300"/>
            <a:ext cx="762000" cy="314325"/>
          </a:xfrm>
          <a:prstGeom xmlns:a="http://schemas.openxmlformats.org/drawingml/2006/main" prst="rect">
            <a:avLst/>
          </a:prstGeom>
          <a:solidFill xmlns:a="http://schemas.openxmlformats.org/drawingml/2006/main">
            <a:srgbClr val="3A8A8B"/>
          </a:solidFill>
          <a:ln xmlns:a="http://schemas.openxmlformats.org/drawingml/2006/main" w="0">
            <a:noFill/>
            <a:prstDash val="solid"/>
          </a:ln>
        </p:spPr>
      </p:sp>
      <p:sp>
        <p:nvSpPr>
          <p:cNvPr id="134" name="">
            <a:extLst xmlns:a="http://schemas.openxmlformats.org/drawingml/2006/main">
              <a:ext uri="{FF2B5EF4-FFF2-40B4-BE49-F238E27FC236}">
                <a16:creationId xmlns:a16="http://schemas.microsoft.com/office/drawing/2014/main" id="{402F8BE1-EA91-42BC-85A3-9B5A46AAE357}"/>
              </a:ext>
            </a:extLst>
          </p:cNvPr>
          <p:cNvSpPr>
            <a:spLocks xmlns:a="http://schemas.openxmlformats.org/drawingml/2006/main" noGrp="1"/>
          </p:cNvSpPr>
          <p:nvPr/>
        </p:nvSpPr>
        <p:spPr>
          <a:xfrm xmlns:a="http://schemas.openxmlformats.org/drawingml/2006/main">
            <a:off x="1543050" y="6229350"/>
            <a:ext cx="723900" cy="276225"/>
          </a:xfrm>
          <a:prstGeom xmlns:a="http://schemas.openxmlformats.org/drawingml/2006/main" prst="rect">
            <a:avLst/>
          </a:prstGeom>
          <a:solidFill xmlns:a="http://schemas.openxmlformats.org/drawingml/2006/main">
            <a:srgbClr val="FFFFFF">
              <a:alpha val="9412"/>
            </a:srgbClr>
          </a:solidFill>
          <a:ln xmlns:a="http://schemas.openxmlformats.org/drawingml/2006/main" w="0">
            <a:noFill/>
            <a:prstDash val="solid"/>
          </a:ln>
        </p:spPr>
      </p:sp>
      <p:sp>
        <p:nvSpPr>
          <p:cNvPr id="135" name="">
            <a:extLst xmlns:a="http://schemas.openxmlformats.org/drawingml/2006/main">
              <a:ext uri="{FF2B5EF4-FFF2-40B4-BE49-F238E27FC236}">
                <a16:creationId xmlns:a16="http://schemas.microsoft.com/office/drawing/2014/main" id="{2EC385E2-E3AB-4351-8E11-F6935F18B4FA}"/>
              </a:ext>
            </a:extLst>
          </p:cNvPr>
          <p:cNvSpPr>
            <a:spLocks xmlns:a="http://schemas.openxmlformats.org/drawingml/2006/main" noGrp="1"/>
          </p:cNvSpPr>
          <p:nvPr/>
        </p:nvSpPr>
        <p:spPr>
          <a:xfrm xmlns:a="http://schemas.openxmlformats.org/drawingml/2006/main">
            <a:off x="2286000" y="6210300"/>
            <a:ext cx="762000" cy="314325"/>
          </a:xfrm>
          <a:prstGeom xmlns:a="http://schemas.openxmlformats.org/drawingml/2006/main" prst="rect">
            <a:avLst/>
          </a:prstGeom>
          <a:solidFill xmlns:a="http://schemas.openxmlformats.org/drawingml/2006/main">
            <a:srgbClr val="3A8A8B"/>
          </a:solidFill>
          <a:ln xmlns:a="http://schemas.openxmlformats.org/drawingml/2006/main" w="0">
            <a:noFill/>
            <a:prstDash val="solid"/>
          </a:ln>
        </p:spPr>
      </p:sp>
      <p:sp>
        <p:nvSpPr>
          <p:cNvPr id="136" name="">
            <a:extLst xmlns:a="http://schemas.openxmlformats.org/drawingml/2006/main">
              <a:ext uri="{FF2B5EF4-FFF2-40B4-BE49-F238E27FC236}">
                <a16:creationId xmlns:a16="http://schemas.microsoft.com/office/drawing/2014/main" id="{5A0E741B-43C0-4AD3-8C85-DEE5D09FEA75}"/>
              </a:ext>
            </a:extLst>
          </p:cNvPr>
          <p:cNvSpPr>
            <a:spLocks xmlns:a="http://schemas.openxmlformats.org/drawingml/2006/main" noGrp="1"/>
          </p:cNvSpPr>
          <p:nvPr/>
        </p:nvSpPr>
        <p:spPr>
          <a:xfrm xmlns:a="http://schemas.openxmlformats.org/drawingml/2006/main">
            <a:off x="2305050" y="6229350"/>
            <a:ext cx="723900" cy="276225"/>
          </a:xfrm>
          <a:prstGeom xmlns:a="http://schemas.openxmlformats.org/drawingml/2006/main" prst="rect">
            <a:avLst/>
          </a:prstGeom>
          <a:solidFill xmlns:a="http://schemas.openxmlformats.org/drawingml/2006/main">
            <a:srgbClr val="FFFFFF">
              <a:alpha val="9412"/>
            </a:srgbClr>
          </a:solidFill>
          <a:ln xmlns:a="http://schemas.openxmlformats.org/drawingml/2006/main" w="0">
            <a:noFill/>
            <a:prstDash val="solid"/>
          </a:ln>
        </p:spPr>
      </p:sp>
      <p:sp>
        <p:nvSpPr>
          <p:cNvPr id="137" name="">
            <a:extLst xmlns:a="http://schemas.openxmlformats.org/drawingml/2006/main">
              <a:ext uri="{FF2B5EF4-FFF2-40B4-BE49-F238E27FC236}">
                <a16:creationId xmlns:a16="http://schemas.microsoft.com/office/drawing/2014/main" id="{99ADD3B2-9FFD-4512-A9D4-BECD487095E4}"/>
              </a:ext>
            </a:extLst>
          </p:cNvPr>
          <p:cNvSpPr>
            <a:spLocks xmlns:a="http://schemas.openxmlformats.org/drawingml/2006/main" noGrp="1"/>
          </p:cNvSpPr>
          <p:nvPr/>
        </p:nvSpPr>
        <p:spPr>
          <a:xfrm xmlns:a="http://schemas.openxmlformats.org/drawingml/2006/main">
            <a:off x="3048000" y="6210300"/>
            <a:ext cx="762000" cy="314325"/>
          </a:xfrm>
          <a:prstGeom xmlns:a="http://schemas.openxmlformats.org/drawingml/2006/main" prst="rect">
            <a:avLst/>
          </a:prstGeom>
          <a:solidFill xmlns:a="http://schemas.openxmlformats.org/drawingml/2006/main">
            <a:srgbClr val="3A8A8B"/>
          </a:solidFill>
          <a:ln xmlns:a="http://schemas.openxmlformats.org/drawingml/2006/main" w="0">
            <a:noFill/>
            <a:prstDash val="solid"/>
          </a:ln>
        </p:spPr>
      </p:sp>
      <p:sp>
        <p:nvSpPr>
          <p:cNvPr id="138" name="">
            <a:extLst xmlns:a="http://schemas.openxmlformats.org/drawingml/2006/main">
              <a:ext uri="{FF2B5EF4-FFF2-40B4-BE49-F238E27FC236}">
                <a16:creationId xmlns:a16="http://schemas.microsoft.com/office/drawing/2014/main" id="{CE5BE703-0ABD-4E3C-BEA8-A7242679010A}"/>
              </a:ext>
            </a:extLst>
          </p:cNvPr>
          <p:cNvSpPr>
            <a:spLocks xmlns:a="http://schemas.openxmlformats.org/drawingml/2006/main" noGrp="1"/>
          </p:cNvSpPr>
          <p:nvPr/>
        </p:nvSpPr>
        <p:spPr>
          <a:xfrm xmlns:a="http://schemas.openxmlformats.org/drawingml/2006/main">
            <a:off x="3067050" y="6229350"/>
            <a:ext cx="723900" cy="276225"/>
          </a:xfrm>
          <a:prstGeom xmlns:a="http://schemas.openxmlformats.org/drawingml/2006/main" prst="rect">
            <a:avLst/>
          </a:prstGeom>
          <a:solidFill xmlns:a="http://schemas.openxmlformats.org/drawingml/2006/main">
            <a:srgbClr val="FFFFFF">
              <a:alpha val="9412"/>
            </a:srgbClr>
          </a:solidFill>
          <a:ln xmlns:a="http://schemas.openxmlformats.org/drawingml/2006/main" w="0">
            <a:noFill/>
            <a:prstDash val="solid"/>
          </a:ln>
        </p:spPr>
      </p:sp>
      <p:sp>
        <p:nvSpPr>
          <p:cNvPr id="139" name="">
            <a:extLst xmlns:a="http://schemas.openxmlformats.org/drawingml/2006/main">
              <a:ext uri="{FF2B5EF4-FFF2-40B4-BE49-F238E27FC236}">
                <a16:creationId xmlns:a16="http://schemas.microsoft.com/office/drawing/2014/main" id="{A7D0DA16-43DD-49E3-82D1-83B225363D74}"/>
              </a:ext>
            </a:extLst>
          </p:cNvPr>
          <p:cNvSpPr>
            <a:spLocks xmlns:a="http://schemas.openxmlformats.org/drawingml/2006/main" noGrp="1"/>
          </p:cNvSpPr>
          <p:nvPr/>
        </p:nvSpPr>
        <p:spPr>
          <a:xfrm xmlns:a="http://schemas.openxmlformats.org/drawingml/2006/main">
            <a:off x="3810000" y="6210300"/>
            <a:ext cx="762000" cy="314325"/>
          </a:xfrm>
          <a:prstGeom xmlns:a="http://schemas.openxmlformats.org/drawingml/2006/main" prst="rect">
            <a:avLst/>
          </a:prstGeom>
          <a:solidFill xmlns:a="http://schemas.openxmlformats.org/drawingml/2006/main">
            <a:srgbClr val="3A8A8B"/>
          </a:solidFill>
          <a:ln xmlns:a="http://schemas.openxmlformats.org/drawingml/2006/main" w="0">
            <a:noFill/>
            <a:prstDash val="solid"/>
          </a:ln>
        </p:spPr>
      </p:sp>
      <p:sp>
        <p:nvSpPr>
          <p:cNvPr id="140" name="">
            <a:extLst xmlns:a="http://schemas.openxmlformats.org/drawingml/2006/main">
              <a:ext uri="{FF2B5EF4-FFF2-40B4-BE49-F238E27FC236}">
                <a16:creationId xmlns:a16="http://schemas.microsoft.com/office/drawing/2014/main" id="{693B024F-4F43-4EDA-BFE4-FA8D267BA766}"/>
              </a:ext>
            </a:extLst>
          </p:cNvPr>
          <p:cNvSpPr>
            <a:spLocks xmlns:a="http://schemas.openxmlformats.org/drawingml/2006/main" noGrp="1"/>
          </p:cNvSpPr>
          <p:nvPr/>
        </p:nvSpPr>
        <p:spPr>
          <a:xfrm xmlns:a="http://schemas.openxmlformats.org/drawingml/2006/main">
            <a:off x="3829050" y="6229350"/>
            <a:ext cx="723900" cy="276225"/>
          </a:xfrm>
          <a:prstGeom xmlns:a="http://schemas.openxmlformats.org/drawingml/2006/main" prst="rect">
            <a:avLst/>
          </a:prstGeom>
          <a:solidFill xmlns:a="http://schemas.openxmlformats.org/drawingml/2006/main">
            <a:srgbClr val="FFFFFF">
              <a:alpha val="9412"/>
            </a:srgbClr>
          </a:solidFill>
          <a:ln xmlns:a="http://schemas.openxmlformats.org/drawingml/2006/main" w="0">
            <a:noFill/>
            <a:prstDash val="solid"/>
          </a:ln>
        </p:spPr>
      </p:sp>
      <p:sp>
        <p:nvSpPr>
          <p:cNvPr id="141" name="">
            <a:extLst xmlns:a="http://schemas.openxmlformats.org/drawingml/2006/main">
              <a:ext uri="{FF2B5EF4-FFF2-40B4-BE49-F238E27FC236}">
                <a16:creationId xmlns:a16="http://schemas.microsoft.com/office/drawing/2014/main" id="{B2546621-4E54-4A02-B38C-DFCC7AA7F34D}"/>
              </a:ext>
            </a:extLst>
          </p:cNvPr>
          <p:cNvSpPr>
            <a:spLocks xmlns:a="http://schemas.openxmlformats.org/drawingml/2006/main" noGrp="1"/>
          </p:cNvSpPr>
          <p:nvPr/>
        </p:nvSpPr>
        <p:spPr>
          <a:xfrm xmlns:a="http://schemas.openxmlformats.org/drawingml/2006/main">
            <a:off x="4572000" y="6210300"/>
            <a:ext cx="762000" cy="314325"/>
          </a:xfrm>
          <a:prstGeom xmlns:a="http://schemas.openxmlformats.org/drawingml/2006/main" prst="rect">
            <a:avLst/>
          </a:prstGeom>
          <a:solidFill xmlns:a="http://schemas.openxmlformats.org/drawingml/2006/main">
            <a:srgbClr val="3A8A8B"/>
          </a:solidFill>
          <a:ln xmlns:a="http://schemas.openxmlformats.org/drawingml/2006/main" w="0">
            <a:noFill/>
            <a:prstDash val="solid"/>
          </a:ln>
        </p:spPr>
      </p:sp>
      <p:sp>
        <p:nvSpPr>
          <p:cNvPr id="142" name="">
            <a:extLst xmlns:a="http://schemas.openxmlformats.org/drawingml/2006/main">
              <a:ext uri="{FF2B5EF4-FFF2-40B4-BE49-F238E27FC236}">
                <a16:creationId xmlns:a16="http://schemas.microsoft.com/office/drawing/2014/main" id="{89DC0A33-B73B-4BD7-A3DE-01B4C5F3B4E8}"/>
              </a:ext>
            </a:extLst>
          </p:cNvPr>
          <p:cNvSpPr>
            <a:spLocks xmlns:a="http://schemas.openxmlformats.org/drawingml/2006/main" noGrp="1"/>
          </p:cNvSpPr>
          <p:nvPr/>
        </p:nvSpPr>
        <p:spPr>
          <a:xfrm xmlns:a="http://schemas.openxmlformats.org/drawingml/2006/main">
            <a:off x="4591050" y="6229350"/>
            <a:ext cx="723900" cy="276225"/>
          </a:xfrm>
          <a:prstGeom xmlns:a="http://schemas.openxmlformats.org/drawingml/2006/main" prst="rect">
            <a:avLst/>
          </a:prstGeom>
          <a:solidFill xmlns:a="http://schemas.openxmlformats.org/drawingml/2006/main">
            <a:srgbClr val="FFFFFF">
              <a:alpha val="9412"/>
            </a:srgbClr>
          </a:solidFill>
          <a:ln xmlns:a="http://schemas.openxmlformats.org/drawingml/2006/main" w="0">
            <a:noFill/>
            <a:prstDash val="solid"/>
          </a:ln>
        </p:spPr>
      </p:sp>
      <p:sp>
        <p:nvSpPr>
          <p:cNvPr id="143" name="">
            <a:extLst xmlns:a="http://schemas.openxmlformats.org/drawingml/2006/main">
              <a:ext uri="{FF2B5EF4-FFF2-40B4-BE49-F238E27FC236}">
                <a16:creationId xmlns:a16="http://schemas.microsoft.com/office/drawing/2014/main" id="{83D343A3-4E5F-4920-8237-63B9F7EF4B75}"/>
              </a:ext>
            </a:extLst>
          </p:cNvPr>
          <p:cNvSpPr>
            <a:spLocks xmlns:a="http://schemas.openxmlformats.org/drawingml/2006/main" noGrp="1"/>
          </p:cNvSpPr>
          <p:nvPr/>
        </p:nvSpPr>
        <p:spPr>
          <a:xfrm xmlns:a="http://schemas.openxmlformats.org/drawingml/2006/main">
            <a:off x="5334000" y="6210300"/>
            <a:ext cx="762000" cy="314325"/>
          </a:xfrm>
          <a:prstGeom xmlns:a="http://schemas.openxmlformats.org/drawingml/2006/main" prst="rect">
            <a:avLst/>
          </a:prstGeom>
          <a:solidFill xmlns:a="http://schemas.openxmlformats.org/drawingml/2006/main">
            <a:srgbClr val="3A8A8B"/>
          </a:solidFill>
          <a:ln xmlns:a="http://schemas.openxmlformats.org/drawingml/2006/main" w="0">
            <a:noFill/>
            <a:prstDash val="solid"/>
          </a:ln>
        </p:spPr>
      </p:sp>
      <p:sp>
        <p:nvSpPr>
          <p:cNvPr id="144" name="">
            <a:extLst xmlns:a="http://schemas.openxmlformats.org/drawingml/2006/main">
              <a:ext uri="{FF2B5EF4-FFF2-40B4-BE49-F238E27FC236}">
                <a16:creationId xmlns:a16="http://schemas.microsoft.com/office/drawing/2014/main" id="{FEB75B3A-4A17-4539-94DF-438286F75ED5}"/>
              </a:ext>
            </a:extLst>
          </p:cNvPr>
          <p:cNvSpPr>
            <a:spLocks xmlns:a="http://schemas.openxmlformats.org/drawingml/2006/main" noGrp="1"/>
          </p:cNvSpPr>
          <p:nvPr/>
        </p:nvSpPr>
        <p:spPr>
          <a:xfrm xmlns:a="http://schemas.openxmlformats.org/drawingml/2006/main">
            <a:off x="5353050" y="6229350"/>
            <a:ext cx="723900" cy="276225"/>
          </a:xfrm>
          <a:prstGeom xmlns:a="http://schemas.openxmlformats.org/drawingml/2006/main" prst="rect">
            <a:avLst/>
          </a:prstGeom>
          <a:solidFill xmlns:a="http://schemas.openxmlformats.org/drawingml/2006/main">
            <a:srgbClr val="FFFFFF">
              <a:alpha val="9412"/>
            </a:srgbClr>
          </a:solidFill>
          <a:ln xmlns:a="http://schemas.openxmlformats.org/drawingml/2006/main" w="0">
            <a:noFill/>
            <a:prstDash val="solid"/>
          </a:ln>
        </p:spPr>
      </p:sp>
      <p:sp>
        <p:nvSpPr>
          <p:cNvPr id="145" name="">
            <a:extLst xmlns:a="http://schemas.openxmlformats.org/drawingml/2006/main">
              <a:ext uri="{FF2B5EF4-FFF2-40B4-BE49-F238E27FC236}">
                <a16:creationId xmlns:a16="http://schemas.microsoft.com/office/drawing/2014/main" id="{5D69D7B2-F485-4B7E-8921-8E36D31E5160}"/>
              </a:ext>
            </a:extLst>
          </p:cNvPr>
          <p:cNvSpPr>
            <a:spLocks xmlns:a="http://schemas.openxmlformats.org/drawingml/2006/main" noGrp="1"/>
          </p:cNvSpPr>
          <p:nvPr/>
        </p:nvSpPr>
        <p:spPr>
          <a:xfrm xmlns:a="http://schemas.openxmlformats.org/drawingml/2006/main">
            <a:off x="6096000" y="6210300"/>
            <a:ext cx="762000" cy="314325"/>
          </a:xfrm>
          <a:prstGeom xmlns:a="http://schemas.openxmlformats.org/drawingml/2006/main" prst="rect">
            <a:avLst/>
          </a:prstGeom>
          <a:solidFill xmlns:a="http://schemas.openxmlformats.org/drawingml/2006/main">
            <a:srgbClr val="3A8A8B"/>
          </a:solidFill>
          <a:ln xmlns:a="http://schemas.openxmlformats.org/drawingml/2006/main" w="0">
            <a:noFill/>
            <a:prstDash val="solid"/>
          </a:ln>
        </p:spPr>
      </p:sp>
      <p:sp>
        <p:nvSpPr>
          <p:cNvPr id="146" name="">
            <a:extLst xmlns:a="http://schemas.openxmlformats.org/drawingml/2006/main">
              <a:ext uri="{FF2B5EF4-FFF2-40B4-BE49-F238E27FC236}">
                <a16:creationId xmlns:a16="http://schemas.microsoft.com/office/drawing/2014/main" id="{2DBEFD6D-8CDE-4025-B9C7-1D543788B6AB}"/>
              </a:ext>
            </a:extLst>
          </p:cNvPr>
          <p:cNvSpPr>
            <a:spLocks xmlns:a="http://schemas.openxmlformats.org/drawingml/2006/main" noGrp="1"/>
          </p:cNvSpPr>
          <p:nvPr/>
        </p:nvSpPr>
        <p:spPr>
          <a:xfrm xmlns:a="http://schemas.openxmlformats.org/drawingml/2006/main">
            <a:off x="6115050" y="6229350"/>
            <a:ext cx="723900" cy="276225"/>
          </a:xfrm>
          <a:prstGeom xmlns:a="http://schemas.openxmlformats.org/drawingml/2006/main" prst="rect">
            <a:avLst/>
          </a:prstGeom>
          <a:solidFill xmlns:a="http://schemas.openxmlformats.org/drawingml/2006/main">
            <a:srgbClr val="FFFFFF">
              <a:alpha val="9412"/>
            </a:srgbClr>
          </a:solidFill>
          <a:ln xmlns:a="http://schemas.openxmlformats.org/drawingml/2006/main" w="0">
            <a:noFill/>
            <a:prstDash val="solid"/>
          </a:ln>
        </p:spPr>
      </p:sp>
      <p:sp>
        <p:nvSpPr>
          <p:cNvPr id="147" name="">
            <a:extLst xmlns:a="http://schemas.openxmlformats.org/drawingml/2006/main">
              <a:ext uri="{FF2B5EF4-FFF2-40B4-BE49-F238E27FC236}">
                <a16:creationId xmlns:a16="http://schemas.microsoft.com/office/drawing/2014/main" id="{7D143F22-1A8C-46C5-9E1B-186BF3CA8908}"/>
              </a:ext>
            </a:extLst>
          </p:cNvPr>
          <p:cNvSpPr>
            <a:spLocks xmlns:a="http://schemas.openxmlformats.org/drawingml/2006/main" noGrp="1"/>
          </p:cNvSpPr>
          <p:nvPr/>
        </p:nvSpPr>
        <p:spPr>
          <a:xfrm xmlns:a="http://schemas.openxmlformats.org/drawingml/2006/main">
            <a:off x="6858000" y="6210300"/>
            <a:ext cx="762000" cy="314325"/>
          </a:xfrm>
          <a:prstGeom xmlns:a="http://schemas.openxmlformats.org/drawingml/2006/main" prst="rect">
            <a:avLst/>
          </a:prstGeom>
          <a:solidFill xmlns:a="http://schemas.openxmlformats.org/drawingml/2006/main">
            <a:srgbClr val="3A8A8B"/>
          </a:solidFill>
          <a:ln xmlns:a="http://schemas.openxmlformats.org/drawingml/2006/main" w="0">
            <a:noFill/>
            <a:prstDash val="solid"/>
          </a:ln>
        </p:spPr>
      </p:sp>
      <p:sp>
        <p:nvSpPr>
          <p:cNvPr id="148" name="">
            <a:extLst xmlns:a="http://schemas.openxmlformats.org/drawingml/2006/main">
              <a:ext uri="{FF2B5EF4-FFF2-40B4-BE49-F238E27FC236}">
                <a16:creationId xmlns:a16="http://schemas.microsoft.com/office/drawing/2014/main" id="{7003DCD1-4906-4A49-84FE-933BB9D062E5}"/>
              </a:ext>
            </a:extLst>
          </p:cNvPr>
          <p:cNvSpPr>
            <a:spLocks xmlns:a="http://schemas.openxmlformats.org/drawingml/2006/main" noGrp="1"/>
          </p:cNvSpPr>
          <p:nvPr/>
        </p:nvSpPr>
        <p:spPr>
          <a:xfrm xmlns:a="http://schemas.openxmlformats.org/drawingml/2006/main">
            <a:off x="6877050" y="6229350"/>
            <a:ext cx="723900" cy="276225"/>
          </a:xfrm>
          <a:prstGeom xmlns:a="http://schemas.openxmlformats.org/drawingml/2006/main" prst="rect">
            <a:avLst/>
          </a:prstGeom>
          <a:solidFill xmlns:a="http://schemas.openxmlformats.org/drawingml/2006/main">
            <a:srgbClr val="FFFFFF">
              <a:alpha val="9412"/>
            </a:srgbClr>
          </a:solidFill>
          <a:ln xmlns:a="http://schemas.openxmlformats.org/drawingml/2006/main" w="0">
            <a:noFill/>
            <a:prstDash val="solid"/>
          </a:ln>
        </p:spPr>
      </p:sp>
      <p:sp>
        <p:nvSpPr>
          <p:cNvPr id="149" name="">
            <a:extLst xmlns:a="http://schemas.openxmlformats.org/drawingml/2006/main">
              <a:ext uri="{FF2B5EF4-FFF2-40B4-BE49-F238E27FC236}">
                <a16:creationId xmlns:a16="http://schemas.microsoft.com/office/drawing/2014/main" id="{77E0DD13-DB0B-468E-9662-35A541B3F93A}"/>
              </a:ext>
            </a:extLst>
          </p:cNvPr>
          <p:cNvSpPr>
            <a:spLocks xmlns:a="http://schemas.openxmlformats.org/drawingml/2006/main" noGrp="1"/>
          </p:cNvSpPr>
          <p:nvPr/>
        </p:nvSpPr>
        <p:spPr>
          <a:xfrm xmlns:a="http://schemas.openxmlformats.org/drawingml/2006/main">
            <a:off x="7620000" y="6210300"/>
            <a:ext cx="762000" cy="314325"/>
          </a:xfrm>
          <a:prstGeom xmlns:a="http://schemas.openxmlformats.org/drawingml/2006/main" prst="rect">
            <a:avLst/>
          </a:prstGeom>
          <a:solidFill xmlns:a="http://schemas.openxmlformats.org/drawingml/2006/main">
            <a:srgbClr val="3A8A8B"/>
          </a:solidFill>
          <a:ln xmlns:a="http://schemas.openxmlformats.org/drawingml/2006/main" w="0">
            <a:noFill/>
            <a:prstDash val="solid"/>
          </a:ln>
        </p:spPr>
      </p:sp>
      <p:sp>
        <p:nvSpPr>
          <p:cNvPr id="150" name="">
            <a:extLst xmlns:a="http://schemas.openxmlformats.org/drawingml/2006/main">
              <a:ext uri="{FF2B5EF4-FFF2-40B4-BE49-F238E27FC236}">
                <a16:creationId xmlns:a16="http://schemas.microsoft.com/office/drawing/2014/main" id="{18FFCE50-205A-412A-A8A7-DBC27E353AC1}"/>
              </a:ext>
            </a:extLst>
          </p:cNvPr>
          <p:cNvSpPr>
            <a:spLocks xmlns:a="http://schemas.openxmlformats.org/drawingml/2006/main" noGrp="1"/>
          </p:cNvSpPr>
          <p:nvPr/>
        </p:nvSpPr>
        <p:spPr>
          <a:xfrm xmlns:a="http://schemas.openxmlformats.org/drawingml/2006/main">
            <a:off x="7639050" y="6229350"/>
            <a:ext cx="723900" cy="276225"/>
          </a:xfrm>
          <a:prstGeom xmlns:a="http://schemas.openxmlformats.org/drawingml/2006/main" prst="rect">
            <a:avLst/>
          </a:prstGeom>
          <a:solidFill xmlns:a="http://schemas.openxmlformats.org/drawingml/2006/main">
            <a:srgbClr val="FFFFFF">
              <a:alpha val="9412"/>
            </a:srgbClr>
          </a:solidFill>
          <a:ln xmlns:a="http://schemas.openxmlformats.org/drawingml/2006/main" w="0">
            <a:noFill/>
            <a:prstDash val="solid"/>
          </a:ln>
        </p:spPr>
      </p:sp>
      <p:sp>
        <p:nvSpPr>
          <p:cNvPr id="151" name="">
            <a:extLst xmlns:a="http://schemas.openxmlformats.org/drawingml/2006/main">
              <a:ext uri="{FF2B5EF4-FFF2-40B4-BE49-F238E27FC236}">
                <a16:creationId xmlns:a16="http://schemas.microsoft.com/office/drawing/2014/main" id="{F2AB3DA2-47FA-464E-97D3-6F5AE1D50163}"/>
              </a:ext>
            </a:extLst>
          </p:cNvPr>
          <p:cNvSpPr>
            <a:spLocks xmlns:a="http://schemas.openxmlformats.org/drawingml/2006/main" noGrp="1"/>
          </p:cNvSpPr>
          <p:nvPr/>
        </p:nvSpPr>
        <p:spPr>
          <a:xfrm xmlns:a="http://schemas.openxmlformats.org/drawingml/2006/main">
            <a:off x="8382000" y="6210300"/>
            <a:ext cx="762000" cy="314325"/>
          </a:xfrm>
          <a:prstGeom xmlns:a="http://schemas.openxmlformats.org/drawingml/2006/main" prst="rect">
            <a:avLst/>
          </a:prstGeom>
          <a:solidFill xmlns:a="http://schemas.openxmlformats.org/drawingml/2006/main">
            <a:srgbClr val="3A8A8B"/>
          </a:solidFill>
          <a:ln xmlns:a="http://schemas.openxmlformats.org/drawingml/2006/main" w="0">
            <a:noFill/>
            <a:prstDash val="solid"/>
          </a:ln>
        </p:spPr>
      </p:sp>
      <p:sp>
        <p:nvSpPr>
          <p:cNvPr id="152" name="">
            <a:extLst xmlns:a="http://schemas.openxmlformats.org/drawingml/2006/main">
              <a:ext uri="{FF2B5EF4-FFF2-40B4-BE49-F238E27FC236}">
                <a16:creationId xmlns:a16="http://schemas.microsoft.com/office/drawing/2014/main" id="{25593557-6C10-4FB2-B56D-BD976DD28AFB}"/>
              </a:ext>
            </a:extLst>
          </p:cNvPr>
          <p:cNvSpPr>
            <a:spLocks xmlns:a="http://schemas.openxmlformats.org/drawingml/2006/main" noGrp="1"/>
          </p:cNvSpPr>
          <p:nvPr/>
        </p:nvSpPr>
        <p:spPr>
          <a:xfrm xmlns:a="http://schemas.openxmlformats.org/drawingml/2006/main">
            <a:off x="8401050" y="6229350"/>
            <a:ext cx="723900" cy="276225"/>
          </a:xfrm>
          <a:prstGeom xmlns:a="http://schemas.openxmlformats.org/drawingml/2006/main" prst="rect">
            <a:avLst/>
          </a:prstGeom>
          <a:solidFill xmlns:a="http://schemas.openxmlformats.org/drawingml/2006/main">
            <a:srgbClr val="FFFFFF">
              <a:alpha val="9412"/>
            </a:srgbClr>
          </a:solidFill>
          <a:ln xmlns:a="http://schemas.openxmlformats.org/drawingml/2006/main" w="0">
            <a:noFill/>
            <a:prstDash val="solid"/>
          </a:ln>
        </p:spPr>
      </p:sp>
      <p:sp>
        <p:nvSpPr>
          <p:cNvPr id="153" name="">
            <a:extLst xmlns:a="http://schemas.openxmlformats.org/drawingml/2006/main">
              <a:ext uri="{FF2B5EF4-FFF2-40B4-BE49-F238E27FC236}">
                <a16:creationId xmlns:a16="http://schemas.microsoft.com/office/drawing/2014/main" id="{176BAD76-D23D-4AA4-995C-BB28C95FCEFD}"/>
              </a:ext>
            </a:extLst>
          </p:cNvPr>
          <p:cNvSpPr>
            <a:spLocks xmlns:a="http://schemas.openxmlformats.org/drawingml/2006/main" noGrp="1"/>
          </p:cNvSpPr>
          <p:nvPr/>
        </p:nvSpPr>
        <p:spPr>
          <a:xfrm xmlns:a="http://schemas.openxmlformats.org/drawingml/2006/main">
            <a:off x="9144000" y="6210300"/>
            <a:ext cx="762000" cy="314325"/>
          </a:xfrm>
          <a:prstGeom xmlns:a="http://schemas.openxmlformats.org/drawingml/2006/main" prst="rect">
            <a:avLst/>
          </a:prstGeom>
          <a:solidFill xmlns:a="http://schemas.openxmlformats.org/drawingml/2006/main">
            <a:srgbClr val="3A8A8B"/>
          </a:solidFill>
          <a:ln xmlns:a="http://schemas.openxmlformats.org/drawingml/2006/main" w="0">
            <a:noFill/>
            <a:prstDash val="solid"/>
          </a:ln>
        </p:spPr>
      </p:sp>
      <p:sp>
        <p:nvSpPr>
          <p:cNvPr id="154" name="">
            <a:extLst xmlns:a="http://schemas.openxmlformats.org/drawingml/2006/main">
              <a:ext uri="{FF2B5EF4-FFF2-40B4-BE49-F238E27FC236}">
                <a16:creationId xmlns:a16="http://schemas.microsoft.com/office/drawing/2014/main" id="{49A44842-A976-40C3-9F1A-7C1AFA51FD99}"/>
              </a:ext>
            </a:extLst>
          </p:cNvPr>
          <p:cNvSpPr>
            <a:spLocks xmlns:a="http://schemas.openxmlformats.org/drawingml/2006/main" noGrp="1"/>
          </p:cNvSpPr>
          <p:nvPr/>
        </p:nvSpPr>
        <p:spPr>
          <a:xfrm xmlns:a="http://schemas.openxmlformats.org/drawingml/2006/main">
            <a:off x="9163050" y="6229350"/>
            <a:ext cx="723900" cy="276225"/>
          </a:xfrm>
          <a:prstGeom xmlns:a="http://schemas.openxmlformats.org/drawingml/2006/main" prst="rect">
            <a:avLst/>
          </a:prstGeom>
          <a:solidFill xmlns:a="http://schemas.openxmlformats.org/drawingml/2006/main">
            <a:srgbClr val="FFFFFF">
              <a:alpha val="9412"/>
            </a:srgbClr>
          </a:solidFill>
          <a:ln xmlns:a="http://schemas.openxmlformats.org/drawingml/2006/main" w="0">
            <a:noFill/>
            <a:prstDash val="solid"/>
          </a:ln>
        </p:spPr>
      </p:sp>
      <p:sp>
        <p:nvSpPr>
          <p:cNvPr id="155" name="">
            <a:extLst xmlns:a="http://schemas.openxmlformats.org/drawingml/2006/main">
              <a:ext uri="{FF2B5EF4-FFF2-40B4-BE49-F238E27FC236}">
                <a16:creationId xmlns:a16="http://schemas.microsoft.com/office/drawing/2014/main" id="{409A1C2B-FA9E-42C4-BDD9-AEBBFE38AD2B}"/>
              </a:ext>
            </a:extLst>
          </p:cNvPr>
          <p:cNvSpPr>
            <a:spLocks xmlns:a="http://schemas.openxmlformats.org/drawingml/2006/main" noGrp="1"/>
          </p:cNvSpPr>
          <p:nvPr/>
        </p:nvSpPr>
        <p:spPr>
          <a:xfrm xmlns:a="http://schemas.openxmlformats.org/drawingml/2006/main">
            <a:off x="9906000" y="6210300"/>
            <a:ext cx="762000" cy="314325"/>
          </a:xfrm>
          <a:prstGeom xmlns:a="http://schemas.openxmlformats.org/drawingml/2006/main" prst="rect">
            <a:avLst/>
          </a:prstGeom>
          <a:solidFill xmlns:a="http://schemas.openxmlformats.org/drawingml/2006/main">
            <a:srgbClr val="3A8A8B"/>
          </a:solidFill>
          <a:ln xmlns:a="http://schemas.openxmlformats.org/drawingml/2006/main" w="0">
            <a:noFill/>
            <a:prstDash val="solid"/>
          </a:ln>
        </p:spPr>
      </p:sp>
      <p:sp>
        <p:nvSpPr>
          <p:cNvPr id="156" name="">
            <a:extLst xmlns:a="http://schemas.openxmlformats.org/drawingml/2006/main">
              <a:ext uri="{FF2B5EF4-FFF2-40B4-BE49-F238E27FC236}">
                <a16:creationId xmlns:a16="http://schemas.microsoft.com/office/drawing/2014/main" id="{D72F59FC-B1D3-4318-AA25-00F8BF0F4A0E}"/>
              </a:ext>
            </a:extLst>
          </p:cNvPr>
          <p:cNvSpPr>
            <a:spLocks xmlns:a="http://schemas.openxmlformats.org/drawingml/2006/main" noGrp="1"/>
          </p:cNvSpPr>
          <p:nvPr/>
        </p:nvSpPr>
        <p:spPr>
          <a:xfrm xmlns:a="http://schemas.openxmlformats.org/drawingml/2006/main">
            <a:off x="9925050" y="6229350"/>
            <a:ext cx="723900" cy="276225"/>
          </a:xfrm>
          <a:prstGeom xmlns:a="http://schemas.openxmlformats.org/drawingml/2006/main" prst="rect">
            <a:avLst/>
          </a:prstGeom>
          <a:solidFill xmlns:a="http://schemas.openxmlformats.org/drawingml/2006/main">
            <a:srgbClr val="FFFFFF">
              <a:alpha val="9412"/>
            </a:srgbClr>
          </a:solidFill>
          <a:ln xmlns:a="http://schemas.openxmlformats.org/drawingml/2006/main" w="0">
            <a:noFill/>
            <a:prstDash val="solid"/>
          </a:ln>
        </p:spPr>
      </p:sp>
      <p:sp>
        <p:nvSpPr>
          <p:cNvPr id="157" name="">
            <a:extLst xmlns:a="http://schemas.openxmlformats.org/drawingml/2006/main">
              <a:ext uri="{FF2B5EF4-FFF2-40B4-BE49-F238E27FC236}">
                <a16:creationId xmlns:a16="http://schemas.microsoft.com/office/drawing/2014/main" id="{06309A2B-B129-45DA-A78A-FF4259477BCE}"/>
              </a:ext>
            </a:extLst>
          </p:cNvPr>
          <p:cNvSpPr>
            <a:spLocks xmlns:a="http://schemas.openxmlformats.org/drawingml/2006/main" noGrp="1"/>
          </p:cNvSpPr>
          <p:nvPr/>
        </p:nvSpPr>
        <p:spPr>
          <a:xfrm xmlns:a="http://schemas.openxmlformats.org/drawingml/2006/main">
            <a:off x="10668000" y="6210300"/>
            <a:ext cx="762000" cy="314325"/>
          </a:xfrm>
          <a:prstGeom xmlns:a="http://schemas.openxmlformats.org/drawingml/2006/main" prst="rect">
            <a:avLst/>
          </a:prstGeom>
          <a:solidFill xmlns:a="http://schemas.openxmlformats.org/drawingml/2006/main">
            <a:srgbClr val="3A8A8B"/>
          </a:solidFill>
          <a:ln xmlns:a="http://schemas.openxmlformats.org/drawingml/2006/main" w="0">
            <a:noFill/>
            <a:prstDash val="solid"/>
          </a:ln>
        </p:spPr>
      </p:sp>
      <p:sp>
        <p:nvSpPr>
          <p:cNvPr id="158" name="">
            <a:extLst xmlns:a="http://schemas.openxmlformats.org/drawingml/2006/main">
              <a:ext uri="{FF2B5EF4-FFF2-40B4-BE49-F238E27FC236}">
                <a16:creationId xmlns:a16="http://schemas.microsoft.com/office/drawing/2014/main" id="{F898F5F0-F3CF-4E1E-ADE0-1265A0026F55}"/>
              </a:ext>
            </a:extLst>
          </p:cNvPr>
          <p:cNvSpPr>
            <a:spLocks xmlns:a="http://schemas.openxmlformats.org/drawingml/2006/main" noGrp="1"/>
          </p:cNvSpPr>
          <p:nvPr/>
        </p:nvSpPr>
        <p:spPr>
          <a:xfrm xmlns:a="http://schemas.openxmlformats.org/drawingml/2006/main">
            <a:off x="10687050" y="6229350"/>
            <a:ext cx="723900" cy="276225"/>
          </a:xfrm>
          <a:prstGeom xmlns:a="http://schemas.openxmlformats.org/drawingml/2006/main" prst="rect">
            <a:avLst/>
          </a:prstGeom>
          <a:solidFill xmlns:a="http://schemas.openxmlformats.org/drawingml/2006/main">
            <a:srgbClr val="FFFFFF">
              <a:alpha val="9412"/>
            </a:srgbClr>
          </a:solidFill>
          <a:ln xmlns:a="http://schemas.openxmlformats.org/drawingml/2006/main" w="0">
            <a:noFill/>
            <a:prstDash val="solid"/>
          </a:ln>
        </p:spPr>
      </p:sp>
      <p:sp>
        <p:nvSpPr>
          <p:cNvPr id="159" name="">
            <a:extLst xmlns:a="http://schemas.openxmlformats.org/drawingml/2006/main">
              <a:ext uri="{FF2B5EF4-FFF2-40B4-BE49-F238E27FC236}">
                <a16:creationId xmlns:a16="http://schemas.microsoft.com/office/drawing/2014/main" id="{CB2D7DF1-652D-42CA-A97F-EB1A2A6C4F5B}"/>
              </a:ext>
            </a:extLst>
          </p:cNvPr>
          <p:cNvSpPr>
            <a:spLocks xmlns:a="http://schemas.openxmlformats.org/drawingml/2006/main" noGrp="1"/>
          </p:cNvSpPr>
          <p:nvPr/>
        </p:nvSpPr>
        <p:spPr>
          <a:xfrm xmlns:a="http://schemas.openxmlformats.org/drawingml/2006/main">
            <a:off x="11430000" y="6210300"/>
            <a:ext cx="762000" cy="314325"/>
          </a:xfrm>
          <a:prstGeom xmlns:a="http://schemas.openxmlformats.org/drawingml/2006/main" prst="rect">
            <a:avLst/>
          </a:prstGeom>
          <a:solidFill xmlns:a="http://schemas.openxmlformats.org/drawingml/2006/main">
            <a:srgbClr val="3A8A8B"/>
          </a:solidFill>
          <a:ln xmlns:a="http://schemas.openxmlformats.org/drawingml/2006/main" w="0">
            <a:noFill/>
            <a:prstDash val="solid"/>
          </a:ln>
        </p:spPr>
      </p:sp>
      <p:sp>
        <p:nvSpPr>
          <p:cNvPr id="160" name="">
            <a:extLst xmlns:a="http://schemas.openxmlformats.org/drawingml/2006/main">
              <a:ext uri="{FF2B5EF4-FFF2-40B4-BE49-F238E27FC236}">
                <a16:creationId xmlns:a16="http://schemas.microsoft.com/office/drawing/2014/main" id="{0EAA4FF1-54F7-4B22-9FBF-D86001D3EE6D}"/>
              </a:ext>
            </a:extLst>
          </p:cNvPr>
          <p:cNvSpPr>
            <a:spLocks xmlns:a="http://schemas.openxmlformats.org/drawingml/2006/main" noGrp="1"/>
          </p:cNvSpPr>
          <p:nvPr/>
        </p:nvSpPr>
        <p:spPr>
          <a:xfrm xmlns:a="http://schemas.openxmlformats.org/drawingml/2006/main">
            <a:off x="11449050" y="6229350"/>
            <a:ext cx="723900" cy="276225"/>
          </a:xfrm>
          <a:prstGeom xmlns:a="http://schemas.openxmlformats.org/drawingml/2006/main" prst="rect">
            <a:avLst/>
          </a:prstGeom>
          <a:solidFill xmlns:a="http://schemas.openxmlformats.org/drawingml/2006/main">
            <a:srgbClr val="FFFFFF">
              <a:alpha val="9412"/>
            </a:srgbClr>
          </a:solidFill>
          <a:ln xmlns:a="http://schemas.openxmlformats.org/drawingml/2006/main" w="0">
            <a:noFill/>
            <a:prstDash val="solid"/>
          </a:ln>
        </p:spPr>
      </p:sp>
      <p:sp>
        <p:nvSpPr>
          <p:cNvPr id="161" name="">
            <a:extLst xmlns:a="http://schemas.openxmlformats.org/drawingml/2006/main">
              <a:ext uri="{FF2B5EF4-FFF2-40B4-BE49-F238E27FC236}">
                <a16:creationId xmlns:a16="http://schemas.microsoft.com/office/drawing/2014/main" id="{BF1474E9-AF28-46E8-992E-19633DD9A5DC}"/>
              </a:ext>
            </a:extLst>
          </p:cNvPr>
          <p:cNvSpPr>
            <a:spLocks xmlns:a="http://schemas.openxmlformats.org/drawingml/2006/main" noGrp="1"/>
          </p:cNvSpPr>
          <p:nvPr/>
        </p:nvSpPr>
        <p:spPr>
          <a:xfrm xmlns:a="http://schemas.openxmlformats.org/drawingml/2006/main">
            <a:off x="0" y="6524625"/>
            <a:ext cx="762000" cy="314325"/>
          </a:xfrm>
          <a:prstGeom xmlns:a="http://schemas.openxmlformats.org/drawingml/2006/main" prst="rect">
            <a:avLst/>
          </a:prstGeom>
          <a:solidFill xmlns:a="http://schemas.openxmlformats.org/drawingml/2006/main">
            <a:srgbClr val="245A7F"/>
          </a:solidFill>
          <a:ln xmlns:a="http://schemas.openxmlformats.org/drawingml/2006/main" w="0">
            <a:noFill/>
            <a:prstDash val="solid"/>
          </a:ln>
        </p:spPr>
      </p:sp>
      <p:sp>
        <p:nvSpPr>
          <p:cNvPr id="162" name="">
            <a:extLst xmlns:a="http://schemas.openxmlformats.org/drawingml/2006/main">
              <a:ext uri="{FF2B5EF4-FFF2-40B4-BE49-F238E27FC236}">
                <a16:creationId xmlns:a16="http://schemas.microsoft.com/office/drawing/2014/main" id="{0E39ABC4-3B45-48ED-AB97-85576A461B42}"/>
              </a:ext>
            </a:extLst>
          </p:cNvPr>
          <p:cNvSpPr>
            <a:spLocks xmlns:a="http://schemas.openxmlformats.org/drawingml/2006/main" noGrp="1"/>
          </p:cNvSpPr>
          <p:nvPr/>
        </p:nvSpPr>
        <p:spPr>
          <a:xfrm xmlns:a="http://schemas.openxmlformats.org/drawingml/2006/main">
            <a:off x="19050" y="6543675"/>
            <a:ext cx="723900" cy="276225"/>
          </a:xfrm>
          <a:prstGeom xmlns:a="http://schemas.openxmlformats.org/drawingml/2006/main" prst="rect">
            <a:avLst/>
          </a:prstGeom>
          <a:solidFill xmlns:a="http://schemas.openxmlformats.org/drawingml/2006/main">
            <a:srgbClr val="FFFFFF">
              <a:alpha val="9412"/>
            </a:srgbClr>
          </a:solidFill>
          <a:ln xmlns:a="http://schemas.openxmlformats.org/drawingml/2006/main" w="0">
            <a:noFill/>
            <a:prstDash val="solid"/>
          </a:ln>
        </p:spPr>
      </p:sp>
      <p:sp>
        <p:nvSpPr>
          <p:cNvPr id="163" name="">
            <a:extLst xmlns:a="http://schemas.openxmlformats.org/drawingml/2006/main">
              <a:ext uri="{FF2B5EF4-FFF2-40B4-BE49-F238E27FC236}">
                <a16:creationId xmlns:a16="http://schemas.microsoft.com/office/drawing/2014/main" id="{D5CB740E-E263-4C64-934F-1C111246DF85}"/>
              </a:ext>
            </a:extLst>
          </p:cNvPr>
          <p:cNvSpPr>
            <a:spLocks xmlns:a="http://schemas.openxmlformats.org/drawingml/2006/main" noGrp="1"/>
          </p:cNvSpPr>
          <p:nvPr/>
        </p:nvSpPr>
        <p:spPr>
          <a:xfrm xmlns:a="http://schemas.openxmlformats.org/drawingml/2006/main">
            <a:off x="762000" y="6524625"/>
            <a:ext cx="762000" cy="314325"/>
          </a:xfrm>
          <a:prstGeom xmlns:a="http://schemas.openxmlformats.org/drawingml/2006/main" prst="rect">
            <a:avLst/>
          </a:prstGeom>
          <a:solidFill xmlns:a="http://schemas.openxmlformats.org/drawingml/2006/main">
            <a:srgbClr val="245A7F"/>
          </a:solidFill>
          <a:ln xmlns:a="http://schemas.openxmlformats.org/drawingml/2006/main" w="0">
            <a:noFill/>
            <a:prstDash val="solid"/>
          </a:ln>
        </p:spPr>
      </p:sp>
      <p:sp>
        <p:nvSpPr>
          <p:cNvPr id="164" name="">
            <a:extLst xmlns:a="http://schemas.openxmlformats.org/drawingml/2006/main">
              <a:ext uri="{FF2B5EF4-FFF2-40B4-BE49-F238E27FC236}">
                <a16:creationId xmlns:a16="http://schemas.microsoft.com/office/drawing/2014/main" id="{30100C69-2A1E-4E26-AF98-41EF281643B0}"/>
              </a:ext>
            </a:extLst>
          </p:cNvPr>
          <p:cNvSpPr>
            <a:spLocks xmlns:a="http://schemas.openxmlformats.org/drawingml/2006/main" noGrp="1"/>
          </p:cNvSpPr>
          <p:nvPr/>
        </p:nvSpPr>
        <p:spPr>
          <a:xfrm xmlns:a="http://schemas.openxmlformats.org/drawingml/2006/main">
            <a:off x="781050" y="6543675"/>
            <a:ext cx="723900" cy="276225"/>
          </a:xfrm>
          <a:prstGeom xmlns:a="http://schemas.openxmlformats.org/drawingml/2006/main" prst="rect">
            <a:avLst/>
          </a:prstGeom>
          <a:solidFill xmlns:a="http://schemas.openxmlformats.org/drawingml/2006/main">
            <a:srgbClr val="FFFFFF">
              <a:alpha val="9412"/>
            </a:srgbClr>
          </a:solidFill>
          <a:ln xmlns:a="http://schemas.openxmlformats.org/drawingml/2006/main" w="0">
            <a:noFill/>
            <a:prstDash val="solid"/>
          </a:ln>
        </p:spPr>
      </p:sp>
      <p:sp>
        <p:nvSpPr>
          <p:cNvPr id="165" name="">
            <a:extLst xmlns:a="http://schemas.openxmlformats.org/drawingml/2006/main">
              <a:ext uri="{FF2B5EF4-FFF2-40B4-BE49-F238E27FC236}">
                <a16:creationId xmlns:a16="http://schemas.microsoft.com/office/drawing/2014/main" id="{43D5E794-AF27-440A-A2F4-9ED174A0FD5D}"/>
              </a:ext>
            </a:extLst>
          </p:cNvPr>
          <p:cNvSpPr>
            <a:spLocks xmlns:a="http://schemas.openxmlformats.org/drawingml/2006/main" noGrp="1"/>
          </p:cNvSpPr>
          <p:nvPr/>
        </p:nvSpPr>
        <p:spPr>
          <a:xfrm xmlns:a="http://schemas.openxmlformats.org/drawingml/2006/main">
            <a:off x="1524000" y="6524625"/>
            <a:ext cx="762000" cy="314325"/>
          </a:xfrm>
          <a:prstGeom xmlns:a="http://schemas.openxmlformats.org/drawingml/2006/main" prst="rect">
            <a:avLst/>
          </a:prstGeom>
          <a:solidFill xmlns:a="http://schemas.openxmlformats.org/drawingml/2006/main">
            <a:srgbClr val="245A7F"/>
          </a:solidFill>
          <a:ln xmlns:a="http://schemas.openxmlformats.org/drawingml/2006/main" w="0">
            <a:noFill/>
            <a:prstDash val="solid"/>
          </a:ln>
        </p:spPr>
      </p:sp>
      <p:sp>
        <p:nvSpPr>
          <p:cNvPr id="166" name="">
            <a:extLst xmlns:a="http://schemas.openxmlformats.org/drawingml/2006/main">
              <a:ext uri="{FF2B5EF4-FFF2-40B4-BE49-F238E27FC236}">
                <a16:creationId xmlns:a16="http://schemas.microsoft.com/office/drawing/2014/main" id="{75E7A3BE-F872-42D3-83A9-975C07DF2D9A}"/>
              </a:ext>
            </a:extLst>
          </p:cNvPr>
          <p:cNvSpPr>
            <a:spLocks xmlns:a="http://schemas.openxmlformats.org/drawingml/2006/main" noGrp="1"/>
          </p:cNvSpPr>
          <p:nvPr/>
        </p:nvSpPr>
        <p:spPr>
          <a:xfrm xmlns:a="http://schemas.openxmlformats.org/drawingml/2006/main">
            <a:off x="1543050" y="6543675"/>
            <a:ext cx="723900" cy="276225"/>
          </a:xfrm>
          <a:prstGeom xmlns:a="http://schemas.openxmlformats.org/drawingml/2006/main" prst="rect">
            <a:avLst/>
          </a:prstGeom>
          <a:solidFill xmlns:a="http://schemas.openxmlformats.org/drawingml/2006/main">
            <a:srgbClr val="FFFFFF">
              <a:alpha val="9412"/>
            </a:srgbClr>
          </a:solidFill>
          <a:ln xmlns:a="http://schemas.openxmlformats.org/drawingml/2006/main" w="0">
            <a:noFill/>
            <a:prstDash val="solid"/>
          </a:ln>
        </p:spPr>
      </p:sp>
      <p:sp>
        <p:nvSpPr>
          <p:cNvPr id="167" name="">
            <a:extLst xmlns:a="http://schemas.openxmlformats.org/drawingml/2006/main">
              <a:ext uri="{FF2B5EF4-FFF2-40B4-BE49-F238E27FC236}">
                <a16:creationId xmlns:a16="http://schemas.microsoft.com/office/drawing/2014/main" id="{F39A1599-38DD-45D1-97EA-FF275CFEEA34}"/>
              </a:ext>
            </a:extLst>
          </p:cNvPr>
          <p:cNvSpPr>
            <a:spLocks xmlns:a="http://schemas.openxmlformats.org/drawingml/2006/main" noGrp="1"/>
          </p:cNvSpPr>
          <p:nvPr/>
        </p:nvSpPr>
        <p:spPr>
          <a:xfrm xmlns:a="http://schemas.openxmlformats.org/drawingml/2006/main">
            <a:off x="2286000" y="6524625"/>
            <a:ext cx="762000" cy="314325"/>
          </a:xfrm>
          <a:prstGeom xmlns:a="http://schemas.openxmlformats.org/drawingml/2006/main" prst="rect">
            <a:avLst/>
          </a:prstGeom>
          <a:solidFill xmlns:a="http://schemas.openxmlformats.org/drawingml/2006/main">
            <a:srgbClr val="245A7F"/>
          </a:solidFill>
          <a:ln xmlns:a="http://schemas.openxmlformats.org/drawingml/2006/main" w="0">
            <a:noFill/>
            <a:prstDash val="solid"/>
          </a:ln>
        </p:spPr>
      </p:sp>
      <p:sp>
        <p:nvSpPr>
          <p:cNvPr id="168" name="">
            <a:extLst xmlns:a="http://schemas.openxmlformats.org/drawingml/2006/main">
              <a:ext uri="{FF2B5EF4-FFF2-40B4-BE49-F238E27FC236}">
                <a16:creationId xmlns:a16="http://schemas.microsoft.com/office/drawing/2014/main" id="{03EFC729-A15E-4E0F-B840-646C6D1FA404}"/>
              </a:ext>
            </a:extLst>
          </p:cNvPr>
          <p:cNvSpPr>
            <a:spLocks xmlns:a="http://schemas.openxmlformats.org/drawingml/2006/main" noGrp="1"/>
          </p:cNvSpPr>
          <p:nvPr/>
        </p:nvSpPr>
        <p:spPr>
          <a:xfrm xmlns:a="http://schemas.openxmlformats.org/drawingml/2006/main">
            <a:off x="2305050" y="6543675"/>
            <a:ext cx="723900" cy="276225"/>
          </a:xfrm>
          <a:prstGeom xmlns:a="http://schemas.openxmlformats.org/drawingml/2006/main" prst="rect">
            <a:avLst/>
          </a:prstGeom>
          <a:solidFill xmlns:a="http://schemas.openxmlformats.org/drawingml/2006/main">
            <a:srgbClr val="FFFFFF">
              <a:alpha val="9412"/>
            </a:srgbClr>
          </a:solidFill>
          <a:ln xmlns:a="http://schemas.openxmlformats.org/drawingml/2006/main" w="0">
            <a:noFill/>
            <a:prstDash val="solid"/>
          </a:ln>
        </p:spPr>
      </p:sp>
      <p:sp>
        <p:nvSpPr>
          <p:cNvPr id="169" name="">
            <a:extLst xmlns:a="http://schemas.openxmlformats.org/drawingml/2006/main">
              <a:ext uri="{FF2B5EF4-FFF2-40B4-BE49-F238E27FC236}">
                <a16:creationId xmlns:a16="http://schemas.microsoft.com/office/drawing/2014/main" id="{F53DE886-EBD9-4136-9930-96017299C200}"/>
              </a:ext>
            </a:extLst>
          </p:cNvPr>
          <p:cNvSpPr>
            <a:spLocks xmlns:a="http://schemas.openxmlformats.org/drawingml/2006/main" noGrp="1"/>
          </p:cNvSpPr>
          <p:nvPr/>
        </p:nvSpPr>
        <p:spPr>
          <a:xfrm xmlns:a="http://schemas.openxmlformats.org/drawingml/2006/main">
            <a:off x="3048000" y="6524625"/>
            <a:ext cx="762000" cy="314325"/>
          </a:xfrm>
          <a:prstGeom xmlns:a="http://schemas.openxmlformats.org/drawingml/2006/main" prst="rect">
            <a:avLst/>
          </a:prstGeom>
          <a:solidFill xmlns:a="http://schemas.openxmlformats.org/drawingml/2006/main">
            <a:srgbClr val="245A7F"/>
          </a:solidFill>
          <a:ln xmlns:a="http://schemas.openxmlformats.org/drawingml/2006/main" w="0">
            <a:noFill/>
            <a:prstDash val="solid"/>
          </a:ln>
        </p:spPr>
      </p:sp>
      <p:sp>
        <p:nvSpPr>
          <p:cNvPr id="170" name="">
            <a:extLst xmlns:a="http://schemas.openxmlformats.org/drawingml/2006/main">
              <a:ext uri="{FF2B5EF4-FFF2-40B4-BE49-F238E27FC236}">
                <a16:creationId xmlns:a16="http://schemas.microsoft.com/office/drawing/2014/main" id="{929E6FA4-9206-49CA-A1A3-3C90A26AFF9E}"/>
              </a:ext>
            </a:extLst>
          </p:cNvPr>
          <p:cNvSpPr>
            <a:spLocks xmlns:a="http://schemas.openxmlformats.org/drawingml/2006/main" noGrp="1"/>
          </p:cNvSpPr>
          <p:nvPr/>
        </p:nvSpPr>
        <p:spPr>
          <a:xfrm xmlns:a="http://schemas.openxmlformats.org/drawingml/2006/main">
            <a:off x="3067050" y="6543675"/>
            <a:ext cx="723900" cy="276225"/>
          </a:xfrm>
          <a:prstGeom xmlns:a="http://schemas.openxmlformats.org/drawingml/2006/main" prst="rect">
            <a:avLst/>
          </a:prstGeom>
          <a:solidFill xmlns:a="http://schemas.openxmlformats.org/drawingml/2006/main">
            <a:srgbClr val="FFFFFF">
              <a:alpha val="9412"/>
            </a:srgbClr>
          </a:solidFill>
          <a:ln xmlns:a="http://schemas.openxmlformats.org/drawingml/2006/main" w="0">
            <a:noFill/>
            <a:prstDash val="solid"/>
          </a:ln>
        </p:spPr>
      </p:sp>
      <p:sp>
        <p:nvSpPr>
          <p:cNvPr id="171" name="">
            <a:extLst xmlns:a="http://schemas.openxmlformats.org/drawingml/2006/main">
              <a:ext uri="{FF2B5EF4-FFF2-40B4-BE49-F238E27FC236}">
                <a16:creationId xmlns:a16="http://schemas.microsoft.com/office/drawing/2014/main" id="{974BDDA3-40FF-49BF-B214-BE2AD481D0EC}"/>
              </a:ext>
            </a:extLst>
          </p:cNvPr>
          <p:cNvSpPr>
            <a:spLocks xmlns:a="http://schemas.openxmlformats.org/drawingml/2006/main" noGrp="1"/>
          </p:cNvSpPr>
          <p:nvPr/>
        </p:nvSpPr>
        <p:spPr>
          <a:xfrm xmlns:a="http://schemas.openxmlformats.org/drawingml/2006/main">
            <a:off x="3810000" y="6524625"/>
            <a:ext cx="762000" cy="314325"/>
          </a:xfrm>
          <a:prstGeom xmlns:a="http://schemas.openxmlformats.org/drawingml/2006/main" prst="rect">
            <a:avLst/>
          </a:prstGeom>
          <a:solidFill xmlns:a="http://schemas.openxmlformats.org/drawingml/2006/main">
            <a:srgbClr val="245A7F"/>
          </a:solidFill>
          <a:ln xmlns:a="http://schemas.openxmlformats.org/drawingml/2006/main" w="0">
            <a:noFill/>
            <a:prstDash val="solid"/>
          </a:ln>
        </p:spPr>
      </p:sp>
      <p:sp>
        <p:nvSpPr>
          <p:cNvPr id="172" name="">
            <a:extLst xmlns:a="http://schemas.openxmlformats.org/drawingml/2006/main">
              <a:ext uri="{FF2B5EF4-FFF2-40B4-BE49-F238E27FC236}">
                <a16:creationId xmlns:a16="http://schemas.microsoft.com/office/drawing/2014/main" id="{DB92A5CD-D476-497B-A9F0-BE523A3735A3}"/>
              </a:ext>
            </a:extLst>
          </p:cNvPr>
          <p:cNvSpPr>
            <a:spLocks xmlns:a="http://schemas.openxmlformats.org/drawingml/2006/main" noGrp="1"/>
          </p:cNvSpPr>
          <p:nvPr/>
        </p:nvSpPr>
        <p:spPr>
          <a:xfrm xmlns:a="http://schemas.openxmlformats.org/drawingml/2006/main">
            <a:off x="3829050" y="6543675"/>
            <a:ext cx="723900" cy="276225"/>
          </a:xfrm>
          <a:prstGeom xmlns:a="http://schemas.openxmlformats.org/drawingml/2006/main" prst="rect">
            <a:avLst/>
          </a:prstGeom>
          <a:solidFill xmlns:a="http://schemas.openxmlformats.org/drawingml/2006/main">
            <a:srgbClr val="FFFFFF">
              <a:alpha val="9412"/>
            </a:srgbClr>
          </a:solidFill>
          <a:ln xmlns:a="http://schemas.openxmlformats.org/drawingml/2006/main" w="0">
            <a:noFill/>
            <a:prstDash val="solid"/>
          </a:ln>
        </p:spPr>
      </p:sp>
      <p:sp>
        <p:nvSpPr>
          <p:cNvPr id="173" name="">
            <a:extLst xmlns:a="http://schemas.openxmlformats.org/drawingml/2006/main">
              <a:ext uri="{FF2B5EF4-FFF2-40B4-BE49-F238E27FC236}">
                <a16:creationId xmlns:a16="http://schemas.microsoft.com/office/drawing/2014/main" id="{D0686D26-16EB-439B-92B9-5E6D9D4A5200}"/>
              </a:ext>
            </a:extLst>
          </p:cNvPr>
          <p:cNvSpPr>
            <a:spLocks xmlns:a="http://schemas.openxmlformats.org/drawingml/2006/main" noGrp="1"/>
          </p:cNvSpPr>
          <p:nvPr/>
        </p:nvSpPr>
        <p:spPr>
          <a:xfrm xmlns:a="http://schemas.openxmlformats.org/drawingml/2006/main">
            <a:off x="4572000" y="6524625"/>
            <a:ext cx="762000" cy="314325"/>
          </a:xfrm>
          <a:prstGeom xmlns:a="http://schemas.openxmlformats.org/drawingml/2006/main" prst="rect">
            <a:avLst/>
          </a:prstGeom>
          <a:solidFill xmlns:a="http://schemas.openxmlformats.org/drawingml/2006/main">
            <a:srgbClr val="245A7F"/>
          </a:solidFill>
          <a:ln xmlns:a="http://schemas.openxmlformats.org/drawingml/2006/main" w="0">
            <a:noFill/>
            <a:prstDash val="solid"/>
          </a:ln>
        </p:spPr>
      </p:sp>
      <p:sp>
        <p:nvSpPr>
          <p:cNvPr id="174" name="">
            <a:extLst xmlns:a="http://schemas.openxmlformats.org/drawingml/2006/main">
              <a:ext uri="{FF2B5EF4-FFF2-40B4-BE49-F238E27FC236}">
                <a16:creationId xmlns:a16="http://schemas.microsoft.com/office/drawing/2014/main" id="{B901BB8F-053F-4188-A752-CC8D7EBDD777}"/>
              </a:ext>
            </a:extLst>
          </p:cNvPr>
          <p:cNvSpPr>
            <a:spLocks xmlns:a="http://schemas.openxmlformats.org/drawingml/2006/main" noGrp="1"/>
          </p:cNvSpPr>
          <p:nvPr/>
        </p:nvSpPr>
        <p:spPr>
          <a:xfrm xmlns:a="http://schemas.openxmlformats.org/drawingml/2006/main">
            <a:off x="4591050" y="6543675"/>
            <a:ext cx="723900" cy="276225"/>
          </a:xfrm>
          <a:prstGeom xmlns:a="http://schemas.openxmlformats.org/drawingml/2006/main" prst="rect">
            <a:avLst/>
          </a:prstGeom>
          <a:solidFill xmlns:a="http://schemas.openxmlformats.org/drawingml/2006/main">
            <a:srgbClr val="FFFFFF">
              <a:alpha val="9412"/>
            </a:srgbClr>
          </a:solidFill>
          <a:ln xmlns:a="http://schemas.openxmlformats.org/drawingml/2006/main" w="0">
            <a:noFill/>
            <a:prstDash val="solid"/>
          </a:ln>
        </p:spPr>
      </p:sp>
      <p:sp>
        <p:nvSpPr>
          <p:cNvPr id="175" name="">
            <a:extLst xmlns:a="http://schemas.openxmlformats.org/drawingml/2006/main">
              <a:ext uri="{FF2B5EF4-FFF2-40B4-BE49-F238E27FC236}">
                <a16:creationId xmlns:a16="http://schemas.microsoft.com/office/drawing/2014/main" id="{22E608A2-4F67-44F2-A875-CF953EF65A70}"/>
              </a:ext>
            </a:extLst>
          </p:cNvPr>
          <p:cNvSpPr>
            <a:spLocks xmlns:a="http://schemas.openxmlformats.org/drawingml/2006/main" noGrp="1"/>
          </p:cNvSpPr>
          <p:nvPr/>
        </p:nvSpPr>
        <p:spPr>
          <a:xfrm xmlns:a="http://schemas.openxmlformats.org/drawingml/2006/main">
            <a:off x="5334000" y="6524625"/>
            <a:ext cx="762000" cy="314325"/>
          </a:xfrm>
          <a:prstGeom xmlns:a="http://schemas.openxmlformats.org/drawingml/2006/main" prst="rect">
            <a:avLst/>
          </a:prstGeom>
          <a:solidFill xmlns:a="http://schemas.openxmlformats.org/drawingml/2006/main">
            <a:srgbClr val="245A7F"/>
          </a:solidFill>
          <a:ln xmlns:a="http://schemas.openxmlformats.org/drawingml/2006/main" w="0">
            <a:noFill/>
            <a:prstDash val="solid"/>
          </a:ln>
        </p:spPr>
      </p:sp>
      <p:sp>
        <p:nvSpPr>
          <p:cNvPr id="176" name="">
            <a:extLst xmlns:a="http://schemas.openxmlformats.org/drawingml/2006/main">
              <a:ext uri="{FF2B5EF4-FFF2-40B4-BE49-F238E27FC236}">
                <a16:creationId xmlns:a16="http://schemas.microsoft.com/office/drawing/2014/main" id="{1393A69B-96F9-4DDE-B3AE-61F87F0C0B26}"/>
              </a:ext>
            </a:extLst>
          </p:cNvPr>
          <p:cNvSpPr>
            <a:spLocks xmlns:a="http://schemas.openxmlformats.org/drawingml/2006/main" noGrp="1"/>
          </p:cNvSpPr>
          <p:nvPr/>
        </p:nvSpPr>
        <p:spPr>
          <a:xfrm xmlns:a="http://schemas.openxmlformats.org/drawingml/2006/main">
            <a:off x="5353050" y="6543675"/>
            <a:ext cx="723900" cy="276225"/>
          </a:xfrm>
          <a:prstGeom xmlns:a="http://schemas.openxmlformats.org/drawingml/2006/main" prst="rect">
            <a:avLst/>
          </a:prstGeom>
          <a:solidFill xmlns:a="http://schemas.openxmlformats.org/drawingml/2006/main">
            <a:srgbClr val="FFFFFF">
              <a:alpha val="9412"/>
            </a:srgbClr>
          </a:solidFill>
          <a:ln xmlns:a="http://schemas.openxmlformats.org/drawingml/2006/main" w="0">
            <a:noFill/>
            <a:prstDash val="solid"/>
          </a:ln>
        </p:spPr>
      </p:sp>
      <p:sp>
        <p:nvSpPr>
          <p:cNvPr id="177" name="">
            <a:extLst xmlns:a="http://schemas.openxmlformats.org/drawingml/2006/main">
              <a:ext uri="{FF2B5EF4-FFF2-40B4-BE49-F238E27FC236}">
                <a16:creationId xmlns:a16="http://schemas.microsoft.com/office/drawing/2014/main" id="{1B02F9A3-8B33-4846-B70E-DFA667CD4831}"/>
              </a:ext>
            </a:extLst>
          </p:cNvPr>
          <p:cNvSpPr>
            <a:spLocks xmlns:a="http://schemas.openxmlformats.org/drawingml/2006/main" noGrp="1"/>
          </p:cNvSpPr>
          <p:nvPr/>
        </p:nvSpPr>
        <p:spPr>
          <a:xfrm xmlns:a="http://schemas.openxmlformats.org/drawingml/2006/main">
            <a:off x="6096000" y="6524625"/>
            <a:ext cx="762000" cy="314325"/>
          </a:xfrm>
          <a:prstGeom xmlns:a="http://schemas.openxmlformats.org/drawingml/2006/main" prst="rect">
            <a:avLst/>
          </a:prstGeom>
          <a:solidFill xmlns:a="http://schemas.openxmlformats.org/drawingml/2006/main">
            <a:srgbClr val="245A7F"/>
          </a:solidFill>
          <a:ln xmlns:a="http://schemas.openxmlformats.org/drawingml/2006/main" w="0">
            <a:noFill/>
            <a:prstDash val="solid"/>
          </a:ln>
        </p:spPr>
      </p:sp>
      <p:sp>
        <p:nvSpPr>
          <p:cNvPr id="178" name="">
            <a:extLst xmlns:a="http://schemas.openxmlformats.org/drawingml/2006/main">
              <a:ext uri="{FF2B5EF4-FFF2-40B4-BE49-F238E27FC236}">
                <a16:creationId xmlns:a16="http://schemas.microsoft.com/office/drawing/2014/main" id="{B944F067-54C7-4289-BD52-898E2490D92D}"/>
              </a:ext>
            </a:extLst>
          </p:cNvPr>
          <p:cNvSpPr>
            <a:spLocks xmlns:a="http://schemas.openxmlformats.org/drawingml/2006/main" noGrp="1"/>
          </p:cNvSpPr>
          <p:nvPr/>
        </p:nvSpPr>
        <p:spPr>
          <a:xfrm xmlns:a="http://schemas.openxmlformats.org/drawingml/2006/main">
            <a:off x="6115050" y="6543675"/>
            <a:ext cx="723900" cy="276225"/>
          </a:xfrm>
          <a:prstGeom xmlns:a="http://schemas.openxmlformats.org/drawingml/2006/main" prst="rect">
            <a:avLst/>
          </a:prstGeom>
          <a:solidFill xmlns:a="http://schemas.openxmlformats.org/drawingml/2006/main">
            <a:srgbClr val="FFFFFF">
              <a:alpha val="9412"/>
            </a:srgbClr>
          </a:solidFill>
          <a:ln xmlns:a="http://schemas.openxmlformats.org/drawingml/2006/main" w="0">
            <a:noFill/>
            <a:prstDash val="solid"/>
          </a:ln>
        </p:spPr>
      </p:sp>
      <p:sp>
        <p:nvSpPr>
          <p:cNvPr id="179" name="">
            <a:extLst xmlns:a="http://schemas.openxmlformats.org/drawingml/2006/main">
              <a:ext uri="{FF2B5EF4-FFF2-40B4-BE49-F238E27FC236}">
                <a16:creationId xmlns:a16="http://schemas.microsoft.com/office/drawing/2014/main" id="{9DAD712F-A26E-4222-AC4E-C68502CF2EDC}"/>
              </a:ext>
            </a:extLst>
          </p:cNvPr>
          <p:cNvSpPr>
            <a:spLocks xmlns:a="http://schemas.openxmlformats.org/drawingml/2006/main" noGrp="1"/>
          </p:cNvSpPr>
          <p:nvPr/>
        </p:nvSpPr>
        <p:spPr>
          <a:xfrm xmlns:a="http://schemas.openxmlformats.org/drawingml/2006/main">
            <a:off x="6858000" y="6524625"/>
            <a:ext cx="762000" cy="314325"/>
          </a:xfrm>
          <a:prstGeom xmlns:a="http://schemas.openxmlformats.org/drawingml/2006/main" prst="rect">
            <a:avLst/>
          </a:prstGeom>
          <a:solidFill xmlns:a="http://schemas.openxmlformats.org/drawingml/2006/main">
            <a:srgbClr val="245A7F"/>
          </a:solidFill>
          <a:ln xmlns:a="http://schemas.openxmlformats.org/drawingml/2006/main" w="0">
            <a:noFill/>
            <a:prstDash val="solid"/>
          </a:ln>
        </p:spPr>
      </p:sp>
      <p:sp>
        <p:nvSpPr>
          <p:cNvPr id="180" name="">
            <a:extLst xmlns:a="http://schemas.openxmlformats.org/drawingml/2006/main">
              <a:ext uri="{FF2B5EF4-FFF2-40B4-BE49-F238E27FC236}">
                <a16:creationId xmlns:a16="http://schemas.microsoft.com/office/drawing/2014/main" id="{D069EE48-99E2-47CA-A681-A93F0C567249}"/>
              </a:ext>
            </a:extLst>
          </p:cNvPr>
          <p:cNvSpPr>
            <a:spLocks xmlns:a="http://schemas.openxmlformats.org/drawingml/2006/main" noGrp="1"/>
          </p:cNvSpPr>
          <p:nvPr/>
        </p:nvSpPr>
        <p:spPr>
          <a:xfrm xmlns:a="http://schemas.openxmlformats.org/drawingml/2006/main">
            <a:off x="6877050" y="6543675"/>
            <a:ext cx="723900" cy="276225"/>
          </a:xfrm>
          <a:prstGeom xmlns:a="http://schemas.openxmlformats.org/drawingml/2006/main" prst="rect">
            <a:avLst/>
          </a:prstGeom>
          <a:solidFill xmlns:a="http://schemas.openxmlformats.org/drawingml/2006/main">
            <a:srgbClr val="FFFFFF">
              <a:alpha val="9412"/>
            </a:srgbClr>
          </a:solidFill>
          <a:ln xmlns:a="http://schemas.openxmlformats.org/drawingml/2006/main" w="0">
            <a:noFill/>
            <a:prstDash val="solid"/>
          </a:ln>
        </p:spPr>
      </p:sp>
      <p:sp>
        <p:nvSpPr>
          <p:cNvPr id="181" name="">
            <a:extLst xmlns:a="http://schemas.openxmlformats.org/drawingml/2006/main">
              <a:ext uri="{FF2B5EF4-FFF2-40B4-BE49-F238E27FC236}">
                <a16:creationId xmlns:a16="http://schemas.microsoft.com/office/drawing/2014/main" id="{B228CA51-12AB-429C-B3B2-6F4DF3C2AAE0}"/>
              </a:ext>
            </a:extLst>
          </p:cNvPr>
          <p:cNvSpPr>
            <a:spLocks xmlns:a="http://schemas.openxmlformats.org/drawingml/2006/main" noGrp="1"/>
          </p:cNvSpPr>
          <p:nvPr/>
        </p:nvSpPr>
        <p:spPr>
          <a:xfrm xmlns:a="http://schemas.openxmlformats.org/drawingml/2006/main">
            <a:off x="7620000" y="6524625"/>
            <a:ext cx="762000" cy="314325"/>
          </a:xfrm>
          <a:prstGeom xmlns:a="http://schemas.openxmlformats.org/drawingml/2006/main" prst="rect">
            <a:avLst/>
          </a:prstGeom>
          <a:solidFill xmlns:a="http://schemas.openxmlformats.org/drawingml/2006/main">
            <a:srgbClr val="245A7F"/>
          </a:solidFill>
          <a:ln xmlns:a="http://schemas.openxmlformats.org/drawingml/2006/main" w="0">
            <a:noFill/>
            <a:prstDash val="solid"/>
          </a:ln>
        </p:spPr>
      </p:sp>
      <p:sp>
        <p:nvSpPr>
          <p:cNvPr id="182" name="">
            <a:extLst xmlns:a="http://schemas.openxmlformats.org/drawingml/2006/main">
              <a:ext uri="{FF2B5EF4-FFF2-40B4-BE49-F238E27FC236}">
                <a16:creationId xmlns:a16="http://schemas.microsoft.com/office/drawing/2014/main" id="{CE86007D-407D-4EBC-B293-F65E01CA5312}"/>
              </a:ext>
            </a:extLst>
          </p:cNvPr>
          <p:cNvSpPr>
            <a:spLocks xmlns:a="http://schemas.openxmlformats.org/drawingml/2006/main" noGrp="1"/>
          </p:cNvSpPr>
          <p:nvPr/>
        </p:nvSpPr>
        <p:spPr>
          <a:xfrm xmlns:a="http://schemas.openxmlformats.org/drawingml/2006/main">
            <a:off x="7639050" y="6543675"/>
            <a:ext cx="723900" cy="276225"/>
          </a:xfrm>
          <a:prstGeom xmlns:a="http://schemas.openxmlformats.org/drawingml/2006/main" prst="rect">
            <a:avLst/>
          </a:prstGeom>
          <a:solidFill xmlns:a="http://schemas.openxmlformats.org/drawingml/2006/main">
            <a:srgbClr val="FFFFFF">
              <a:alpha val="9412"/>
            </a:srgbClr>
          </a:solidFill>
          <a:ln xmlns:a="http://schemas.openxmlformats.org/drawingml/2006/main" w="0">
            <a:noFill/>
            <a:prstDash val="solid"/>
          </a:ln>
        </p:spPr>
      </p:sp>
      <p:sp>
        <p:nvSpPr>
          <p:cNvPr id="183" name="">
            <a:extLst xmlns:a="http://schemas.openxmlformats.org/drawingml/2006/main">
              <a:ext uri="{FF2B5EF4-FFF2-40B4-BE49-F238E27FC236}">
                <a16:creationId xmlns:a16="http://schemas.microsoft.com/office/drawing/2014/main" id="{ED3F1986-3D57-4D63-8F84-7AC9CE7F5D75}"/>
              </a:ext>
            </a:extLst>
          </p:cNvPr>
          <p:cNvSpPr>
            <a:spLocks xmlns:a="http://schemas.openxmlformats.org/drawingml/2006/main" noGrp="1"/>
          </p:cNvSpPr>
          <p:nvPr/>
        </p:nvSpPr>
        <p:spPr>
          <a:xfrm xmlns:a="http://schemas.openxmlformats.org/drawingml/2006/main">
            <a:off x="8382000" y="6524625"/>
            <a:ext cx="762000" cy="314325"/>
          </a:xfrm>
          <a:prstGeom xmlns:a="http://schemas.openxmlformats.org/drawingml/2006/main" prst="rect">
            <a:avLst/>
          </a:prstGeom>
          <a:solidFill xmlns:a="http://schemas.openxmlformats.org/drawingml/2006/main">
            <a:srgbClr val="245A7F"/>
          </a:solidFill>
          <a:ln xmlns:a="http://schemas.openxmlformats.org/drawingml/2006/main" w="0">
            <a:noFill/>
            <a:prstDash val="solid"/>
          </a:ln>
        </p:spPr>
      </p:sp>
      <p:sp>
        <p:nvSpPr>
          <p:cNvPr id="184" name="">
            <a:extLst xmlns:a="http://schemas.openxmlformats.org/drawingml/2006/main">
              <a:ext uri="{FF2B5EF4-FFF2-40B4-BE49-F238E27FC236}">
                <a16:creationId xmlns:a16="http://schemas.microsoft.com/office/drawing/2014/main" id="{3A5675EC-24F3-4EA5-BE06-39AAC4BFFACD}"/>
              </a:ext>
            </a:extLst>
          </p:cNvPr>
          <p:cNvSpPr>
            <a:spLocks xmlns:a="http://schemas.openxmlformats.org/drawingml/2006/main" noGrp="1"/>
          </p:cNvSpPr>
          <p:nvPr/>
        </p:nvSpPr>
        <p:spPr>
          <a:xfrm xmlns:a="http://schemas.openxmlformats.org/drawingml/2006/main">
            <a:off x="8401050" y="6543675"/>
            <a:ext cx="723900" cy="276225"/>
          </a:xfrm>
          <a:prstGeom xmlns:a="http://schemas.openxmlformats.org/drawingml/2006/main" prst="rect">
            <a:avLst/>
          </a:prstGeom>
          <a:solidFill xmlns:a="http://schemas.openxmlformats.org/drawingml/2006/main">
            <a:srgbClr val="FFFFFF">
              <a:alpha val="9412"/>
            </a:srgbClr>
          </a:solidFill>
          <a:ln xmlns:a="http://schemas.openxmlformats.org/drawingml/2006/main" w="0">
            <a:noFill/>
            <a:prstDash val="solid"/>
          </a:ln>
        </p:spPr>
      </p:sp>
      <p:sp>
        <p:nvSpPr>
          <p:cNvPr id="185" name="">
            <a:extLst xmlns:a="http://schemas.openxmlformats.org/drawingml/2006/main">
              <a:ext uri="{FF2B5EF4-FFF2-40B4-BE49-F238E27FC236}">
                <a16:creationId xmlns:a16="http://schemas.microsoft.com/office/drawing/2014/main" id="{EE375182-1D56-499D-84C5-419B96A5612D}"/>
              </a:ext>
            </a:extLst>
          </p:cNvPr>
          <p:cNvSpPr>
            <a:spLocks xmlns:a="http://schemas.openxmlformats.org/drawingml/2006/main" noGrp="1"/>
          </p:cNvSpPr>
          <p:nvPr/>
        </p:nvSpPr>
        <p:spPr>
          <a:xfrm xmlns:a="http://schemas.openxmlformats.org/drawingml/2006/main">
            <a:off x="9144000" y="6524625"/>
            <a:ext cx="762000" cy="314325"/>
          </a:xfrm>
          <a:prstGeom xmlns:a="http://schemas.openxmlformats.org/drawingml/2006/main" prst="rect">
            <a:avLst/>
          </a:prstGeom>
          <a:solidFill xmlns:a="http://schemas.openxmlformats.org/drawingml/2006/main">
            <a:srgbClr val="245A7F"/>
          </a:solidFill>
          <a:ln xmlns:a="http://schemas.openxmlformats.org/drawingml/2006/main" w="0">
            <a:noFill/>
            <a:prstDash val="solid"/>
          </a:ln>
        </p:spPr>
      </p:sp>
      <p:sp>
        <p:nvSpPr>
          <p:cNvPr id="186" name="">
            <a:extLst xmlns:a="http://schemas.openxmlformats.org/drawingml/2006/main">
              <a:ext uri="{FF2B5EF4-FFF2-40B4-BE49-F238E27FC236}">
                <a16:creationId xmlns:a16="http://schemas.microsoft.com/office/drawing/2014/main" id="{7975C92C-468B-4DFA-B742-24A1BED0180A}"/>
              </a:ext>
            </a:extLst>
          </p:cNvPr>
          <p:cNvSpPr>
            <a:spLocks xmlns:a="http://schemas.openxmlformats.org/drawingml/2006/main" noGrp="1"/>
          </p:cNvSpPr>
          <p:nvPr/>
        </p:nvSpPr>
        <p:spPr>
          <a:xfrm xmlns:a="http://schemas.openxmlformats.org/drawingml/2006/main">
            <a:off x="9163050" y="6543675"/>
            <a:ext cx="723900" cy="276225"/>
          </a:xfrm>
          <a:prstGeom xmlns:a="http://schemas.openxmlformats.org/drawingml/2006/main" prst="rect">
            <a:avLst/>
          </a:prstGeom>
          <a:solidFill xmlns:a="http://schemas.openxmlformats.org/drawingml/2006/main">
            <a:srgbClr val="FFFFFF">
              <a:alpha val="9412"/>
            </a:srgbClr>
          </a:solidFill>
          <a:ln xmlns:a="http://schemas.openxmlformats.org/drawingml/2006/main" w="0">
            <a:noFill/>
            <a:prstDash val="solid"/>
          </a:ln>
        </p:spPr>
      </p:sp>
      <p:sp>
        <p:nvSpPr>
          <p:cNvPr id="187" name="">
            <a:extLst xmlns:a="http://schemas.openxmlformats.org/drawingml/2006/main">
              <a:ext uri="{FF2B5EF4-FFF2-40B4-BE49-F238E27FC236}">
                <a16:creationId xmlns:a16="http://schemas.microsoft.com/office/drawing/2014/main" id="{2A6DD22B-08A8-4C5B-8EE5-1F6CF6156D46}"/>
              </a:ext>
            </a:extLst>
          </p:cNvPr>
          <p:cNvSpPr>
            <a:spLocks xmlns:a="http://schemas.openxmlformats.org/drawingml/2006/main" noGrp="1"/>
          </p:cNvSpPr>
          <p:nvPr/>
        </p:nvSpPr>
        <p:spPr>
          <a:xfrm xmlns:a="http://schemas.openxmlformats.org/drawingml/2006/main">
            <a:off x="9906000" y="6524625"/>
            <a:ext cx="762000" cy="314325"/>
          </a:xfrm>
          <a:prstGeom xmlns:a="http://schemas.openxmlformats.org/drawingml/2006/main" prst="rect">
            <a:avLst/>
          </a:prstGeom>
          <a:solidFill xmlns:a="http://schemas.openxmlformats.org/drawingml/2006/main">
            <a:srgbClr val="245A7F"/>
          </a:solidFill>
          <a:ln xmlns:a="http://schemas.openxmlformats.org/drawingml/2006/main" w="0">
            <a:noFill/>
            <a:prstDash val="solid"/>
          </a:ln>
        </p:spPr>
      </p:sp>
      <p:sp>
        <p:nvSpPr>
          <p:cNvPr id="188" name="">
            <a:extLst xmlns:a="http://schemas.openxmlformats.org/drawingml/2006/main">
              <a:ext uri="{FF2B5EF4-FFF2-40B4-BE49-F238E27FC236}">
                <a16:creationId xmlns:a16="http://schemas.microsoft.com/office/drawing/2014/main" id="{28CD7C46-07C7-4CA9-9280-09CFA7F58513}"/>
              </a:ext>
            </a:extLst>
          </p:cNvPr>
          <p:cNvSpPr>
            <a:spLocks xmlns:a="http://schemas.openxmlformats.org/drawingml/2006/main" noGrp="1"/>
          </p:cNvSpPr>
          <p:nvPr/>
        </p:nvSpPr>
        <p:spPr>
          <a:xfrm xmlns:a="http://schemas.openxmlformats.org/drawingml/2006/main">
            <a:off x="9925050" y="6543675"/>
            <a:ext cx="723900" cy="276225"/>
          </a:xfrm>
          <a:prstGeom xmlns:a="http://schemas.openxmlformats.org/drawingml/2006/main" prst="rect">
            <a:avLst/>
          </a:prstGeom>
          <a:solidFill xmlns:a="http://schemas.openxmlformats.org/drawingml/2006/main">
            <a:srgbClr val="FFFFFF">
              <a:alpha val="9412"/>
            </a:srgbClr>
          </a:solidFill>
          <a:ln xmlns:a="http://schemas.openxmlformats.org/drawingml/2006/main" w="0">
            <a:noFill/>
            <a:prstDash val="solid"/>
          </a:ln>
        </p:spPr>
      </p:sp>
      <p:sp>
        <p:nvSpPr>
          <p:cNvPr id="189" name="">
            <a:extLst xmlns:a="http://schemas.openxmlformats.org/drawingml/2006/main">
              <a:ext uri="{FF2B5EF4-FFF2-40B4-BE49-F238E27FC236}">
                <a16:creationId xmlns:a16="http://schemas.microsoft.com/office/drawing/2014/main" id="{EF890344-A930-40BF-A1E4-B3809710542C}"/>
              </a:ext>
            </a:extLst>
          </p:cNvPr>
          <p:cNvSpPr>
            <a:spLocks xmlns:a="http://schemas.openxmlformats.org/drawingml/2006/main" noGrp="1"/>
          </p:cNvSpPr>
          <p:nvPr/>
        </p:nvSpPr>
        <p:spPr>
          <a:xfrm xmlns:a="http://schemas.openxmlformats.org/drawingml/2006/main">
            <a:off x="10668000" y="6524625"/>
            <a:ext cx="762000" cy="314325"/>
          </a:xfrm>
          <a:prstGeom xmlns:a="http://schemas.openxmlformats.org/drawingml/2006/main" prst="rect">
            <a:avLst/>
          </a:prstGeom>
          <a:solidFill xmlns:a="http://schemas.openxmlformats.org/drawingml/2006/main">
            <a:srgbClr val="245A7F"/>
          </a:solidFill>
          <a:ln xmlns:a="http://schemas.openxmlformats.org/drawingml/2006/main" w="0">
            <a:noFill/>
            <a:prstDash val="solid"/>
          </a:ln>
        </p:spPr>
      </p:sp>
      <p:sp>
        <p:nvSpPr>
          <p:cNvPr id="190" name="">
            <a:extLst xmlns:a="http://schemas.openxmlformats.org/drawingml/2006/main">
              <a:ext uri="{FF2B5EF4-FFF2-40B4-BE49-F238E27FC236}">
                <a16:creationId xmlns:a16="http://schemas.microsoft.com/office/drawing/2014/main" id="{8383D9B1-C83F-4480-A572-F0614AE3B28B}"/>
              </a:ext>
            </a:extLst>
          </p:cNvPr>
          <p:cNvSpPr>
            <a:spLocks xmlns:a="http://schemas.openxmlformats.org/drawingml/2006/main" noGrp="1"/>
          </p:cNvSpPr>
          <p:nvPr/>
        </p:nvSpPr>
        <p:spPr>
          <a:xfrm xmlns:a="http://schemas.openxmlformats.org/drawingml/2006/main">
            <a:off x="10687050" y="6543675"/>
            <a:ext cx="723900" cy="276225"/>
          </a:xfrm>
          <a:prstGeom xmlns:a="http://schemas.openxmlformats.org/drawingml/2006/main" prst="rect">
            <a:avLst/>
          </a:prstGeom>
          <a:solidFill xmlns:a="http://schemas.openxmlformats.org/drawingml/2006/main">
            <a:srgbClr val="FFFFFF">
              <a:alpha val="9412"/>
            </a:srgbClr>
          </a:solidFill>
          <a:ln xmlns:a="http://schemas.openxmlformats.org/drawingml/2006/main" w="0">
            <a:noFill/>
            <a:prstDash val="solid"/>
          </a:ln>
        </p:spPr>
      </p:sp>
      <p:sp>
        <p:nvSpPr>
          <p:cNvPr id="191" name="">
            <a:extLst xmlns:a="http://schemas.openxmlformats.org/drawingml/2006/main">
              <a:ext uri="{FF2B5EF4-FFF2-40B4-BE49-F238E27FC236}">
                <a16:creationId xmlns:a16="http://schemas.microsoft.com/office/drawing/2014/main" id="{3806686B-EEF1-4A8B-AD67-97CF097CE20A}"/>
              </a:ext>
            </a:extLst>
          </p:cNvPr>
          <p:cNvSpPr>
            <a:spLocks xmlns:a="http://schemas.openxmlformats.org/drawingml/2006/main" noGrp="1"/>
          </p:cNvSpPr>
          <p:nvPr/>
        </p:nvSpPr>
        <p:spPr>
          <a:xfrm xmlns:a="http://schemas.openxmlformats.org/drawingml/2006/main">
            <a:off x="11430000" y="6524625"/>
            <a:ext cx="762000" cy="314325"/>
          </a:xfrm>
          <a:prstGeom xmlns:a="http://schemas.openxmlformats.org/drawingml/2006/main" prst="rect">
            <a:avLst/>
          </a:prstGeom>
          <a:solidFill xmlns:a="http://schemas.openxmlformats.org/drawingml/2006/main">
            <a:srgbClr val="245A7F"/>
          </a:solidFill>
          <a:ln xmlns:a="http://schemas.openxmlformats.org/drawingml/2006/main" w="0">
            <a:noFill/>
            <a:prstDash val="solid"/>
          </a:ln>
        </p:spPr>
      </p:sp>
      <p:sp>
        <p:nvSpPr>
          <p:cNvPr id="192" name="">
            <a:extLst xmlns:a="http://schemas.openxmlformats.org/drawingml/2006/main">
              <a:ext uri="{FF2B5EF4-FFF2-40B4-BE49-F238E27FC236}">
                <a16:creationId xmlns:a16="http://schemas.microsoft.com/office/drawing/2014/main" id="{3EC31ECE-99CE-4BE3-9F43-4ADEBD2406C9}"/>
              </a:ext>
            </a:extLst>
          </p:cNvPr>
          <p:cNvSpPr>
            <a:spLocks xmlns:a="http://schemas.openxmlformats.org/drawingml/2006/main" noGrp="1"/>
          </p:cNvSpPr>
          <p:nvPr/>
        </p:nvSpPr>
        <p:spPr>
          <a:xfrm xmlns:a="http://schemas.openxmlformats.org/drawingml/2006/main">
            <a:off x="11449050" y="6543675"/>
            <a:ext cx="723900" cy="276225"/>
          </a:xfrm>
          <a:prstGeom xmlns:a="http://schemas.openxmlformats.org/drawingml/2006/main" prst="rect">
            <a:avLst/>
          </a:prstGeom>
          <a:solidFill xmlns:a="http://schemas.openxmlformats.org/drawingml/2006/main">
            <a:srgbClr val="FFFFFF">
              <a:alpha val="9412"/>
            </a:srgbClr>
          </a:solidFill>
          <a:ln xmlns:a="http://schemas.openxmlformats.org/drawingml/2006/main" w="0">
            <a:noFill/>
            <a:prstDash val="solid"/>
          </a:ln>
        </p:spPr>
      </p:sp>
      <p:sp>
        <p:nvSpPr>
          <p:cNvPr id="193" name="">
            <a:extLst xmlns:a="http://schemas.openxmlformats.org/drawingml/2006/main">
              <a:ext uri="{FF2B5EF4-FFF2-40B4-BE49-F238E27FC236}">
                <a16:creationId xmlns:a16="http://schemas.microsoft.com/office/drawing/2014/main" id="{A538AF67-1671-4C20-8CF2-DAAB35C49F3D}"/>
              </a:ext>
            </a:extLst>
          </p:cNvPr>
          <p:cNvSpPr>
            <a:spLocks xmlns:a="http://schemas.openxmlformats.org/drawingml/2006/main" noGrp="1"/>
          </p:cNvSpPr>
          <p:nvPr/>
        </p:nvSpPr>
        <p:spPr>
          <a:xfrm xmlns:a="http://schemas.openxmlformats.org/drawingml/2006/main">
            <a:off x="685800" y="628650"/>
            <a:ext cx="3067050" cy="323850"/>
          </a:xfrm>
          <a:prstGeom xmlns:a="http://schemas.openxmlformats.org/drawingml/2006/main" prst="roundRect">
            <a:avLst>
              <a:gd name="adj" fmla="val 50000"/>
            </a:avLst>
          </a:prstGeom>
          <a:solidFill xmlns:a="http://schemas.openxmlformats.org/drawingml/2006/main">
            <a:srgbClr val="FFFFFF">
              <a:alpha val="11765"/>
            </a:srgbClr>
          </a:solidFill>
          <a:ln xmlns:a="http://schemas.openxmlformats.org/drawingml/2006/main" w="9525">
            <a:solidFill>
              <a:srgbClr val="FFFFFF">
                <a:alpha val="20784"/>
              </a:srgbClr>
            </a:solidFill>
            <a:prstDash val="solid"/>
          </a:ln>
        </p:spPr>
      </p:sp>
      <p:sp>
        <p:nvSpPr>
          <p:cNvPr id="194" name="">
            <a:extLst xmlns:a="http://schemas.openxmlformats.org/drawingml/2006/main">
              <a:ext uri="{FF2B5EF4-FFF2-40B4-BE49-F238E27FC236}">
                <a16:creationId xmlns:a16="http://schemas.microsoft.com/office/drawing/2014/main" id="{A8FF63A8-F158-4E24-9481-BD1D59A3B151}"/>
              </a:ext>
            </a:extLst>
          </p:cNvPr>
          <p:cNvSpPr>
            <a:spLocks xmlns:a="http://schemas.openxmlformats.org/drawingml/2006/main" noGrp="1"/>
          </p:cNvSpPr>
          <p:nvPr/>
        </p:nvSpPr>
        <p:spPr>
          <a:xfrm xmlns:a="http://schemas.openxmlformats.org/drawingml/2006/main">
            <a:off x="685800" y="638175"/>
            <a:ext cx="30670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FFFFFF"/>
                </a:solidFill>
              </a:defRPr>
            </a:pPr>
            <a:r>
              <a:rPr sz="1200" b="1">
                <a:solidFill>
                  <a:srgbClr val="FFFFFF"/>
                </a:solidFill>
              </a:rPr>
              <a:t>NATURE 2024 · JITTOR REPRODUCTION</a:t>
            </a:r>
          </a:p>
        </p:txBody>
      </p:sp>
      <p:sp>
        <p:nvSpPr>
          <p:cNvPr id="195" name="">
            <a:extLst xmlns:a="http://schemas.openxmlformats.org/drawingml/2006/main">
              <a:ext uri="{FF2B5EF4-FFF2-40B4-BE49-F238E27FC236}">
                <a16:creationId xmlns:a16="http://schemas.microsoft.com/office/drawing/2014/main" id="{F0F86562-4236-42AE-9D74-02227A995DAA}"/>
              </a:ext>
            </a:extLst>
          </p:cNvPr>
          <p:cNvSpPr>
            <a:spLocks xmlns:a="http://schemas.openxmlformats.org/drawingml/2006/main" noGrp="1"/>
          </p:cNvSpPr>
          <p:nvPr/>
        </p:nvSpPr>
        <p:spPr>
          <a:xfrm xmlns:a="http://schemas.openxmlformats.org/drawingml/2006/main">
            <a:off x="685800" y="1333500"/>
            <a:ext cx="97155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600" b="1">
                <a:solidFill>
                  <a:srgbClr val="FFFFFF"/>
                </a:solidFill>
              </a:defRPr>
            </a:pPr>
            <a:r>
              <a:rPr sz="3600" b="1">
                <a:solidFill>
                  <a:srgbClr val="FFFFFF"/>
                </a:solidFill>
              </a:rPr>
              <a:t>CHIEF：面向癌症诊断与预后的</a:t>
            </a:r>
          </a:p>
          <a:p xmlns:a="http://schemas.openxmlformats.org/drawingml/2006/main">
            <a:pPr algn="l">
              <a:defRPr sz="3600" b="1">
                <a:solidFill>
                  <a:srgbClr val="FFFFFF"/>
                </a:solidFill>
              </a:defRPr>
            </a:pPr>
            <a:r>
              <a:rPr sz="3600" b="1">
                <a:solidFill>
                  <a:srgbClr val="FFFFFF"/>
                </a:solidFill>
              </a:rPr>
              <a:t>病理基础模型</a:t>
            </a:r>
          </a:p>
        </p:txBody>
      </p:sp>
      <p:sp>
        <p:nvSpPr>
          <p:cNvPr id="196" name="">
            <a:extLst xmlns:a="http://schemas.openxmlformats.org/drawingml/2006/main">
              <a:ext uri="{FF2B5EF4-FFF2-40B4-BE49-F238E27FC236}">
                <a16:creationId xmlns:a16="http://schemas.microsoft.com/office/drawing/2014/main" id="{887644FA-FF51-401B-8123-4EC52AF00EB3}"/>
              </a:ext>
            </a:extLst>
          </p:cNvPr>
          <p:cNvSpPr>
            <a:spLocks xmlns:a="http://schemas.openxmlformats.org/drawingml/2006/main" noGrp="1"/>
          </p:cNvSpPr>
          <p:nvPr/>
        </p:nvSpPr>
        <p:spPr>
          <a:xfrm xmlns:a="http://schemas.openxmlformats.org/drawingml/2006/main">
            <a:off x="704850" y="2781300"/>
            <a:ext cx="857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0">
                <a:solidFill>
                  <a:srgbClr val="B9DCE7"/>
                </a:solidFill>
              </a:defRPr>
            </a:pPr>
            <a:r>
              <a:rPr sz="1875" b="0">
                <a:solidFill>
                  <a:srgbClr val="B9DCE7"/>
                </a:solidFill>
              </a:rPr>
              <a:t>Jittor 复现、跨框架数值对齐与可复现工程</a:t>
            </a:r>
          </a:p>
        </p:txBody>
      </p:sp>
      <p:sp>
        <p:nvSpPr>
          <p:cNvPr id="197" name="">
            <a:extLst xmlns:a="http://schemas.openxmlformats.org/drawingml/2006/main">
              <a:ext uri="{FF2B5EF4-FFF2-40B4-BE49-F238E27FC236}">
                <a16:creationId xmlns:a16="http://schemas.microsoft.com/office/drawing/2014/main" id="{00D644DA-020A-49FA-B236-19C26B0BB380}"/>
              </a:ext>
            </a:extLst>
          </p:cNvPr>
          <p:cNvSpPr>
            <a:spLocks xmlns:a="http://schemas.openxmlformats.org/drawingml/2006/main" noGrp="1"/>
          </p:cNvSpPr>
          <p:nvPr/>
        </p:nvSpPr>
        <p:spPr>
          <a:xfrm xmlns:a="http://schemas.openxmlformats.org/drawingml/2006/main">
            <a:off x="704850" y="3486150"/>
            <a:ext cx="895350" cy="47625"/>
          </a:xfrm>
          <a:prstGeom xmlns:a="http://schemas.openxmlformats.org/drawingml/2006/main" prst="rect">
            <a:avLst/>
          </a:prstGeom>
          <a:solidFill xmlns:a="http://schemas.openxmlformats.org/drawingml/2006/main">
            <a:srgbClr val="F0A24A"/>
          </a:solidFill>
          <a:ln xmlns:a="http://schemas.openxmlformats.org/drawingml/2006/main" w="0">
            <a:noFill/>
            <a:prstDash val="solid"/>
          </a:ln>
        </p:spPr>
      </p:sp>
      <p:sp>
        <p:nvSpPr>
          <p:cNvPr id="198" name="">
            <a:extLst xmlns:a="http://schemas.openxmlformats.org/drawingml/2006/main">
              <a:ext uri="{FF2B5EF4-FFF2-40B4-BE49-F238E27FC236}">
                <a16:creationId xmlns:a16="http://schemas.microsoft.com/office/drawing/2014/main" id="{AA433921-1F27-4A72-B220-F11142DE31B5}"/>
              </a:ext>
            </a:extLst>
          </p:cNvPr>
          <p:cNvSpPr>
            <a:spLocks xmlns:a="http://schemas.openxmlformats.org/drawingml/2006/main" noGrp="1"/>
          </p:cNvSpPr>
          <p:nvPr/>
        </p:nvSpPr>
        <p:spPr>
          <a:xfrm xmlns:a="http://schemas.openxmlformats.org/drawingml/2006/main">
            <a:off x="704850" y="37147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FFFFFF"/>
                </a:solidFill>
              </a:defRPr>
            </a:pPr>
            <a:r>
              <a:rPr sz="1425" b="1">
                <a:solidFill>
                  <a:srgbClr val="FFFFFF"/>
                </a:solidFill>
              </a:rPr>
              <a:t>汇报人：杨博涵</a:t>
            </a:r>
          </a:p>
        </p:txBody>
      </p:sp>
      <p:sp>
        <p:nvSpPr>
          <p:cNvPr id="199" name="">
            <a:extLst xmlns:a="http://schemas.openxmlformats.org/drawingml/2006/main">
              <a:ext uri="{FF2B5EF4-FFF2-40B4-BE49-F238E27FC236}">
                <a16:creationId xmlns:a16="http://schemas.microsoft.com/office/drawing/2014/main" id="{67023CBC-4B59-4234-BB67-5666D2F5A042}"/>
              </a:ext>
            </a:extLst>
          </p:cNvPr>
          <p:cNvSpPr>
            <a:spLocks xmlns:a="http://schemas.openxmlformats.org/drawingml/2006/main" noGrp="1"/>
          </p:cNvSpPr>
          <p:nvPr/>
        </p:nvSpPr>
        <p:spPr>
          <a:xfrm xmlns:a="http://schemas.openxmlformats.org/drawingml/2006/main">
            <a:off x="704850" y="409575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B9DCE7"/>
                </a:solidFill>
              </a:defRPr>
            </a:pPr>
            <a:r>
              <a:rPr sz="1200" b="0">
                <a:solidFill>
                  <a:srgbClr val="B9DCE7"/>
                </a:solidFill>
              </a:rPr>
              <a:t>GitHub  ·  github.com/Yang-yang052/Jittor-CHIEF</a:t>
            </a:r>
          </a:p>
        </p:txBody>
      </p:sp>
      <p:sp>
        <p:nvSpPr>
          <p:cNvPr id="200" name="">
            <a:extLst xmlns:a="http://schemas.openxmlformats.org/drawingml/2006/main">
              <a:ext uri="{FF2B5EF4-FFF2-40B4-BE49-F238E27FC236}">
                <a16:creationId xmlns:a16="http://schemas.microsoft.com/office/drawing/2014/main" id="{90F48A00-A68D-472B-BB4F-402A5CC505B1}"/>
              </a:ext>
            </a:extLst>
          </p:cNvPr>
          <p:cNvSpPr>
            <a:spLocks xmlns:a="http://schemas.openxmlformats.org/drawingml/2006/main" noGrp="1"/>
          </p:cNvSpPr>
          <p:nvPr/>
        </p:nvSpPr>
        <p:spPr>
          <a:xfrm xmlns:a="http://schemas.openxmlformats.org/drawingml/2006/main">
            <a:off x="11096625" y="571500"/>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0">
                <a:solidFill>
                  <a:srgbClr val="B9DCE7"/>
                </a:solidFill>
              </a:defRPr>
            </a:pPr>
            <a:r>
              <a:rPr sz="1050" b="0">
                <a:solidFill>
                  <a:srgbClr val="B9DCE7"/>
                </a:solidFill>
              </a:rPr>
              <a:t>2026</a:t>
            </a:r>
          </a:p>
        </p:txBody>
      </p:sp>
    </p:spTree>
    <p:extLst>
      <p:ext uri="{BB962C8B-B14F-4D97-AF65-F5344CB8AC3E}">
        <p14:creationId xmlns:p14="http://schemas.microsoft.com/office/powerpoint/2010/main" val="19602804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5EB6D24C-E2D1-495C-9F7C-F08173D0485F}"/>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174A7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9BB70E4-15AE-40D9-B938-11D840BF964A}"/>
              </a:ext>
            </a:extLst>
          </p:cNvPr>
          <p:cNvSpPr>
            <a:spLocks xmlns:a="http://schemas.openxmlformats.org/drawingml/2006/main" noGrp="1"/>
          </p:cNvSpPr>
          <p:nvPr/>
        </p:nvSpPr>
        <p:spPr>
          <a:xfrm xmlns:a="http://schemas.openxmlformats.org/drawingml/2006/main">
            <a:off x="400050" y="19050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D76A8"/>
                </a:solidFill>
              </a:defRPr>
            </a:pPr>
            <a:r>
              <a:rPr sz="975" b="1">
                <a:solidFill>
                  <a:srgbClr val="2D76A8"/>
                </a:solidFill>
              </a:rPr>
              <a:t>01 · 复现目标</a:t>
            </a:r>
          </a:p>
        </p:txBody>
      </p:sp>
      <p:sp>
        <p:nvSpPr>
          <p:cNvPr id="3" name="">
            <a:extLst xmlns:a="http://schemas.openxmlformats.org/drawingml/2006/main">
              <a:ext uri="{FF2B5EF4-FFF2-40B4-BE49-F238E27FC236}">
                <a16:creationId xmlns:a16="http://schemas.microsoft.com/office/drawing/2014/main" id="{67918FE9-0381-4738-A4E5-AB2781895808}"/>
              </a:ext>
            </a:extLst>
          </p:cNvPr>
          <p:cNvSpPr>
            <a:spLocks xmlns:a="http://schemas.openxmlformats.org/drawingml/2006/main" noGrp="1"/>
          </p:cNvSpPr>
          <p:nvPr/>
        </p:nvSpPr>
        <p:spPr>
          <a:xfrm xmlns:a="http://schemas.openxmlformats.org/drawingml/2006/main">
            <a:off x="400050" y="419100"/>
            <a:ext cx="11191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250" b="1">
                <a:solidFill>
                  <a:srgbClr val="183247"/>
                </a:solidFill>
              </a:defRPr>
            </a:pPr>
            <a:r>
              <a:rPr sz="2250" b="1">
                <a:solidFill>
                  <a:srgbClr val="183247"/>
                </a:solidFill>
              </a:rPr>
              <a:t>这次复现要回答的不是“能否运行”，而是“是否等价”</a:t>
            </a:r>
          </a:p>
        </p:txBody>
      </p:sp>
      <p:sp>
        <p:nvSpPr>
          <p:cNvPr id="4" name="">
            <a:extLst xmlns:a="http://schemas.openxmlformats.org/drawingml/2006/main">
              <a:ext uri="{FF2B5EF4-FFF2-40B4-BE49-F238E27FC236}">
                <a16:creationId xmlns:a16="http://schemas.microsoft.com/office/drawing/2014/main" id="{81925A3F-C028-407D-B4CF-C76C14355A16}"/>
              </a:ext>
            </a:extLst>
          </p:cNvPr>
          <p:cNvSpPr>
            <a:spLocks xmlns:a="http://schemas.openxmlformats.org/drawingml/2006/main" noGrp="1"/>
          </p:cNvSpPr>
          <p:nvPr/>
        </p:nvSpPr>
        <p:spPr>
          <a:xfrm xmlns:a="http://schemas.openxmlformats.org/drawingml/2006/main">
            <a:off x="400050" y="1009650"/>
            <a:ext cx="11391900" cy="9525"/>
          </a:xfrm>
          <a:prstGeom xmlns:a="http://schemas.openxmlformats.org/drawingml/2006/main" prst="rect">
            <a:avLst/>
          </a:prstGeom>
          <a:solidFill xmlns:a="http://schemas.openxmlformats.org/drawingml/2006/main">
            <a:srgbClr val="D8E2E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78E8F8D-D3B7-40FA-9DF7-F212DD8B33C0}"/>
              </a:ext>
            </a:extLst>
          </p:cNvPr>
          <p:cNvSpPr>
            <a:spLocks xmlns:a="http://schemas.openxmlformats.org/drawingml/2006/main" noGrp="1"/>
          </p:cNvSpPr>
          <p:nvPr/>
        </p:nvSpPr>
        <p:spPr>
          <a:xfrm xmlns:a="http://schemas.openxmlformats.org/drawingml/2006/main">
            <a:off x="11334750" y="6477000"/>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0">
                <a:solidFill>
                  <a:srgbClr val="687B8C"/>
                </a:solidFill>
              </a:defRPr>
            </a:pPr>
            <a:r>
              <a:rPr sz="900" b="0">
                <a:solidFill>
                  <a:srgbClr val="687B8C"/>
                </a:solidFill>
              </a:rPr>
              <a:t>02</a:t>
            </a:r>
          </a:p>
        </p:txBody>
      </p:sp>
      <p:sp>
        <p:nvSpPr>
          <p:cNvPr id="6" name="">
            <a:extLst xmlns:a="http://schemas.openxmlformats.org/drawingml/2006/main">
              <a:ext uri="{FF2B5EF4-FFF2-40B4-BE49-F238E27FC236}">
                <a16:creationId xmlns:a16="http://schemas.microsoft.com/office/drawing/2014/main" id="{43D5E294-50A3-451C-9A8D-421F7E7686B0}"/>
              </a:ext>
            </a:extLst>
          </p:cNvPr>
          <p:cNvSpPr>
            <a:spLocks xmlns:a="http://schemas.openxmlformats.org/drawingml/2006/main" noGrp="1"/>
          </p:cNvSpPr>
          <p:nvPr/>
        </p:nvSpPr>
        <p:spPr>
          <a:xfrm xmlns:a="http://schemas.openxmlformats.org/drawingml/2006/main">
            <a:off x="857250" y="1524000"/>
            <a:ext cx="8572500" cy="876300"/>
          </a:xfrm>
          <a:prstGeom xmlns:a="http://schemas.openxmlformats.org/drawingml/2006/main" prst="roundRect">
            <a:avLst>
              <a:gd name="adj" fmla="val 13043"/>
            </a:avLst>
          </a:prstGeom>
          <a:solidFill xmlns:a="http://schemas.openxmlformats.org/drawingml/2006/main">
            <a:srgbClr val="F4F7FA"/>
          </a:solidFill>
          <a:ln xmlns:a="http://schemas.openxmlformats.org/drawingml/2006/main" w="9525">
            <a:solidFill>
              <a:srgbClr val="D8E2EA"/>
            </a:solidFill>
            <a:prstDash val="solid"/>
          </a:ln>
        </p:spPr>
      </p:sp>
      <p:sp>
        <p:nvSpPr>
          <p:cNvPr id="7" name="">
            <a:extLst xmlns:a="http://schemas.openxmlformats.org/drawingml/2006/main">
              <a:ext uri="{FF2B5EF4-FFF2-40B4-BE49-F238E27FC236}">
                <a16:creationId xmlns:a16="http://schemas.microsoft.com/office/drawing/2014/main" id="{A44C5DD2-A519-4B43-B2D1-909BC96CF9D9}"/>
              </a:ext>
            </a:extLst>
          </p:cNvPr>
          <p:cNvSpPr>
            <a:spLocks xmlns:a="http://schemas.openxmlformats.org/drawingml/2006/main" noGrp="1"/>
          </p:cNvSpPr>
          <p:nvPr/>
        </p:nvSpPr>
        <p:spPr>
          <a:xfrm xmlns:a="http://schemas.openxmlformats.org/drawingml/2006/main">
            <a:off x="1066800" y="1714500"/>
            <a:ext cx="495300" cy="495300"/>
          </a:xfrm>
          <a:prstGeom xmlns:a="http://schemas.openxmlformats.org/drawingml/2006/main" prst="roundRect">
            <a:avLst>
              <a:gd name="adj" fmla="val 23077"/>
            </a:avLst>
          </a:prstGeom>
          <a:solidFill xmlns:a="http://schemas.openxmlformats.org/drawingml/2006/main">
            <a:srgbClr val="2D76A8"/>
          </a:solidFill>
          <a:ln xmlns:a="http://schemas.openxmlformats.org/drawingml/2006/main" w="0">
            <a:solidFill>
              <a:srgbClr val="2D76A8"/>
            </a:solidFill>
            <a:prstDash val="solid"/>
          </a:ln>
        </p:spPr>
      </p:sp>
      <p:sp>
        <p:nvSpPr>
          <p:cNvPr id="8" name="">
            <a:extLst xmlns:a="http://schemas.openxmlformats.org/drawingml/2006/main">
              <a:ext uri="{FF2B5EF4-FFF2-40B4-BE49-F238E27FC236}">
                <a16:creationId xmlns:a16="http://schemas.microsoft.com/office/drawing/2014/main" id="{9E56794E-A01E-4853-BAF9-2CEF0D5C143A}"/>
              </a:ext>
            </a:extLst>
          </p:cNvPr>
          <p:cNvSpPr>
            <a:spLocks xmlns:a="http://schemas.openxmlformats.org/drawingml/2006/main" noGrp="1"/>
          </p:cNvSpPr>
          <p:nvPr/>
        </p:nvSpPr>
        <p:spPr>
          <a:xfrm xmlns:a="http://schemas.openxmlformats.org/drawingml/2006/main">
            <a:off x="1066800" y="1733550"/>
            <a:ext cx="495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a:solidFill>
                  <a:srgbClr val="FFFFFF"/>
                </a:solidFill>
              </a:defRPr>
            </a:pPr>
            <a:r>
              <a:rPr sz="1800" b="1">
                <a:solidFill>
                  <a:srgbClr val="FFFFFF"/>
                </a:solidFill>
              </a:rPr>
              <a:t>1</a:t>
            </a:r>
          </a:p>
        </p:txBody>
      </p:sp>
      <p:sp>
        <p:nvSpPr>
          <p:cNvPr id="9" name="">
            <a:extLst xmlns:a="http://schemas.openxmlformats.org/drawingml/2006/main">
              <a:ext uri="{FF2B5EF4-FFF2-40B4-BE49-F238E27FC236}">
                <a16:creationId xmlns:a16="http://schemas.microsoft.com/office/drawing/2014/main" id="{285BC897-E537-4BED-923C-2285BC4B69EB}"/>
              </a:ext>
            </a:extLst>
          </p:cNvPr>
          <p:cNvSpPr>
            <a:spLocks xmlns:a="http://schemas.openxmlformats.org/drawingml/2006/main" noGrp="1"/>
          </p:cNvSpPr>
          <p:nvPr/>
        </p:nvSpPr>
        <p:spPr>
          <a:xfrm xmlns:a="http://schemas.openxmlformats.org/drawingml/2006/main">
            <a:off x="1809750" y="165735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2D76A8"/>
                </a:solidFill>
              </a:defRPr>
            </a:pPr>
            <a:r>
              <a:rPr sz="1575" b="1">
                <a:solidFill>
                  <a:srgbClr val="2D76A8"/>
                </a:solidFill>
              </a:rPr>
              <a:t>结构等价</a:t>
            </a:r>
          </a:p>
        </p:txBody>
      </p:sp>
      <p:sp>
        <p:nvSpPr>
          <p:cNvPr id="10" name="">
            <a:extLst xmlns:a="http://schemas.openxmlformats.org/drawingml/2006/main">
              <a:ext uri="{FF2B5EF4-FFF2-40B4-BE49-F238E27FC236}">
                <a16:creationId xmlns:a16="http://schemas.microsoft.com/office/drawing/2014/main" id="{BDB16932-2900-42E0-AD6A-8C915CBBF4FE}"/>
              </a:ext>
            </a:extLst>
          </p:cNvPr>
          <p:cNvSpPr>
            <a:spLocks xmlns:a="http://schemas.openxmlformats.org/drawingml/2006/main" noGrp="1"/>
          </p:cNvSpPr>
          <p:nvPr/>
        </p:nvSpPr>
        <p:spPr>
          <a:xfrm xmlns:a="http://schemas.openxmlformats.org/drawingml/2006/main">
            <a:off x="1809750" y="1943100"/>
            <a:ext cx="723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183247"/>
                </a:solidFill>
              </a:defRPr>
            </a:pPr>
            <a:r>
              <a:rPr sz="1425" b="0">
                <a:solidFill>
                  <a:srgbClr val="183247"/>
                </a:solidFill>
              </a:rPr>
              <a:t>层级、形状、输出语义一一对应</a:t>
            </a:r>
          </a:p>
        </p:txBody>
      </p:sp>
      <p:sp>
        <p:nvSpPr>
          <p:cNvPr id="11" name="">
            <a:extLst xmlns:a="http://schemas.openxmlformats.org/drawingml/2006/main">
              <a:ext uri="{FF2B5EF4-FFF2-40B4-BE49-F238E27FC236}">
                <a16:creationId xmlns:a16="http://schemas.microsoft.com/office/drawing/2014/main" id="{65BD4972-9967-4460-8B16-3B7012D39F7D}"/>
              </a:ext>
            </a:extLst>
          </p:cNvPr>
          <p:cNvSpPr>
            <a:spLocks xmlns:a="http://schemas.openxmlformats.org/drawingml/2006/main" noGrp="1"/>
          </p:cNvSpPr>
          <p:nvPr/>
        </p:nvSpPr>
        <p:spPr>
          <a:xfrm xmlns:a="http://schemas.openxmlformats.org/drawingml/2006/main">
            <a:off x="857250" y="2762250"/>
            <a:ext cx="8572500" cy="876300"/>
          </a:xfrm>
          <a:prstGeom xmlns:a="http://schemas.openxmlformats.org/drawingml/2006/main" prst="roundRect">
            <a:avLst>
              <a:gd name="adj" fmla="val 13043"/>
            </a:avLst>
          </a:prstGeom>
          <a:solidFill xmlns:a="http://schemas.openxmlformats.org/drawingml/2006/main">
            <a:srgbClr val="F4F7FA"/>
          </a:solidFill>
          <a:ln xmlns:a="http://schemas.openxmlformats.org/drawingml/2006/main" w="9525">
            <a:solidFill>
              <a:srgbClr val="D8E2EA"/>
            </a:solidFill>
            <a:prstDash val="solid"/>
          </a:ln>
        </p:spPr>
      </p:sp>
      <p:sp>
        <p:nvSpPr>
          <p:cNvPr id="12" name="">
            <a:extLst xmlns:a="http://schemas.openxmlformats.org/drawingml/2006/main">
              <a:ext uri="{FF2B5EF4-FFF2-40B4-BE49-F238E27FC236}">
                <a16:creationId xmlns:a16="http://schemas.microsoft.com/office/drawing/2014/main" id="{3087D0E6-2BFA-4A78-A8CC-988F40807461}"/>
              </a:ext>
            </a:extLst>
          </p:cNvPr>
          <p:cNvSpPr>
            <a:spLocks xmlns:a="http://schemas.openxmlformats.org/drawingml/2006/main" noGrp="1"/>
          </p:cNvSpPr>
          <p:nvPr/>
        </p:nvSpPr>
        <p:spPr>
          <a:xfrm xmlns:a="http://schemas.openxmlformats.org/drawingml/2006/main">
            <a:off x="1066800" y="2952750"/>
            <a:ext cx="495300" cy="495300"/>
          </a:xfrm>
          <a:prstGeom xmlns:a="http://schemas.openxmlformats.org/drawingml/2006/main" prst="roundRect">
            <a:avLst>
              <a:gd name="adj" fmla="val 23077"/>
            </a:avLst>
          </a:prstGeom>
          <a:solidFill xmlns:a="http://schemas.openxmlformats.org/drawingml/2006/main">
            <a:srgbClr val="28A99E"/>
          </a:solidFill>
          <a:ln xmlns:a="http://schemas.openxmlformats.org/drawingml/2006/main" w="0">
            <a:solidFill>
              <a:srgbClr val="28A99E"/>
            </a:solidFill>
            <a:prstDash val="solid"/>
          </a:ln>
        </p:spPr>
      </p:sp>
      <p:sp>
        <p:nvSpPr>
          <p:cNvPr id="13" name="">
            <a:extLst xmlns:a="http://schemas.openxmlformats.org/drawingml/2006/main">
              <a:ext uri="{FF2B5EF4-FFF2-40B4-BE49-F238E27FC236}">
                <a16:creationId xmlns:a16="http://schemas.microsoft.com/office/drawing/2014/main" id="{A92AB055-E3EF-4260-8FF8-72B76CC43D23}"/>
              </a:ext>
            </a:extLst>
          </p:cNvPr>
          <p:cNvSpPr>
            <a:spLocks xmlns:a="http://schemas.openxmlformats.org/drawingml/2006/main" noGrp="1"/>
          </p:cNvSpPr>
          <p:nvPr/>
        </p:nvSpPr>
        <p:spPr>
          <a:xfrm xmlns:a="http://schemas.openxmlformats.org/drawingml/2006/main">
            <a:off x="1066800" y="2971800"/>
            <a:ext cx="495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a:solidFill>
                  <a:srgbClr val="FFFFFF"/>
                </a:solidFill>
              </a:defRPr>
            </a:pPr>
            <a:r>
              <a:rPr sz="1800" b="1">
                <a:solidFill>
                  <a:srgbClr val="FFFFFF"/>
                </a:solidFill>
              </a:rPr>
              <a:t>2</a:t>
            </a:r>
          </a:p>
        </p:txBody>
      </p:sp>
      <p:sp>
        <p:nvSpPr>
          <p:cNvPr id="14" name="">
            <a:extLst xmlns:a="http://schemas.openxmlformats.org/drawingml/2006/main">
              <a:ext uri="{FF2B5EF4-FFF2-40B4-BE49-F238E27FC236}">
                <a16:creationId xmlns:a16="http://schemas.microsoft.com/office/drawing/2014/main" id="{AB783E1C-E52A-4624-9504-532F144CDB58}"/>
              </a:ext>
            </a:extLst>
          </p:cNvPr>
          <p:cNvSpPr>
            <a:spLocks xmlns:a="http://schemas.openxmlformats.org/drawingml/2006/main" noGrp="1"/>
          </p:cNvSpPr>
          <p:nvPr/>
        </p:nvSpPr>
        <p:spPr>
          <a:xfrm xmlns:a="http://schemas.openxmlformats.org/drawingml/2006/main">
            <a:off x="1809750" y="289560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28A99E"/>
                </a:solidFill>
              </a:defRPr>
            </a:pPr>
            <a:r>
              <a:rPr sz="1575" b="1">
                <a:solidFill>
                  <a:srgbClr val="28A99E"/>
                </a:solidFill>
              </a:rPr>
              <a:t>数值等价</a:t>
            </a:r>
          </a:p>
        </p:txBody>
      </p:sp>
      <p:sp>
        <p:nvSpPr>
          <p:cNvPr id="15" name="">
            <a:extLst xmlns:a="http://schemas.openxmlformats.org/drawingml/2006/main">
              <a:ext uri="{FF2B5EF4-FFF2-40B4-BE49-F238E27FC236}">
                <a16:creationId xmlns:a16="http://schemas.microsoft.com/office/drawing/2014/main" id="{73B47A33-6B3C-489A-A6A1-9724A5D2F286}"/>
              </a:ext>
            </a:extLst>
          </p:cNvPr>
          <p:cNvSpPr>
            <a:spLocks xmlns:a="http://schemas.openxmlformats.org/drawingml/2006/main" noGrp="1"/>
          </p:cNvSpPr>
          <p:nvPr/>
        </p:nvSpPr>
        <p:spPr>
          <a:xfrm xmlns:a="http://schemas.openxmlformats.org/drawingml/2006/main">
            <a:off x="1809750" y="3181350"/>
            <a:ext cx="723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183247"/>
                </a:solidFill>
              </a:defRPr>
            </a:pPr>
            <a:r>
              <a:rPr sz="1425" b="0">
                <a:solidFill>
                  <a:srgbClr val="183247"/>
                </a:solidFill>
              </a:rPr>
              <a:t>前向 / 损失 / 一步更新逐项比较</a:t>
            </a:r>
          </a:p>
        </p:txBody>
      </p:sp>
      <p:sp>
        <p:nvSpPr>
          <p:cNvPr id="16" name="">
            <a:extLst xmlns:a="http://schemas.openxmlformats.org/drawingml/2006/main">
              <a:ext uri="{FF2B5EF4-FFF2-40B4-BE49-F238E27FC236}">
                <a16:creationId xmlns:a16="http://schemas.microsoft.com/office/drawing/2014/main" id="{C7B0E3B0-9C99-40BA-ABD1-D081A1E78136}"/>
              </a:ext>
            </a:extLst>
          </p:cNvPr>
          <p:cNvSpPr>
            <a:spLocks xmlns:a="http://schemas.openxmlformats.org/drawingml/2006/main" noGrp="1"/>
          </p:cNvSpPr>
          <p:nvPr/>
        </p:nvSpPr>
        <p:spPr>
          <a:xfrm xmlns:a="http://schemas.openxmlformats.org/drawingml/2006/main">
            <a:off x="857250" y="4000500"/>
            <a:ext cx="8572500" cy="876300"/>
          </a:xfrm>
          <a:prstGeom xmlns:a="http://schemas.openxmlformats.org/drawingml/2006/main" prst="roundRect">
            <a:avLst>
              <a:gd name="adj" fmla="val 13043"/>
            </a:avLst>
          </a:prstGeom>
          <a:solidFill xmlns:a="http://schemas.openxmlformats.org/drawingml/2006/main">
            <a:srgbClr val="F4F7FA"/>
          </a:solidFill>
          <a:ln xmlns:a="http://schemas.openxmlformats.org/drawingml/2006/main" w="9525">
            <a:solidFill>
              <a:srgbClr val="D8E2EA"/>
            </a:solidFill>
            <a:prstDash val="solid"/>
          </a:ln>
        </p:spPr>
      </p:sp>
      <p:sp>
        <p:nvSpPr>
          <p:cNvPr id="17" name="">
            <a:extLst xmlns:a="http://schemas.openxmlformats.org/drawingml/2006/main">
              <a:ext uri="{FF2B5EF4-FFF2-40B4-BE49-F238E27FC236}">
                <a16:creationId xmlns:a16="http://schemas.microsoft.com/office/drawing/2014/main" id="{9D72BEA1-C5C2-4D7E-971C-8439E0EA61B6}"/>
              </a:ext>
            </a:extLst>
          </p:cNvPr>
          <p:cNvSpPr>
            <a:spLocks xmlns:a="http://schemas.openxmlformats.org/drawingml/2006/main" noGrp="1"/>
          </p:cNvSpPr>
          <p:nvPr/>
        </p:nvSpPr>
        <p:spPr>
          <a:xfrm xmlns:a="http://schemas.openxmlformats.org/drawingml/2006/main">
            <a:off x="1066800" y="4191000"/>
            <a:ext cx="495300" cy="495300"/>
          </a:xfrm>
          <a:prstGeom xmlns:a="http://schemas.openxmlformats.org/drawingml/2006/main" prst="roundRect">
            <a:avLst>
              <a:gd name="adj" fmla="val 23077"/>
            </a:avLst>
          </a:prstGeom>
          <a:solidFill xmlns:a="http://schemas.openxmlformats.org/drawingml/2006/main">
            <a:srgbClr val="F0A24A"/>
          </a:solidFill>
          <a:ln xmlns:a="http://schemas.openxmlformats.org/drawingml/2006/main" w="0">
            <a:solidFill>
              <a:srgbClr val="F0A24A"/>
            </a:solidFill>
            <a:prstDash val="solid"/>
          </a:ln>
        </p:spPr>
      </p:sp>
      <p:sp>
        <p:nvSpPr>
          <p:cNvPr id="18" name="">
            <a:extLst xmlns:a="http://schemas.openxmlformats.org/drawingml/2006/main">
              <a:ext uri="{FF2B5EF4-FFF2-40B4-BE49-F238E27FC236}">
                <a16:creationId xmlns:a16="http://schemas.microsoft.com/office/drawing/2014/main" id="{349A9B0A-2D2B-4865-B5ED-50920E5836ED}"/>
              </a:ext>
            </a:extLst>
          </p:cNvPr>
          <p:cNvSpPr>
            <a:spLocks xmlns:a="http://schemas.openxmlformats.org/drawingml/2006/main" noGrp="1"/>
          </p:cNvSpPr>
          <p:nvPr/>
        </p:nvSpPr>
        <p:spPr>
          <a:xfrm xmlns:a="http://schemas.openxmlformats.org/drawingml/2006/main">
            <a:off x="1066800" y="4210050"/>
            <a:ext cx="495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a:solidFill>
                  <a:srgbClr val="FFFFFF"/>
                </a:solidFill>
              </a:defRPr>
            </a:pPr>
            <a:r>
              <a:rPr sz="1800" b="1">
                <a:solidFill>
                  <a:srgbClr val="FFFFFF"/>
                </a:solidFill>
              </a:rPr>
              <a:t>3</a:t>
            </a:r>
          </a:p>
        </p:txBody>
      </p:sp>
      <p:sp>
        <p:nvSpPr>
          <p:cNvPr id="19" name="">
            <a:extLst xmlns:a="http://schemas.openxmlformats.org/drawingml/2006/main">
              <a:ext uri="{FF2B5EF4-FFF2-40B4-BE49-F238E27FC236}">
                <a16:creationId xmlns:a16="http://schemas.microsoft.com/office/drawing/2014/main" id="{4669CB95-464C-4DEE-AFE0-7C2A72385F84}"/>
              </a:ext>
            </a:extLst>
          </p:cNvPr>
          <p:cNvSpPr>
            <a:spLocks xmlns:a="http://schemas.openxmlformats.org/drawingml/2006/main" noGrp="1"/>
          </p:cNvSpPr>
          <p:nvPr/>
        </p:nvSpPr>
        <p:spPr>
          <a:xfrm xmlns:a="http://schemas.openxmlformats.org/drawingml/2006/main">
            <a:off x="1809750" y="413385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F0A24A"/>
                </a:solidFill>
              </a:defRPr>
            </a:pPr>
            <a:r>
              <a:rPr sz="1575" b="1">
                <a:solidFill>
                  <a:srgbClr val="F0A24A"/>
                </a:solidFill>
              </a:rPr>
              <a:t>学习等价</a:t>
            </a:r>
          </a:p>
        </p:txBody>
      </p:sp>
      <p:sp>
        <p:nvSpPr>
          <p:cNvPr id="20" name="">
            <a:extLst xmlns:a="http://schemas.openxmlformats.org/drawingml/2006/main">
              <a:ext uri="{FF2B5EF4-FFF2-40B4-BE49-F238E27FC236}">
                <a16:creationId xmlns:a16="http://schemas.microsoft.com/office/drawing/2014/main" id="{6ABF8D73-585D-4042-A081-4E8AFB83D7A6}"/>
              </a:ext>
            </a:extLst>
          </p:cNvPr>
          <p:cNvSpPr>
            <a:spLocks xmlns:a="http://schemas.openxmlformats.org/drawingml/2006/main" noGrp="1"/>
          </p:cNvSpPr>
          <p:nvPr/>
        </p:nvSpPr>
        <p:spPr>
          <a:xfrm xmlns:a="http://schemas.openxmlformats.org/drawingml/2006/main">
            <a:off x="1809750" y="4419600"/>
            <a:ext cx="723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183247"/>
                </a:solidFill>
              </a:defRPr>
            </a:pPr>
            <a:r>
              <a:rPr sz="1425" b="0">
                <a:solidFill>
                  <a:srgbClr val="183247"/>
                </a:solidFill>
              </a:rPr>
              <a:t>同数据、同初始化、同超参比较 8 轮曲线</a:t>
            </a:r>
          </a:p>
        </p:txBody>
      </p:sp>
      <p:sp>
        <p:nvSpPr>
          <p:cNvPr id="21" name="">
            <a:extLst xmlns:a="http://schemas.openxmlformats.org/drawingml/2006/main">
              <a:ext uri="{FF2B5EF4-FFF2-40B4-BE49-F238E27FC236}">
                <a16:creationId xmlns:a16="http://schemas.microsoft.com/office/drawing/2014/main" id="{72267AC4-F577-4B22-B3F5-A91536BCCFFF}"/>
              </a:ext>
            </a:extLst>
          </p:cNvPr>
          <p:cNvSpPr>
            <a:spLocks xmlns:a="http://schemas.openxmlformats.org/drawingml/2006/main" noGrp="1"/>
          </p:cNvSpPr>
          <p:nvPr/>
        </p:nvSpPr>
        <p:spPr>
          <a:xfrm xmlns:a="http://schemas.openxmlformats.org/drawingml/2006/main">
            <a:off x="9810750" y="1504950"/>
            <a:ext cx="1676400" cy="3371850"/>
          </a:xfrm>
          <a:prstGeom xmlns:a="http://schemas.openxmlformats.org/drawingml/2006/main" prst="roundRect">
            <a:avLst>
              <a:gd name="adj" fmla="val 9091"/>
            </a:avLst>
          </a:prstGeom>
          <a:solidFill xmlns:a="http://schemas.openxmlformats.org/drawingml/2006/main">
            <a:srgbClr val="0F3555"/>
          </a:solidFill>
          <a:ln xmlns:a="http://schemas.openxmlformats.org/drawingml/2006/main" w="0">
            <a:solidFill>
              <a:srgbClr val="0F3555"/>
            </a:solidFill>
            <a:prstDash val="solid"/>
          </a:ln>
        </p:spPr>
      </p:sp>
      <p:sp>
        <p:nvSpPr>
          <p:cNvPr id="22" name="">
            <a:extLst xmlns:a="http://schemas.openxmlformats.org/drawingml/2006/main">
              <a:ext uri="{FF2B5EF4-FFF2-40B4-BE49-F238E27FC236}">
                <a16:creationId xmlns:a16="http://schemas.microsoft.com/office/drawing/2014/main" id="{25E5ACD4-4D01-4453-88EB-724792E4E79A}"/>
              </a:ext>
            </a:extLst>
          </p:cNvPr>
          <p:cNvSpPr>
            <a:spLocks xmlns:a="http://schemas.openxmlformats.org/drawingml/2006/main" noGrp="1"/>
          </p:cNvSpPr>
          <p:nvPr/>
        </p:nvSpPr>
        <p:spPr>
          <a:xfrm xmlns:a="http://schemas.openxmlformats.org/drawingml/2006/main">
            <a:off x="10001250" y="1724025"/>
            <a:ext cx="1295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B9DCE7"/>
                </a:solidFill>
              </a:defRPr>
            </a:pPr>
            <a:r>
              <a:rPr sz="1275" b="1">
                <a:solidFill>
                  <a:srgbClr val="B9DCE7"/>
                </a:solidFill>
              </a:rPr>
              <a:t>对齐证据</a:t>
            </a:r>
          </a:p>
        </p:txBody>
      </p:sp>
      <p:sp>
        <p:nvSpPr>
          <p:cNvPr id="23" name="">
            <a:extLst xmlns:a="http://schemas.openxmlformats.org/drawingml/2006/main">
              <a:ext uri="{FF2B5EF4-FFF2-40B4-BE49-F238E27FC236}">
                <a16:creationId xmlns:a16="http://schemas.microsoft.com/office/drawing/2014/main" id="{9DA8F53C-B1F9-4DD5-A5A7-DE1A0F98CE2E}"/>
              </a:ext>
            </a:extLst>
          </p:cNvPr>
          <p:cNvSpPr>
            <a:spLocks xmlns:a="http://schemas.openxmlformats.org/drawingml/2006/main" noGrp="1"/>
          </p:cNvSpPr>
          <p:nvPr/>
        </p:nvSpPr>
        <p:spPr>
          <a:xfrm xmlns:a="http://schemas.openxmlformats.org/drawingml/2006/main">
            <a:off x="10001250" y="2171700"/>
            <a:ext cx="12954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3150" b="1">
                <a:solidFill>
                  <a:srgbClr val="FFFFFF"/>
                </a:solidFill>
              </a:defRPr>
            </a:pPr>
            <a:r>
              <a:rPr sz="3150" b="1">
                <a:solidFill>
                  <a:srgbClr val="FFFFFF"/>
                </a:solidFill>
              </a:rPr>
              <a:t>0</a:t>
            </a:r>
          </a:p>
        </p:txBody>
      </p:sp>
      <p:sp>
        <p:nvSpPr>
          <p:cNvPr id="24" name="">
            <a:extLst xmlns:a="http://schemas.openxmlformats.org/drawingml/2006/main">
              <a:ext uri="{FF2B5EF4-FFF2-40B4-BE49-F238E27FC236}">
                <a16:creationId xmlns:a16="http://schemas.microsoft.com/office/drawing/2014/main" id="{BEC78E86-0123-48B2-867C-0B5B7FD6FA03}"/>
              </a:ext>
            </a:extLst>
          </p:cNvPr>
          <p:cNvSpPr>
            <a:spLocks xmlns:a="http://schemas.openxmlformats.org/drawingml/2006/main" noGrp="1"/>
          </p:cNvSpPr>
          <p:nvPr/>
        </p:nvSpPr>
        <p:spPr>
          <a:xfrm xmlns:a="http://schemas.openxmlformats.org/drawingml/2006/main">
            <a:off x="9906000" y="2657475"/>
            <a:ext cx="148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0">
                <a:solidFill>
                  <a:srgbClr val="B9DCE7"/>
                </a:solidFill>
              </a:defRPr>
            </a:pPr>
            <a:r>
              <a:rPr sz="975" b="0">
                <a:solidFill>
                  <a:srgbClr val="B9DCE7"/>
                </a:solidFill>
              </a:rPr>
              <a:t>官方 PyTorch 差异</a:t>
            </a:r>
          </a:p>
        </p:txBody>
      </p:sp>
      <p:sp>
        <p:nvSpPr>
          <p:cNvPr id="25" name="">
            <a:extLst xmlns:a="http://schemas.openxmlformats.org/drawingml/2006/main">
              <a:ext uri="{FF2B5EF4-FFF2-40B4-BE49-F238E27FC236}">
                <a16:creationId xmlns:a16="http://schemas.microsoft.com/office/drawing/2014/main" id="{2A1F5D59-A0AC-4BAF-A829-559A6CFF6288}"/>
              </a:ext>
            </a:extLst>
          </p:cNvPr>
          <p:cNvSpPr>
            <a:spLocks xmlns:a="http://schemas.openxmlformats.org/drawingml/2006/main" noGrp="1"/>
          </p:cNvSpPr>
          <p:nvPr/>
        </p:nvSpPr>
        <p:spPr>
          <a:xfrm xmlns:a="http://schemas.openxmlformats.org/drawingml/2006/main">
            <a:off x="10077450" y="3067050"/>
            <a:ext cx="1143000" cy="9525"/>
          </a:xfrm>
          <a:prstGeom xmlns:a="http://schemas.openxmlformats.org/drawingml/2006/main" prst="rect">
            <a:avLst/>
          </a:prstGeom>
          <a:solidFill xmlns:a="http://schemas.openxmlformats.org/drawingml/2006/main">
            <a:srgbClr val="FFFFFF">
              <a:alpha val="20784"/>
            </a:srgbClr>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33A549DA-2C5C-487D-93FB-ADF056BC119F}"/>
              </a:ext>
            </a:extLst>
          </p:cNvPr>
          <p:cNvSpPr>
            <a:spLocks xmlns:a="http://schemas.openxmlformats.org/drawingml/2006/main" noGrp="1"/>
          </p:cNvSpPr>
          <p:nvPr/>
        </p:nvSpPr>
        <p:spPr>
          <a:xfrm xmlns:a="http://schemas.openxmlformats.org/drawingml/2006/main">
            <a:off x="10001250" y="3238500"/>
            <a:ext cx="12954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700" b="1">
                <a:solidFill>
                  <a:srgbClr val="F0A24A"/>
                </a:solidFill>
              </a:defRPr>
            </a:pPr>
            <a:r>
              <a:rPr sz="2700" b="1">
                <a:solidFill>
                  <a:srgbClr val="F0A24A"/>
                </a:solidFill>
              </a:rPr>
              <a:t>10⁻⁷</a:t>
            </a:r>
          </a:p>
        </p:txBody>
      </p:sp>
      <p:sp>
        <p:nvSpPr>
          <p:cNvPr id="27" name="">
            <a:extLst xmlns:a="http://schemas.openxmlformats.org/drawingml/2006/main">
              <a:ext uri="{FF2B5EF4-FFF2-40B4-BE49-F238E27FC236}">
                <a16:creationId xmlns:a16="http://schemas.microsoft.com/office/drawing/2014/main" id="{74477ABA-C64F-4A1D-A0D0-80FFCE387FBF}"/>
              </a:ext>
            </a:extLst>
          </p:cNvPr>
          <p:cNvSpPr>
            <a:spLocks xmlns:a="http://schemas.openxmlformats.org/drawingml/2006/main" noGrp="1"/>
          </p:cNvSpPr>
          <p:nvPr/>
        </p:nvSpPr>
        <p:spPr>
          <a:xfrm xmlns:a="http://schemas.openxmlformats.org/drawingml/2006/main">
            <a:off x="9906000" y="3695700"/>
            <a:ext cx="148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0">
                <a:solidFill>
                  <a:srgbClr val="B9DCE7"/>
                </a:solidFill>
              </a:defRPr>
            </a:pPr>
            <a:r>
              <a:rPr sz="975" b="0">
                <a:solidFill>
                  <a:srgbClr val="B9DCE7"/>
                </a:solidFill>
              </a:rPr>
              <a:t>跨框架前向量级</a:t>
            </a:r>
          </a:p>
        </p:txBody>
      </p:sp>
      <p:sp>
        <p:nvSpPr>
          <p:cNvPr id="28" name="">
            <a:extLst xmlns:a="http://schemas.openxmlformats.org/drawingml/2006/main">
              <a:ext uri="{FF2B5EF4-FFF2-40B4-BE49-F238E27FC236}">
                <a16:creationId xmlns:a16="http://schemas.microsoft.com/office/drawing/2014/main" id="{D09327A5-36D0-4D1D-AD23-E4DDDBE631CF}"/>
              </a:ext>
            </a:extLst>
          </p:cNvPr>
          <p:cNvSpPr>
            <a:spLocks xmlns:a="http://schemas.openxmlformats.org/drawingml/2006/main" noGrp="1"/>
          </p:cNvSpPr>
          <p:nvPr/>
        </p:nvSpPr>
        <p:spPr>
          <a:xfrm xmlns:a="http://schemas.openxmlformats.org/drawingml/2006/main">
            <a:off x="10077450" y="4095750"/>
            <a:ext cx="1143000" cy="9525"/>
          </a:xfrm>
          <a:prstGeom xmlns:a="http://schemas.openxmlformats.org/drawingml/2006/main" prst="rect">
            <a:avLst/>
          </a:prstGeom>
          <a:solidFill xmlns:a="http://schemas.openxmlformats.org/drawingml/2006/main">
            <a:srgbClr val="FFFFFF">
              <a:alpha val="20784"/>
            </a:srgbClr>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119650B4-7779-410C-9481-69CE77291818}"/>
              </a:ext>
            </a:extLst>
          </p:cNvPr>
          <p:cNvSpPr>
            <a:spLocks xmlns:a="http://schemas.openxmlformats.org/drawingml/2006/main" noGrp="1"/>
          </p:cNvSpPr>
          <p:nvPr/>
        </p:nvSpPr>
        <p:spPr>
          <a:xfrm xmlns:a="http://schemas.openxmlformats.org/drawingml/2006/main">
            <a:off x="10001250" y="4286250"/>
            <a:ext cx="1295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950" b="1">
                <a:solidFill>
                  <a:srgbClr val="28A99E"/>
                </a:solidFill>
              </a:defRPr>
            </a:pPr>
            <a:r>
              <a:rPr sz="1950" b="1">
                <a:solidFill>
                  <a:srgbClr val="28A99E"/>
                </a:solidFill>
              </a:rPr>
              <a:t>PASS</a:t>
            </a:r>
          </a:p>
        </p:txBody>
      </p:sp>
    </p:spTree>
    <p:extLst>
      <p:ext uri="{BB962C8B-B14F-4D97-AF65-F5344CB8AC3E}">
        <p14:creationId xmlns:p14="http://schemas.microsoft.com/office/powerpoint/2010/main" val="147502895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385C7D60-7F71-4671-A477-C7C4882C30E3}"/>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174A7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C0DACE7-ED41-427C-8CB0-9CE4192078BF}"/>
              </a:ext>
            </a:extLst>
          </p:cNvPr>
          <p:cNvSpPr>
            <a:spLocks xmlns:a="http://schemas.openxmlformats.org/drawingml/2006/main" noGrp="1"/>
          </p:cNvSpPr>
          <p:nvPr/>
        </p:nvSpPr>
        <p:spPr>
          <a:xfrm xmlns:a="http://schemas.openxmlformats.org/drawingml/2006/main">
            <a:off x="400050" y="19050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D76A8"/>
                </a:solidFill>
              </a:defRPr>
            </a:pPr>
            <a:r>
              <a:rPr sz="975" b="1">
                <a:solidFill>
                  <a:srgbClr val="2D76A8"/>
                </a:solidFill>
              </a:rPr>
              <a:t>01 · 问题背景</a:t>
            </a:r>
          </a:p>
        </p:txBody>
      </p:sp>
      <p:sp>
        <p:nvSpPr>
          <p:cNvPr id="3" name="">
            <a:extLst xmlns:a="http://schemas.openxmlformats.org/drawingml/2006/main">
              <a:ext uri="{FF2B5EF4-FFF2-40B4-BE49-F238E27FC236}">
                <a16:creationId xmlns:a16="http://schemas.microsoft.com/office/drawing/2014/main" id="{2273C63C-0A06-4130-ACB9-2E34D5D5A5D1}"/>
              </a:ext>
            </a:extLst>
          </p:cNvPr>
          <p:cNvSpPr>
            <a:spLocks xmlns:a="http://schemas.openxmlformats.org/drawingml/2006/main" noGrp="1"/>
          </p:cNvSpPr>
          <p:nvPr/>
        </p:nvSpPr>
        <p:spPr>
          <a:xfrm xmlns:a="http://schemas.openxmlformats.org/drawingml/2006/main">
            <a:off x="400050" y="419100"/>
            <a:ext cx="11191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250" b="1">
                <a:solidFill>
                  <a:srgbClr val="183247"/>
                </a:solidFill>
              </a:defRPr>
            </a:pPr>
            <a:r>
              <a:rPr sz="2250" b="1">
                <a:solidFill>
                  <a:srgbClr val="183247"/>
                </a:solidFill>
              </a:rPr>
              <a:t>一张 WSI 同时带来三个工程难题</a:t>
            </a:r>
          </a:p>
        </p:txBody>
      </p:sp>
      <p:sp>
        <p:nvSpPr>
          <p:cNvPr id="4" name="">
            <a:extLst xmlns:a="http://schemas.openxmlformats.org/drawingml/2006/main">
              <a:ext uri="{FF2B5EF4-FFF2-40B4-BE49-F238E27FC236}">
                <a16:creationId xmlns:a16="http://schemas.microsoft.com/office/drawing/2014/main" id="{1804F220-B208-4AF5-B8CC-5DF6265D7A83}"/>
              </a:ext>
            </a:extLst>
          </p:cNvPr>
          <p:cNvSpPr>
            <a:spLocks xmlns:a="http://schemas.openxmlformats.org/drawingml/2006/main" noGrp="1"/>
          </p:cNvSpPr>
          <p:nvPr/>
        </p:nvSpPr>
        <p:spPr>
          <a:xfrm xmlns:a="http://schemas.openxmlformats.org/drawingml/2006/main">
            <a:off x="400050" y="1009650"/>
            <a:ext cx="11391900" cy="9525"/>
          </a:xfrm>
          <a:prstGeom xmlns:a="http://schemas.openxmlformats.org/drawingml/2006/main" prst="rect">
            <a:avLst/>
          </a:prstGeom>
          <a:solidFill xmlns:a="http://schemas.openxmlformats.org/drawingml/2006/main">
            <a:srgbClr val="D8E2E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F662667-86D7-4485-9E2F-2B91967FC7C6}"/>
              </a:ext>
            </a:extLst>
          </p:cNvPr>
          <p:cNvSpPr>
            <a:spLocks xmlns:a="http://schemas.openxmlformats.org/drawingml/2006/main" noGrp="1"/>
          </p:cNvSpPr>
          <p:nvPr/>
        </p:nvSpPr>
        <p:spPr>
          <a:xfrm xmlns:a="http://schemas.openxmlformats.org/drawingml/2006/main">
            <a:off x="11334750" y="6477000"/>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0">
                <a:solidFill>
                  <a:srgbClr val="687B8C"/>
                </a:solidFill>
              </a:defRPr>
            </a:pPr>
            <a:r>
              <a:rPr sz="900" b="0">
                <a:solidFill>
                  <a:srgbClr val="687B8C"/>
                </a:solidFill>
              </a:rPr>
              <a:t>03</a:t>
            </a:r>
          </a:p>
        </p:txBody>
      </p:sp>
      <p:sp>
        <p:nvSpPr>
          <p:cNvPr id="6" name="">
            <a:extLst xmlns:a="http://schemas.openxmlformats.org/drawingml/2006/main">
              <a:ext uri="{FF2B5EF4-FFF2-40B4-BE49-F238E27FC236}">
                <a16:creationId xmlns:a16="http://schemas.microsoft.com/office/drawing/2014/main" id="{1BC43F93-FB6A-4FED-AFA3-3F5A8743C6F3}"/>
              </a:ext>
            </a:extLst>
          </p:cNvPr>
          <p:cNvSpPr>
            <a:spLocks xmlns:a="http://schemas.openxmlformats.org/drawingml/2006/main" noGrp="1"/>
          </p:cNvSpPr>
          <p:nvPr/>
        </p:nvSpPr>
        <p:spPr>
          <a:xfrm xmlns:a="http://schemas.openxmlformats.org/drawingml/2006/main">
            <a:off x="609600" y="1428750"/>
            <a:ext cx="3143250" cy="1952625"/>
          </a:xfrm>
          <a:prstGeom xmlns:a="http://schemas.openxmlformats.org/drawingml/2006/main" prst="roundRect">
            <a:avLst>
              <a:gd name="adj" fmla="val 7805"/>
            </a:avLst>
          </a:prstGeom>
          <a:solidFill xmlns:a="http://schemas.openxmlformats.org/drawingml/2006/main">
            <a:srgbClr val="EAF3F8"/>
          </a:solidFill>
          <a:ln xmlns:a="http://schemas.openxmlformats.org/drawingml/2006/main" w="9525">
            <a:solidFill>
              <a:srgbClr val="2D76A8"/>
            </a:solidFill>
            <a:prstDash val="solid"/>
          </a:ln>
        </p:spPr>
      </p:sp>
      <p:sp>
        <p:nvSpPr>
          <p:cNvPr id="7" name="">
            <a:extLst xmlns:a="http://schemas.openxmlformats.org/drawingml/2006/main">
              <a:ext uri="{FF2B5EF4-FFF2-40B4-BE49-F238E27FC236}">
                <a16:creationId xmlns:a16="http://schemas.microsoft.com/office/drawing/2014/main" id="{72BF37EF-DB63-4A21-9DD4-D7EF7EF735B6}"/>
              </a:ext>
            </a:extLst>
          </p:cNvPr>
          <p:cNvSpPr>
            <a:spLocks xmlns:a="http://schemas.openxmlformats.org/drawingml/2006/main" noGrp="1"/>
          </p:cNvSpPr>
          <p:nvPr/>
        </p:nvSpPr>
        <p:spPr>
          <a:xfrm xmlns:a="http://schemas.openxmlformats.org/drawingml/2006/main">
            <a:off x="819150" y="1619250"/>
            <a:ext cx="514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2D76A8"/>
                </a:solidFill>
              </a:defRPr>
            </a:pPr>
            <a:r>
              <a:rPr sz="1425" b="1">
                <a:solidFill>
                  <a:srgbClr val="2D76A8"/>
                </a:solidFill>
              </a:rPr>
              <a:t>01</a:t>
            </a:r>
          </a:p>
        </p:txBody>
      </p:sp>
      <p:sp>
        <p:nvSpPr>
          <p:cNvPr id="8" name="">
            <a:extLst xmlns:a="http://schemas.openxmlformats.org/drawingml/2006/main">
              <a:ext uri="{FF2B5EF4-FFF2-40B4-BE49-F238E27FC236}">
                <a16:creationId xmlns:a16="http://schemas.microsoft.com/office/drawing/2014/main" id="{37910E2B-3EC1-47B9-9D60-9C59C4CB0D6A}"/>
              </a:ext>
            </a:extLst>
          </p:cNvPr>
          <p:cNvSpPr>
            <a:spLocks xmlns:a="http://schemas.openxmlformats.org/drawingml/2006/main" noGrp="1"/>
          </p:cNvSpPr>
          <p:nvPr/>
        </p:nvSpPr>
        <p:spPr>
          <a:xfrm xmlns:a="http://schemas.openxmlformats.org/drawingml/2006/main">
            <a:off x="838200" y="20764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183247"/>
                </a:solidFill>
              </a:defRPr>
            </a:pPr>
            <a:r>
              <a:rPr sz="1725" b="1">
                <a:solidFill>
                  <a:srgbClr val="183247"/>
                </a:solidFill>
              </a:rPr>
              <a:t>像素规模巨大</a:t>
            </a:r>
          </a:p>
        </p:txBody>
      </p:sp>
      <p:sp>
        <p:nvSpPr>
          <p:cNvPr id="9" name="">
            <a:extLst xmlns:a="http://schemas.openxmlformats.org/drawingml/2006/main">
              <a:ext uri="{FF2B5EF4-FFF2-40B4-BE49-F238E27FC236}">
                <a16:creationId xmlns:a16="http://schemas.microsoft.com/office/drawing/2014/main" id="{30C55381-D8A3-49EC-B694-D08F94709099}"/>
              </a:ext>
            </a:extLst>
          </p:cNvPr>
          <p:cNvSpPr>
            <a:spLocks xmlns:a="http://schemas.openxmlformats.org/drawingml/2006/main" noGrp="1"/>
          </p:cNvSpPr>
          <p:nvPr/>
        </p:nvSpPr>
        <p:spPr>
          <a:xfrm xmlns:a="http://schemas.openxmlformats.org/drawingml/2006/main">
            <a:off x="838200" y="2543175"/>
            <a:ext cx="26860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687B8C"/>
                </a:solidFill>
              </a:defRPr>
            </a:pPr>
            <a:r>
              <a:rPr sz="1350" b="0">
                <a:solidFill>
                  <a:srgbClr val="687B8C"/>
                </a:solidFill>
              </a:rPr>
              <a:t>一张切片可达十亿像素</a:t>
            </a:r>
          </a:p>
          <a:p xmlns:a="http://schemas.openxmlformats.org/drawingml/2006/main">
            <a:pPr algn="l">
              <a:defRPr sz="1350" b="0">
                <a:solidFill>
                  <a:srgbClr val="687B8C"/>
                </a:solidFill>
              </a:defRPr>
            </a:pPr>
            <a:r>
              <a:rPr sz="1350" b="0">
                <a:solidFill>
                  <a:srgbClr val="687B8C"/>
                </a:solidFill>
              </a:rPr>
              <a:t>必须切成大量 patch</a:t>
            </a:r>
          </a:p>
        </p:txBody>
      </p:sp>
      <p:sp>
        <p:nvSpPr>
          <p:cNvPr id="10" name="">
            <a:extLst xmlns:a="http://schemas.openxmlformats.org/drawingml/2006/main">
              <a:ext uri="{FF2B5EF4-FFF2-40B4-BE49-F238E27FC236}">
                <a16:creationId xmlns:a16="http://schemas.microsoft.com/office/drawing/2014/main" id="{8C8E495F-A794-4F79-BA65-69A62514F1D6}"/>
              </a:ext>
            </a:extLst>
          </p:cNvPr>
          <p:cNvSpPr>
            <a:spLocks xmlns:a="http://schemas.openxmlformats.org/drawingml/2006/main" noGrp="1"/>
          </p:cNvSpPr>
          <p:nvPr/>
        </p:nvSpPr>
        <p:spPr>
          <a:xfrm xmlns:a="http://schemas.openxmlformats.org/drawingml/2006/main">
            <a:off x="4152900" y="1428750"/>
            <a:ext cx="3143250" cy="1952625"/>
          </a:xfrm>
          <a:prstGeom xmlns:a="http://schemas.openxmlformats.org/drawingml/2006/main" prst="roundRect">
            <a:avLst>
              <a:gd name="adj" fmla="val 7805"/>
            </a:avLst>
          </a:prstGeom>
          <a:solidFill xmlns:a="http://schemas.openxmlformats.org/drawingml/2006/main">
            <a:srgbClr val="FFF4E7"/>
          </a:solidFill>
          <a:ln xmlns:a="http://schemas.openxmlformats.org/drawingml/2006/main" w="9525">
            <a:solidFill>
              <a:srgbClr val="F0A24A"/>
            </a:solidFill>
            <a:prstDash val="solid"/>
          </a:ln>
        </p:spPr>
      </p:sp>
      <p:sp>
        <p:nvSpPr>
          <p:cNvPr id="11" name="">
            <a:extLst xmlns:a="http://schemas.openxmlformats.org/drawingml/2006/main">
              <a:ext uri="{FF2B5EF4-FFF2-40B4-BE49-F238E27FC236}">
                <a16:creationId xmlns:a16="http://schemas.microsoft.com/office/drawing/2014/main" id="{1A04E204-A1C9-49A3-AAB9-5BAB813AC1B1}"/>
              </a:ext>
            </a:extLst>
          </p:cNvPr>
          <p:cNvSpPr>
            <a:spLocks xmlns:a="http://schemas.openxmlformats.org/drawingml/2006/main" noGrp="1"/>
          </p:cNvSpPr>
          <p:nvPr/>
        </p:nvSpPr>
        <p:spPr>
          <a:xfrm xmlns:a="http://schemas.openxmlformats.org/drawingml/2006/main">
            <a:off x="4362450" y="1619250"/>
            <a:ext cx="514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F0A24A"/>
                </a:solidFill>
              </a:defRPr>
            </a:pPr>
            <a:r>
              <a:rPr sz="1425" b="1">
                <a:solidFill>
                  <a:srgbClr val="F0A24A"/>
                </a:solidFill>
              </a:rPr>
              <a:t>02</a:t>
            </a:r>
          </a:p>
        </p:txBody>
      </p:sp>
      <p:sp>
        <p:nvSpPr>
          <p:cNvPr id="12" name="">
            <a:extLst xmlns:a="http://schemas.openxmlformats.org/drawingml/2006/main">
              <a:ext uri="{FF2B5EF4-FFF2-40B4-BE49-F238E27FC236}">
                <a16:creationId xmlns:a16="http://schemas.microsoft.com/office/drawing/2014/main" id="{7D6C96EC-E57D-4E2D-83B8-1A4F994EE322}"/>
              </a:ext>
            </a:extLst>
          </p:cNvPr>
          <p:cNvSpPr>
            <a:spLocks xmlns:a="http://schemas.openxmlformats.org/drawingml/2006/main" noGrp="1"/>
          </p:cNvSpPr>
          <p:nvPr/>
        </p:nvSpPr>
        <p:spPr>
          <a:xfrm xmlns:a="http://schemas.openxmlformats.org/drawingml/2006/main">
            <a:off x="4381500" y="20764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183247"/>
                </a:solidFill>
              </a:defRPr>
            </a:pPr>
            <a:r>
              <a:rPr sz="1725" b="1">
                <a:solidFill>
                  <a:srgbClr val="183247"/>
                </a:solidFill>
              </a:rPr>
              <a:t>监督信号很弱</a:t>
            </a:r>
          </a:p>
        </p:txBody>
      </p:sp>
      <p:sp>
        <p:nvSpPr>
          <p:cNvPr id="13" name="">
            <a:extLst xmlns:a="http://schemas.openxmlformats.org/drawingml/2006/main">
              <a:ext uri="{FF2B5EF4-FFF2-40B4-BE49-F238E27FC236}">
                <a16:creationId xmlns:a16="http://schemas.microsoft.com/office/drawing/2014/main" id="{F0A2EC2C-3814-4D1B-9401-52CA4B5F83DF}"/>
              </a:ext>
            </a:extLst>
          </p:cNvPr>
          <p:cNvSpPr>
            <a:spLocks xmlns:a="http://schemas.openxmlformats.org/drawingml/2006/main" noGrp="1"/>
          </p:cNvSpPr>
          <p:nvPr/>
        </p:nvSpPr>
        <p:spPr>
          <a:xfrm xmlns:a="http://schemas.openxmlformats.org/drawingml/2006/main">
            <a:off x="4381500" y="2543175"/>
            <a:ext cx="26860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687B8C"/>
                </a:solidFill>
              </a:defRPr>
            </a:pPr>
            <a:r>
              <a:rPr sz="1350" b="0">
                <a:solidFill>
                  <a:srgbClr val="687B8C"/>
                </a:solidFill>
              </a:rPr>
              <a:t>通常只有 slide 级诊断</a:t>
            </a:r>
          </a:p>
          <a:p xmlns:a="http://schemas.openxmlformats.org/drawingml/2006/main">
            <a:pPr algn="l">
              <a:defRPr sz="1350" b="0">
                <a:solidFill>
                  <a:srgbClr val="687B8C"/>
                </a:solidFill>
              </a:defRPr>
            </a:pPr>
            <a:r>
              <a:rPr sz="1350" b="0">
                <a:solidFill>
                  <a:srgbClr val="687B8C"/>
                </a:solidFill>
              </a:rPr>
              <a:t>没有 patch 级位置标签</a:t>
            </a:r>
          </a:p>
        </p:txBody>
      </p:sp>
      <p:sp>
        <p:nvSpPr>
          <p:cNvPr id="14" name="">
            <a:extLst xmlns:a="http://schemas.openxmlformats.org/drawingml/2006/main">
              <a:ext uri="{FF2B5EF4-FFF2-40B4-BE49-F238E27FC236}">
                <a16:creationId xmlns:a16="http://schemas.microsoft.com/office/drawing/2014/main" id="{A4FBA905-7C71-466F-B71F-D05F21E06AAE}"/>
              </a:ext>
            </a:extLst>
          </p:cNvPr>
          <p:cNvSpPr>
            <a:spLocks xmlns:a="http://schemas.openxmlformats.org/drawingml/2006/main" noGrp="1"/>
          </p:cNvSpPr>
          <p:nvPr/>
        </p:nvSpPr>
        <p:spPr>
          <a:xfrm xmlns:a="http://schemas.openxmlformats.org/drawingml/2006/main">
            <a:off x="7696200" y="1428750"/>
            <a:ext cx="3143250" cy="1952625"/>
          </a:xfrm>
          <a:prstGeom xmlns:a="http://schemas.openxmlformats.org/drawingml/2006/main" prst="roundRect">
            <a:avLst>
              <a:gd name="adj" fmla="val 7805"/>
            </a:avLst>
          </a:prstGeom>
          <a:solidFill xmlns:a="http://schemas.openxmlformats.org/drawingml/2006/main">
            <a:srgbClr val="E9F7F4"/>
          </a:solidFill>
          <a:ln xmlns:a="http://schemas.openxmlformats.org/drawingml/2006/main" w="9525">
            <a:solidFill>
              <a:srgbClr val="28A99E"/>
            </a:solidFill>
            <a:prstDash val="solid"/>
          </a:ln>
        </p:spPr>
      </p:sp>
      <p:sp>
        <p:nvSpPr>
          <p:cNvPr id="15" name="">
            <a:extLst xmlns:a="http://schemas.openxmlformats.org/drawingml/2006/main">
              <a:ext uri="{FF2B5EF4-FFF2-40B4-BE49-F238E27FC236}">
                <a16:creationId xmlns:a16="http://schemas.microsoft.com/office/drawing/2014/main" id="{C84062EC-8D79-40FA-95CE-546BBB91DD6B}"/>
              </a:ext>
            </a:extLst>
          </p:cNvPr>
          <p:cNvSpPr>
            <a:spLocks xmlns:a="http://schemas.openxmlformats.org/drawingml/2006/main" noGrp="1"/>
          </p:cNvSpPr>
          <p:nvPr/>
        </p:nvSpPr>
        <p:spPr>
          <a:xfrm xmlns:a="http://schemas.openxmlformats.org/drawingml/2006/main">
            <a:off x="7905750" y="1619250"/>
            <a:ext cx="514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28A99E"/>
                </a:solidFill>
              </a:defRPr>
            </a:pPr>
            <a:r>
              <a:rPr sz="1425" b="1">
                <a:solidFill>
                  <a:srgbClr val="28A99E"/>
                </a:solidFill>
              </a:rPr>
              <a:t>03</a:t>
            </a:r>
          </a:p>
        </p:txBody>
      </p:sp>
      <p:sp>
        <p:nvSpPr>
          <p:cNvPr id="16" name="">
            <a:extLst xmlns:a="http://schemas.openxmlformats.org/drawingml/2006/main">
              <a:ext uri="{FF2B5EF4-FFF2-40B4-BE49-F238E27FC236}">
                <a16:creationId xmlns:a16="http://schemas.microsoft.com/office/drawing/2014/main" id="{A1779412-39D7-49EC-BDF9-8883BE29BB4B}"/>
              </a:ext>
            </a:extLst>
          </p:cNvPr>
          <p:cNvSpPr>
            <a:spLocks xmlns:a="http://schemas.openxmlformats.org/drawingml/2006/main" noGrp="1"/>
          </p:cNvSpPr>
          <p:nvPr/>
        </p:nvSpPr>
        <p:spPr>
          <a:xfrm xmlns:a="http://schemas.openxmlformats.org/drawingml/2006/main">
            <a:off x="7924800" y="20764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183247"/>
                </a:solidFill>
              </a:defRPr>
            </a:pPr>
            <a:r>
              <a:rPr sz="1725" b="1">
                <a:solidFill>
                  <a:srgbClr val="183247"/>
                </a:solidFill>
              </a:rPr>
              <a:t>bag 长度不固定</a:t>
            </a:r>
          </a:p>
        </p:txBody>
      </p:sp>
      <p:sp>
        <p:nvSpPr>
          <p:cNvPr id="17" name="">
            <a:extLst xmlns:a="http://schemas.openxmlformats.org/drawingml/2006/main">
              <a:ext uri="{FF2B5EF4-FFF2-40B4-BE49-F238E27FC236}">
                <a16:creationId xmlns:a16="http://schemas.microsoft.com/office/drawing/2014/main" id="{4A9D1BC9-80CA-4565-869D-8E0BA727557A}"/>
              </a:ext>
            </a:extLst>
          </p:cNvPr>
          <p:cNvSpPr>
            <a:spLocks xmlns:a="http://schemas.openxmlformats.org/drawingml/2006/main" noGrp="1"/>
          </p:cNvSpPr>
          <p:nvPr/>
        </p:nvSpPr>
        <p:spPr>
          <a:xfrm xmlns:a="http://schemas.openxmlformats.org/drawingml/2006/main">
            <a:off x="7924800" y="2543175"/>
            <a:ext cx="26860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687B8C"/>
                </a:solidFill>
              </a:defRPr>
            </a:pPr>
            <a:r>
              <a:rPr sz="1350" b="0">
                <a:solidFill>
                  <a:srgbClr val="687B8C"/>
                </a:solidFill>
              </a:rPr>
              <a:t>组织面积、扫描仪和中心差异</a:t>
            </a:r>
          </a:p>
          <a:p xmlns:a="http://schemas.openxmlformats.org/drawingml/2006/main">
            <a:pPr algn="l">
              <a:defRPr sz="1350" b="0">
                <a:solidFill>
                  <a:srgbClr val="687B8C"/>
                </a:solidFill>
              </a:defRPr>
            </a:pPr>
            <a:r>
              <a:rPr sz="1350" b="0">
                <a:solidFill>
                  <a:srgbClr val="687B8C"/>
                </a:solidFill>
              </a:rPr>
              <a:t>导致 patch 数量与分布变化</a:t>
            </a:r>
          </a:p>
        </p:txBody>
      </p:sp>
      <p:sp>
        <p:nvSpPr>
          <p:cNvPr id="18" name="">
            <a:extLst xmlns:a="http://schemas.openxmlformats.org/drawingml/2006/main">
              <a:ext uri="{FF2B5EF4-FFF2-40B4-BE49-F238E27FC236}">
                <a16:creationId xmlns:a16="http://schemas.microsoft.com/office/drawing/2014/main" id="{7E03FAFB-9A21-4A55-98D4-4B2C373A4868}"/>
              </a:ext>
            </a:extLst>
          </p:cNvPr>
          <p:cNvSpPr>
            <a:spLocks xmlns:a="http://schemas.openxmlformats.org/drawingml/2006/main" noGrp="1"/>
          </p:cNvSpPr>
          <p:nvPr/>
        </p:nvSpPr>
        <p:spPr>
          <a:xfrm xmlns:a="http://schemas.openxmlformats.org/drawingml/2006/main">
            <a:off x="876300" y="4095750"/>
            <a:ext cx="2171700" cy="1333500"/>
          </a:xfrm>
          <a:prstGeom xmlns:a="http://schemas.openxmlformats.org/drawingml/2006/main" prst="roundRect">
            <a:avLst>
              <a:gd name="adj" fmla="val 8571"/>
            </a:avLst>
          </a:prstGeom>
          <a:solidFill xmlns:a="http://schemas.openxmlformats.org/drawingml/2006/main">
            <a:srgbClr val="F4F7FA"/>
          </a:solidFill>
          <a:ln xmlns:a="http://schemas.openxmlformats.org/drawingml/2006/main" w="9525">
            <a:solidFill>
              <a:srgbClr val="D8E2EA"/>
            </a:solidFill>
            <a:prstDash val="solid"/>
          </a:ln>
        </p:spPr>
      </p:sp>
      <p:sp>
        <p:nvSpPr>
          <p:cNvPr id="19" name="">
            <a:extLst xmlns:a="http://schemas.openxmlformats.org/drawingml/2006/main">
              <a:ext uri="{FF2B5EF4-FFF2-40B4-BE49-F238E27FC236}">
                <a16:creationId xmlns:a16="http://schemas.microsoft.com/office/drawing/2014/main" id="{172BC8B0-72FD-45A4-B007-FF34148AC672}"/>
              </a:ext>
            </a:extLst>
          </p:cNvPr>
          <p:cNvSpPr>
            <a:spLocks xmlns:a="http://schemas.openxmlformats.org/drawingml/2006/main" noGrp="1"/>
          </p:cNvSpPr>
          <p:nvPr/>
        </p:nvSpPr>
        <p:spPr>
          <a:xfrm xmlns:a="http://schemas.openxmlformats.org/drawingml/2006/main">
            <a:off x="1123950" y="4267200"/>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174A74"/>
                </a:solidFill>
              </a:defRPr>
            </a:pPr>
            <a:r>
              <a:rPr sz="1650" b="1">
                <a:solidFill>
                  <a:srgbClr val="174A74"/>
                </a:solidFill>
              </a:rPr>
              <a:t>WSI</a:t>
            </a:r>
          </a:p>
        </p:txBody>
      </p:sp>
      <p:sp>
        <p:nvSpPr>
          <p:cNvPr id="20" name="">
            <a:extLst xmlns:a="http://schemas.openxmlformats.org/drawingml/2006/main">
              <a:ext uri="{FF2B5EF4-FFF2-40B4-BE49-F238E27FC236}">
                <a16:creationId xmlns:a16="http://schemas.microsoft.com/office/drawing/2014/main" id="{2C31B0A2-F399-4039-898B-60B2064E6879}"/>
              </a:ext>
            </a:extLst>
          </p:cNvPr>
          <p:cNvSpPr>
            <a:spLocks xmlns:a="http://schemas.openxmlformats.org/drawingml/2006/main" noGrp="1"/>
          </p:cNvSpPr>
          <p:nvPr/>
        </p:nvSpPr>
        <p:spPr>
          <a:xfrm xmlns:a="http://schemas.openxmlformats.org/drawingml/2006/main">
            <a:off x="1123950" y="4629150"/>
            <a:ext cx="247650" cy="171450"/>
          </a:xfrm>
          <a:prstGeom xmlns:a="http://schemas.openxmlformats.org/drawingml/2006/main" prst="roundRect">
            <a:avLst>
              <a:gd name="adj" fmla="val 11111"/>
            </a:avLst>
          </a:prstGeom>
          <a:solidFill xmlns:a="http://schemas.openxmlformats.org/drawingml/2006/main">
            <a:srgbClr val="D981A0"/>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2FD470B3-843D-44A2-8617-42C97779474E}"/>
              </a:ext>
            </a:extLst>
          </p:cNvPr>
          <p:cNvSpPr>
            <a:spLocks xmlns:a="http://schemas.openxmlformats.org/drawingml/2006/main" noGrp="1"/>
          </p:cNvSpPr>
          <p:nvPr/>
        </p:nvSpPr>
        <p:spPr>
          <a:xfrm xmlns:a="http://schemas.openxmlformats.org/drawingml/2006/main">
            <a:off x="1447800" y="4629150"/>
            <a:ext cx="247650" cy="171450"/>
          </a:xfrm>
          <a:prstGeom xmlns:a="http://schemas.openxmlformats.org/drawingml/2006/main" prst="roundRect">
            <a:avLst>
              <a:gd name="adj" fmla="val 11111"/>
            </a:avLst>
          </a:prstGeom>
          <a:solidFill xmlns:a="http://schemas.openxmlformats.org/drawingml/2006/main">
            <a:srgbClr val="9D7AA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39FE1606-D9D8-4AB0-A581-CD470B86D5B1}"/>
              </a:ext>
            </a:extLst>
          </p:cNvPr>
          <p:cNvSpPr>
            <a:spLocks xmlns:a="http://schemas.openxmlformats.org/drawingml/2006/main" noGrp="1"/>
          </p:cNvSpPr>
          <p:nvPr/>
        </p:nvSpPr>
        <p:spPr>
          <a:xfrm xmlns:a="http://schemas.openxmlformats.org/drawingml/2006/main">
            <a:off x="1771650" y="4629150"/>
            <a:ext cx="247650" cy="171450"/>
          </a:xfrm>
          <a:prstGeom xmlns:a="http://schemas.openxmlformats.org/drawingml/2006/main" prst="roundRect">
            <a:avLst>
              <a:gd name="adj" fmla="val 11111"/>
            </a:avLst>
          </a:prstGeom>
          <a:solidFill xmlns:a="http://schemas.openxmlformats.org/drawingml/2006/main">
            <a:srgbClr val="5B8FB3"/>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BB75B18F-DAB8-490A-A112-2FF056D50C0E}"/>
              </a:ext>
            </a:extLst>
          </p:cNvPr>
          <p:cNvSpPr>
            <a:spLocks xmlns:a="http://schemas.openxmlformats.org/drawingml/2006/main" noGrp="1"/>
          </p:cNvSpPr>
          <p:nvPr/>
        </p:nvSpPr>
        <p:spPr>
          <a:xfrm xmlns:a="http://schemas.openxmlformats.org/drawingml/2006/main">
            <a:off x="2095500" y="4629150"/>
            <a:ext cx="247650" cy="171450"/>
          </a:xfrm>
          <a:prstGeom xmlns:a="http://schemas.openxmlformats.org/drawingml/2006/main" prst="roundRect">
            <a:avLst>
              <a:gd name="adj" fmla="val 11111"/>
            </a:avLst>
          </a:prstGeom>
          <a:solidFill xmlns:a="http://schemas.openxmlformats.org/drawingml/2006/main">
            <a:srgbClr val="D2A06D"/>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93FE5387-76A5-4BC4-BA1A-FDD4B8EDEF9E}"/>
              </a:ext>
            </a:extLst>
          </p:cNvPr>
          <p:cNvSpPr>
            <a:spLocks xmlns:a="http://schemas.openxmlformats.org/drawingml/2006/main" noGrp="1"/>
          </p:cNvSpPr>
          <p:nvPr/>
        </p:nvSpPr>
        <p:spPr>
          <a:xfrm xmlns:a="http://schemas.openxmlformats.org/drawingml/2006/main">
            <a:off x="2419350" y="4629150"/>
            <a:ext cx="247650" cy="171450"/>
          </a:xfrm>
          <a:prstGeom xmlns:a="http://schemas.openxmlformats.org/drawingml/2006/main" prst="roundRect">
            <a:avLst>
              <a:gd name="adj" fmla="val 11111"/>
            </a:avLst>
          </a:prstGeom>
          <a:solidFill xmlns:a="http://schemas.openxmlformats.org/drawingml/2006/main">
            <a:srgbClr val="D981A0"/>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190884E9-AAB7-48FC-AB72-6B9AD8EC7657}"/>
              </a:ext>
            </a:extLst>
          </p:cNvPr>
          <p:cNvSpPr>
            <a:spLocks xmlns:a="http://schemas.openxmlformats.org/drawingml/2006/main" noGrp="1"/>
          </p:cNvSpPr>
          <p:nvPr/>
        </p:nvSpPr>
        <p:spPr>
          <a:xfrm xmlns:a="http://schemas.openxmlformats.org/drawingml/2006/main">
            <a:off x="1123950" y="4867275"/>
            <a:ext cx="247650" cy="171450"/>
          </a:xfrm>
          <a:prstGeom xmlns:a="http://schemas.openxmlformats.org/drawingml/2006/main" prst="roundRect">
            <a:avLst>
              <a:gd name="adj" fmla="val 11111"/>
            </a:avLst>
          </a:prstGeom>
          <a:solidFill xmlns:a="http://schemas.openxmlformats.org/drawingml/2006/main">
            <a:srgbClr val="9D7AAF"/>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E95819CA-687B-47C0-ABC2-EDC758426D30}"/>
              </a:ext>
            </a:extLst>
          </p:cNvPr>
          <p:cNvSpPr>
            <a:spLocks xmlns:a="http://schemas.openxmlformats.org/drawingml/2006/main" noGrp="1"/>
          </p:cNvSpPr>
          <p:nvPr/>
        </p:nvSpPr>
        <p:spPr>
          <a:xfrm xmlns:a="http://schemas.openxmlformats.org/drawingml/2006/main">
            <a:off x="1447800" y="4867275"/>
            <a:ext cx="247650" cy="171450"/>
          </a:xfrm>
          <a:prstGeom xmlns:a="http://schemas.openxmlformats.org/drawingml/2006/main" prst="roundRect">
            <a:avLst>
              <a:gd name="adj" fmla="val 11111"/>
            </a:avLst>
          </a:prstGeom>
          <a:solidFill xmlns:a="http://schemas.openxmlformats.org/drawingml/2006/main">
            <a:srgbClr val="5B8FB3"/>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57487642-6A2E-47CC-A4F4-53751E84B56F}"/>
              </a:ext>
            </a:extLst>
          </p:cNvPr>
          <p:cNvSpPr>
            <a:spLocks xmlns:a="http://schemas.openxmlformats.org/drawingml/2006/main" noGrp="1"/>
          </p:cNvSpPr>
          <p:nvPr/>
        </p:nvSpPr>
        <p:spPr>
          <a:xfrm xmlns:a="http://schemas.openxmlformats.org/drawingml/2006/main">
            <a:off x="1771650" y="4867275"/>
            <a:ext cx="247650" cy="171450"/>
          </a:xfrm>
          <a:prstGeom xmlns:a="http://schemas.openxmlformats.org/drawingml/2006/main" prst="roundRect">
            <a:avLst>
              <a:gd name="adj" fmla="val 11111"/>
            </a:avLst>
          </a:prstGeom>
          <a:solidFill xmlns:a="http://schemas.openxmlformats.org/drawingml/2006/main">
            <a:srgbClr val="D2A06D"/>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E0392F9B-01A2-4206-852E-5C95EB0D9FBA}"/>
              </a:ext>
            </a:extLst>
          </p:cNvPr>
          <p:cNvSpPr>
            <a:spLocks xmlns:a="http://schemas.openxmlformats.org/drawingml/2006/main" noGrp="1"/>
          </p:cNvSpPr>
          <p:nvPr/>
        </p:nvSpPr>
        <p:spPr>
          <a:xfrm xmlns:a="http://schemas.openxmlformats.org/drawingml/2006/main">
            <a:off x="2095500" y="4867275"/>
            <a:ext cx="247650" cy="171450"/>
          </a:xfrm>
          <a:prstGeom xmlns:a="http://schemas.openxmlformats.org/drawingml/2006/main" prst="roundRect">
            <a:avLst>
              <a:gd name="adj" fmla="val 11111"/>
            </a:avLst>
          </a:prstGeom>
          <a:solidFill xmlns:a="http://schemas.openxmlformats.org/drawingml/2006/main">
            <a:srgbClr val="D981A0"/>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01228BCC-E902-4460-96B2-3938DC59FB4C}"/>
              </a:ext>
            </a:extLst>
          </p:cNvPr>
          <p:cNvSpPr>
            <a:spLocks xmlns:a="http://schemas.openxmlformats.org/drawingml/2006/main" noGrp="1"/>
          </p:cNvSpPr>
          <p:nvPr/>
        </p:nvSpPr>
        <p:spPr>
          <a:xfrm xmlns:a="http://schemas.openxmlformats.org/drawingml/2006/main">
            <a:off x="2419350" y="4867275"/>
            <a:ext cx="247650" cy="171450"/>
          </a:xfrm>
          <a:prstGeom xmlns:a="http://schemas.openxmlformats.org/drawingml/2006/main" prst="roundRect">
            <a:avLst>
              <a:gd name="adj" fmla="val 11111"/>
            </a:avLst>
          </a:prstGeom>
          <a:solidFill xmlns:a="http://schemas.openxmlformats.org/drawingml/2006/main">
            <a:srgbClr val="9D7AAF"/>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BDD361D4-A5E8-4C22-84CE-4AED5A7EF160}"/>
              </a:ext>
            </a:extLst>
          </p:cNvPr>
          <p:cNvSpPr>
            <a:spLocks xmlns:a="http://schemas.openxmlformats.org/drawingml/2006/main" noGrp="1"/>
          </p:cNvSpPr>
          <p:nvPr/>
        </p:nvSpPr>
        <p:spPr>
          <a:xfrm xmlns:a="http://schemas.openxmlformats.org/drawingml/2006/main">
            <a:off x="1123950" y="5105400"/>
            <a:ext cx="247650" cy="171450"/>
          </a:xfrm>
          <a:prstGeom xmlns:a="http://schemas.openxmlformats.org/drawingml/2006/main" prst="roundRect">
            <a:avLst>
              <a:gd name="adj" fmla="val 11111"/>
            </a:avLst>
          </a:prstGeom>
          <a:solidFill xmlns:a="http://schemas.openxmlformats.org/drawingml/2006/main">
            <a:srgbClr val="5B8FB3"/>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47F38B56-9323-4362-B266-01A02C44B0FA}"/>
              </a:ext>
            </a:extLst>
          </p:cNvPr>
          <p:cNvSpPr>
            <a:spLocks xmlns:a="http://schemas.openxmlformats.org/drawingml/2006/main" noGrp="1"/>
          </p:cNvSpPr>
          <p:nvPr/>
        </p:nvSpPr>
        <p:spPr>
          <a:xfrm xmlns:a="http://schemas.openxmlformats.org/drawingml/2006/main">
            <a:off x="1447800" y="5105400"/>
            <a:ext cx="247650" cy="171450"/>
          </a:xfrm>
          <a:prstGeom xmlns:a="http://schemas.openxmlformats.org/drawingml/2006/main" prst="roundRect">
            <a:avLst>
              <a:gd name="adj" fmla="val 11111"/>
            </a:avLst>
          </a:prstGeom>
          <a:solidFill xmlns:a="http://schemas.openxmlformats.org/drawingml/2006/main">
            <a:srgbClr val="D2A06D"/>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B38127DF-64BE-48FB-858D-F1C57318972D}"/>
              </a:ext>
            </a:extLst>
          </p:cNvPr>
          <p:cNvSpPr>
            <a:spLocks xmlns:a="http://schemas.openxmlformats.org/drawingml/2006/main" noGrp="1"/>
          </p:cNvSpPr>
          <p:nvPr/>
        </p:nvSpPr>
        <p:spPr>
          <a:xfrm xmlns:a="http://schemas.openxmlformats.org/drawingml/2006/main">
            <a:off x="1771650" y="5105400"/>
            <a:ext cx="247650" cy="171450"/>
          </a:xfrm>
          <a:prstGeom xmlns:a="http://schemas.openxmlformats.org/drawingml/2006/main" prst="roundRect">
            <a:avLst>
              <a:gd name="adj" fmla="val 11111"/>
            </a:avLst>
          </a:prstGeom>
          <a:solidFill xmlns:a="http://schemas.openxmlformats.org/drawingml/2006/main">
            <a:srgbClr val="D981A0"/>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CE2F4596-9D25-41AE-B383-78EC262D4B2A}"/>
              </a:ext>
            </a:extLst>
          </p:cNvPr>
          <p:cNvSpPr>
            <a:spLocks xmlns:a="http://schemas.openxmlformats.org/drawingml/2006/main" noGrp="1"/>
          </p:cNvSpPr>
          <p:nvPr/>
        </p:nvSpPr>
        <p:spPr>
          <a:xfrm xmlns:a="http://schemas.openxmlformats.org/drawingml/2006/main">
            <a:off x="2095500" y="5105400"/>
            <a:ext cx="247650" cy="171450"/>
          </a:xfrm>
          <a:prstGeom xmlns:a="http://schemas.openxmlformats.org/drawingml/2006/main" prst="roundRect">
            <a:avLst>
              <a:gd name="adj" fmla="val 11111"/>
            </a:avLst>
          </a:prstGeom>
          <a:solidFill xmlns:a="http://schemas.openxmlformats.org/drawingml/2006/main">
            <a:srgbClr val="9D7AAF"/>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7F5D603B-F473-4295-A1FE-447287A893FC}"/>
              </a:ext>
            </a:extLst>
          </p:cNvPr>
          <p:cNvSpPr>
            <a:spLocks xmlns:a="http://schemas.openxmlformats.org/drawingml/2006/main" noGrp="1"/>
          </p:cNvSpPr>
          <p:nvPr/>
        </p:nvSpPr>
        <p:spPr>
          <a:xfrm xmlns:a="http://schemas.openxmlformats.org/drawingml/2006/main">
            <a:off x="2419350" y="5105400"/>
            <a:ext cx="247650" cy="171450"/>
          </a:xfrm>
          <a:prstGeom xmlns:a="http://schemas.openxmlformats.org/drawingml/2006/main" prst="roundRect">
            <a:avLst>
              <a:gd name="adj" fmla="val 11111"/>
            </a:avLst>
          </a:prstGeom>
          <a:solidFill xmlns:a="http://schemas.openxmlformats.org/drawingml/2006/main">
            <a:srgbClr val="5B8FB3"/>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C9C03492-12C2-4845-BB2B-C5EAE9EC030E}"/>
              </a:ext>
            </a:extLst>
          </p:cNvPr>
          <p:cNvSpPr>
            <a:spLocks xmlns:a="http://schemas.openxmlformats.org/drawingml/2006/main" noGrp="1"/>
          </p:cNvSpPr>
          <p:nvPr/>
        </p:nvSpPr>
        <p:spPr>
          <a:xfrm xmlns:a="http://schemas.openxmlformats.org/drawingml/2006/main">
            <a:off x="3190875" y="4572000"/>
            <a:ext cx="495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3000" b="1">
                <a:solidFill>
                  <a:srgbClr val="F0A24A"/>
                </a:solidFill>
              </a:defRPr>
            </a:pPr>
            <a:r>
              <a:rPr sz="3000" b="1">
                <a:solidFill>
                  <a:srgbClr val="F0A24A"/>
                </a:solidFill>
              </a:rPr>
              <a:t>→</a:t>
            </a:r>
          </a:p>
        </p:txBody>
      </p:sp>
      <p:sp>
        <p:nvSpPr>
          <p:cNvPr id="36" name="">
            <a:extLst xmlns:a="http://schemas.openxmlformats.org/drawingml/2006/main">
              <a:ext uri="{FF2B5EF4-FFF2-40B4-BE49-F238E27FC236}">
                <a16:creationId xmlns:a16="http://schemas.microsoft.com/office/drawing/2014/main" id="{311AE4DD-E9BB-440B-8FB0-AD351C03B887}"/>
              </a:ext>
            </a:extLst>
          </p:cNvPr>
          <p:cNvSpPr>
            <a:spLocks xmlns:a="http://schemas.openxmlformats.org/drawingml/2006/main" noGrp="1"/>
          </p:cNvSpPr>
          <p:nvPr/>
        </p:nvSpPr>
        <p:spPr>
          <a:xfrm xmlns:a="http://schemas.openxmlformats.org/drawingml/2006/main">
            <a:off x="3829050" y="4095750"/>
            <a:ext cx="2762250" cy="1333500"/>
          </a:xfrm>
          <a:prstGeom xmlns:a="http://schemas.openxmlformats.org/drawingml/2006/main" prst="roundRect">
            <a:avLst>
              <a:gd name="adj" fmla="val 8571"/>
            </a:avLst>
          </a:prstGeom>
          <a:solidFill xmlns:a="http://schemas.openxmlformats.org/drawingml/2006/main">
            <a:srgbClr val="FFF4E7"/>
          </a:solidFill>
          <a:ln xmlns:a="http://schemas.openxmlformats.org/drawingml/2006/main" w="9525">
            <a:solidFill>
              <a:srgbClr val="F0A24A"/>
            </a:solidFill>
            <a:prstDash val="solid"/>
          </a:ln>
        </p:spPr>
      </p:sp>
      <p:sp>
        <p:nvSpPr>
          <p:cNvPr id="37" name="">
            <a:extLst xmlns:a="http://schemas.openxmlformats.org/drawingml/2006/main">
              <a:ext uri="{FF2B5EF4-FFF2-40B4-BE49-F238E27FC236}">
                <a16:creationId xmlns:a16="http://schemas.microsoft.com/office/drawing/2014/main" id="{F76E7550-AF44-41C8-B79D-248EB2DEDC09}"/>
              </a:ext>
            </a:extLst>
          </p:cNvPr>
          <p:cNvSpPr>
            <a:spLocks xmlns:a="http://schemas.openxmlformats.org/drawingml/2006/main" noGrp="1"/>
          </p:cNvSpPr>
          <p:nvPr/>
        </p:nvSpPr>
        <p:spPr>
          <a:xfrm xmlns:a="http://schemas.openxmlformats.org/drawingml/2006/main">
            <a:off x="4057650" y="4333875"/>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F0A24A"/>
                </a:solidFill>
              </a:defRPr>
            </a:pPr>
            <a:r>
              <a:rPr sz="1500" b="1">
                <a:solidFill>
                  <a:srgbClr val="F0A24A"/>
                </a:solidFill>
              </a:rPr>
              <a:t>N × 768 patch features</a:t>
            </a:r>
          </a:p>
        </p:txBody>
      </p:sp>
      <p:sp>
        <p:nvSpPr>
          <p:cNvPr id="38" name="">
            <a:extLst xmlns:a="http://schemas.openxmlformats.org/drawingml/2006/main">
              <a:ext uri="{FF2B5EF4-FFF2-40B4-BE49-F238E27FC236}">
                <a16:creationId xmlns:a16="http://schemas.microsoft.com/office/drawing/2014/main" id="{960987F8-D18E-4F3D-ADD2-26745EEA3EAF}"/>
              </a:ext>
            </a:extLst>
          </p:cNvPr>
          <p:cNvSpPr>
            <a:spLocks xmlns:a="http://schemas.openxmlformats.org/drawingml/2006/main" noGrp="1"/>
          </p:cNvSpPr>
          <p:nvPr/>
        </p:nvSpPr>
        <p:spPr>
          <a:xfrm xmlns:a="http://schemas.openxmlformats.org/drawingml/2006/main">
            <a:off x="4057650" y="4810125"/>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687B8C"/>
                </a:solidFill>
              </a:defRPr>
            </a:pPr>
            <a:r>
              <a:rPr sz="1275" b="0">
                <a:solidFill>
                  <a:srgbClr val="687B8C"/>
                </a:solidFill>
              </a:rPr>
              <a:t>N 随每张切片变化</a:t>
            </a:r>
          </a:p>
        </p:txBody>
      </p:sp>
      <p:sp>
        <p:nvSpPr>
          <p:cNvPr id="39" name="">
            <a:extLst xmlns:a="http://schemas.openxmlformats.org/drawingml/2006/main">
              <a:ext uri="{FF2B5EF4-FFF2-40B4-BE49-F238E27FC236}">
                <a16:creationId xmlns:a16="http://schemas.microsoft.com/office/drawing/2014/main" id="{8E5688D3-9842-46BB-A9F1-F176093FCA5A}"/>
              </a:ext>
            </a:extLst>
          </p:cNvPr>
          <p:cNvSpPr>
            <a:spLocks xmlns:a="http://schemas.openxmlformats.org/drawingml/2006/main" noGrp="1"/>
          </p:cNvSpPr>
          <p:nvPr/>
        </p:nvSpPr>
        <p:spPr>
          <a:xfrm xmlns:a="http://schemas.openxmlformats.org/drawingml/2006/main">
            <a:off x="6724650" y="4572000"/>
            <a:ext cx="495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3000" b="1">
                <a:solidFill>
                  <a:srgbClr val="F0A24A"/>
                </a:solidFill>
              </a:defRPr>
            </a:pPr>
            <a:r>
              <a:rPr sz="3000" b="1">
                <a:solidFill>
                  <a:srgbClr val="F0A24A"/>
                </a:solidFill>
              </a:rPr>
              <a:t>→</a:t>
            </a:r>
          </a:p>
        </p:txBody>
      </p:sp>
      <p:sp>
        <p:nvSpPr>
          <p:cNvPr id="40" name="">
            <a:extLst xmlns:a="http://schemas.openxmlformats.org/drawingml/2006/main">
              <a:ext uri="{FF2B5EF4-FFF2-40B4-BE49-F238E27FC236}">
                <a16:creationId xmlns:a16="http://schemas.microsoft.com/office/drawing/2014/main" id="{07240133-8112-43BF-A1FE-4E0196203DD2}"/>
              </a:ext>
            </a:extLst>
          </p:cNvPr>
          <p:cNvSpPr>
            <a:spLocks xmlns:a="http://schemas.openxmlformats.org/drawingml/2006/main" noGrp="1"/>
          </p:cNvSpPr>
          <p:nvPr/>
        </p:nvSpPr>
        <p:spPr>
          <a:xfrm xmlns:a="http://schemas.openxmlformats.org/drawingml/2006/main">
            <a:off x="7334250" y="4095750"/>
            <a:ext cx="3905250" cy="1333500"/>
          </a:xfrm>
          <a:prstGeom xmlns:a="http://schemas.openxmlformats.org/drawingml/2006/main" prst="roundRect">
            <a:avLst>
              <a:gd name="adj" fmla="val 8571"/>
            </a:avLst>
          </a:prstGeom>
          <a:solidFill xmlns:a="http://schemas.openxmlformats.org/drawingml/2006/main">
            <a:srgbClr val="E9F7F4"/>
          </a:solidFill>
          <a:ln xmlns:a="http://schemas.openxmlformats.org/drawingml/2006/main" w="9525">
            <a:solidFill>
              <a:srgbClr val="28A99E"/>
            </a:solidFill>
            <a:prstDash val="solid"/>
          </a:ln>
        </p:spPr>
      </p:sp>
      <p:sp>
        <p:nvSpPr>
          <p:cNvPr id="41" name="">
            <a:extLst xmlns:a="http://schemas.openxmlformats.org/drawingml/2006/main">
              <a:ext uri="{FF2B5EF4-FFF2-40B4-BE49-F238E27FC236}">
                <a16:creationId xmlns:a16="http://schemas.microsoft.com/office/drawing/2014/main" id="{1F9CE653-A4DA-455D-8606-0CE4C91576F6}"/>
              </a:ext>
            </a:extLst>
          </p:cNvPr>
          <p:cNvSpPr>
            <a:spLocks xmlns:a="http://schemas.openxmlformats.org/drawingml/2006/main" noGrp="1"/>
          </p:cNvSpPr>
          <p:nvPr/>
        </p:nvSpPr>
        <p:spPr>
          <a:xfrm xmlns:a="http://schemas.openxmlformats.org/drawingml/2006/main">
            <a:off x="7562850" y="4333875"/>
            <a:ext cx="3448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a:solidFill>
                  <a:srgbClr val="28A99E"/>
                </a:solidFill>
              </a:defRPr>
            </a:pPr>
            <a:r>
              <a:rPr sz="1575" b="1">
                <a:solidFill>
                  <a:srgbClr val="28A99E"/>
                </a:solidFill>
              </a:rPr>
              <a:t>MIL 聚合 → slide prediction</a:t>
            </a:r>
          </a:p>
        </p:txBody>
      </p:sp>
      <p:sp>
        <p:nvSpPr>
          <p:cNvPr id="42" name="">
            <a:extLst xmlns:a="http://schemas.openxmlformats.org/drawingml/2006/main">
              <a:ext uri="{FF2B5EF4-FFF2-40B4-BE49-F238E27FC236}">
                <a16:creationId xmlns:a16="http://schemas.microsoft.com/office/drawing/2014/main" id="{12FA32B7-A2EB-4D4C-922E-DD340AB37315}"/>
              </a:ext>
            </a:extLst>
          </p:cNvPr>
          <p:cNvSpPr>
            <a:spLocks xmlns:a="http://schemas.openxmlformats.org/drawingml/2006/main" noGrp="1"/>
          </p:cNvSpPr>
          <p:nvPr/>
        </p:nvSpPr>
        <p:spPr>
          <a:xfrm xmlns:a="http://schemas.openxmlformats.org/drawingml/2006/main">
            <a:off x="7562850" y="4810125"/>
            <a:ext cx="3448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687B8C"/>
                </a:solidFill>
              </a:defRPr>
            </a:pPr>
            <a:r>
              <a:rPr sz="1275" b="0">
                <a:solidFill>
                  <a:srgbClr val="687B8C"/>
                </a:solidFill>
              </a:rPr>
              <a:t>用一个标签学习哪些 patch 最重要</a:t>
            </a:r>
          </a:p>
        </p:txBody>
      </p:sp>
    </p:spTree>
    <p:extLst>
      <p:ext uri="{BB962C8B-B14F-4D97-AF65-F5344CB8AC3E}">
        <p14:creationId xmlns:p14="http://schemas.microsoft.com/office/powerpoint/2010/main" val="131834653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9E598666-6168-40A6-A6DD-3B7BE39FDF2A}"/>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174A7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E8C5551-3959-48C0-9F9D-B1A2EBD95C57}"/>
              </a:ext>
            </a:extLst>
          </p:cNvPr>
          <p:cNvSpPr>
            <a:spLocks xmlns:a="http://schemas.openxmlformats.org/drawingml/2006/main" noGrp="1"/>
          </p:cNvSpPr>
          <p:nvPr/>
        </p:nvSpPr>
        <p:spPr>
          <a:xfrm xmlns:a="http://schemas.openxmlformats.org/drawingml/2006/main">
            <a:off x="400050" y="19050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D76A8"/>
                </a:solidFill>
              </a:defRPr>
            </a:pPr>
            <a:r>
              <a:rPr sz="975" b="1">
                <a:solidFill>
                  <a:srgbClr val="2D76A8"/>
                </a:solidFill>
              </a:rPr>
              <a:t>02 · CHIEF 方法</a:t>
            </a:r>
          </a:p>
        </p:txBody>
      </p:sp>
      <p:sp>
        <p:nvSpPr>
          <p:cNvPr id="3" name="">
            <a:extLst xmlns:a="http://schemas.openxmlformats.org/drawingml/2006/main">
              <a:ext uri="{FF2B5EF4-FFF2-40B4-BE49-F238E27FC236}">
                <a16:creationId xmlns:a16="http://schemas.microsoft.com/office/drawing/2014/main" id="{26265B90-124C-428F-88F0-168DB6C4E7C6}"/>
              </a:ext>
            </a:extLst>
          </p:cNvPr>
          <p:cNvSpPr>
            <a:spLocks xmlns:a="http://schemas.openxmlformats.org/drawingml/2006/main" noGrp="1"/>
          </p:cNvSpPr>
          <p:nvPr/>
        </p:nvSpPr>
        <p:spPr>
          <a:xfrm xmlns:a="http://schemas.openxmlformats.org/drawingml/2006/main">
            <a:off x="7810500" y="171450"/>
            <a:ext cx="3905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687B8C"/>
                </a:solidFill>
              </a:defRPr>
            </a:pPr>
            <a:r>
              <a:rPr sz="825" b="0">
                <a:solidFill>
                  <a:srgbClr val="687B8C"/>
                </a:solidFill>
              </a:rPr>
              <a:t>Nature 634, 970–978 (2024)</a:t>
            </a:r>
          </a:p>
        </p:txBody>
      </p:sp>
      <p:sp>
        <p:nvSpPr>
          <p:cNvPr id="4" name="">
            <a:extLst xmlns:a="http://schemas.openxmlformats.org/drawingml/2006/main">
              <a:ext uri="{FF2B5EF4-FFF2-40B4-BE49-F238E27FC236}">
                <a16:creationId xmlns:a16="http://schemas.microsoft.com/office/drawing/2014/main" id="{21207995-F397-456A-82E7-C698D189A56A}"/>
              </a:ext>
            </a:extLst>
          </p:cNvPr>
          <p:cNvSpPr>
            <a:spLocks xmlns:a="http://schemas.openxmlformats.org/drawingml/2006/main" noGrp="1"/>
          </p:cNvSpPr>
          <p:nvPr/>
        </p:nvSpPr>
        <p:spPr>
          <a:xfrm xmlns:a="http://schemas.openxmlformats.org/drawingml/2006/main">
            <a:off x="400050" y="419100"/>
            <a:ext cx="11191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250" b="1">
                <a:solidFill>
                  <a:srgbClr val="183247"/>
                </a:solidFill>
              </a:defRPr>
            </a:pPr>
            <a:r>
              <a:rPr sz="2250" b="1">
                <a:solidFill>
                  <a:srgbClr val="183247"/>
                </a:solidFill>
              </a:rPr>
              <a:t>CHIEF 的关键选择：局部表征与整片推理分开预训练</a:t>
            </a:r>
          </a:p>
        </p:txBody>
      </p:sp>
      <p:sp>
        <p:nvSpPr>
          <p:cNvPr id="5" name="">
            <a:extLst xmlns:a="http://schemas.openxmlformats.org/drawingml/2006/main">
              <a:ext uri="{FF2B5EF4-FFF2-40B4-BE49-F238E27FC236}">
                <a16:creationId xmlns:a16="http://schemas.microsoft.com/office/drawing/2014/main" id="{7638F58D-A537-4D2C-B9EB-3B04B04865CE}"/>
              </a:ext>
            </a:extLst>
          </p:cNvPr>
          <p:cNvSpPr>
            <a:spLocks xmlns:a="http://schemas.openxmlformats.org/drawingml/2006/main" noGrp="1"/>
          </p:cNvSpPr>
          <p:nvPr/>
        </p:nvSpPr>
        <p:spPr>
          <a:xfrm xmlns:a="http://schemas.openxmlformats.org/drawingml/2006/main">
            <a:off x="400050" y="1009650"/>
            <a:ext cx="11391900" cy="9525"/>
          </a:xfrm>
          <a:prstGeom xmlns:a="http://schemas.openxmlformats.org/drawingml/2006/main" prst="rect">
            <a:avLst/>
          </a:prstGeom>
          <a:solidFill xmlns:a="http://schemas.openxmlformats.org/drawingml/2006/main">
            <a:srgbClr val="D8E2EA"/>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5320245-F433-42CA-8ABF-305A6178C278}"/>
              </a:ext>
            </a:extLst>
          </p:cNvPr>
          <p:cNvSpPr>
            <a:spLocks xmlns:a="http://schemas.openxmlformats.org/drawingml/2006/main" noGrp="1"/>
          </p:cNvSpPr>
          <p:nvPr/>
        </p:nvSpPr>
        <p:spPr>
          <a:xfrm xmlns:a="http://schemas.openxmlformats.org/drawingml/2006/main">
            <a:off x="11334750" y="6477000"/>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0">
                <a:solidFill>
                  <a:srgbClr val="687B8C"/>
                </a:solidFill>
              </a:defRPr>
            </a:pPr>
            <a:r>
              <a:rPr sz="900" b="0">
                <a:solidFill>
                  <a:srgbClr val="687B8C"/>
                </a:solidFill>
              </a:rPr>
              <a:t>04</a:t>
            </a:r>
          </a:p>
        </p:txBody>
      </p:sp>
      <p:sp>
        <p:nvSpPr>
          <p:cNvPr id="7" name="">
            <a:extLst xmlns:a="http://schemas.openxmlformats.org/drawingml/2006/main">
              <a:ext uri="{FF2B5EF4-FFF2-40B4-BE49-F238E27FC236}">
                <a16:creationId xmlns:a16="http://schemas.microsoft.com/office/drawing/2014/main" id="{41A8A2C5-6D92-4383-B26C-2544552E14C9}"/>
              </a:ext>
            </a:extLst>
          </p:cNvPr>
          <p:cNvSpPr>
            <a:spLocks xmlns:a="http://schemas.openxmlformats.org/drawingml/2006/main" noGrp="1"/>
          </p:cNvSpPr>
          <p:nvPr/>
        </p:nvSpPr>
        <p:spPr>
          <a:xfrm xmlns:a="http://schemas.openxmlformats.org/drawingml/2006/main">
            <a:off x="704850" y="1428750"/>
            <a:ext cx="4514850" cy="3676650"/>
          </a:xfrm>
          <a:prstGeom xmlns:a="http://schemas.openxmlformats.org/drawingml/2006/main" prst="roundRect">
            <a:avLst>
              <a:gd name="adj" fmla="val 4145"/>
            </a:avLst>
          </a:prstGeom>
          <a:solidFill xmlns:a="http://schemas.openxmlformats.org/drawingml/2006/main">
            <a:srgbClr val="EAF3F8"/>
          </a:solidFill>
          <a:ln xmlns:a="http://schemas.openxmlformats.org/drawingml/2006/main" w="9525">
            <a:solidFill>
              <a:srgbClr val="2D76A8"/>
            </a:solidFill>
            <a:prstDash val="solid"/>
          </a:ln>
        </p:spPr>
      </p:sp>
      <p:sp>
        <p:nvSpPr>
          <p:cNvPr id="8" name="">
            <a:extLst xmlns:a="http://schemas.openxmlformats.org/drawingml/2006/main">
              <a:ext uri="{FF2B5EF4-FFF2-40B4-BE49-F238E27FC236}">
                <a16:creationId xmlns:a16="http://schemas.microsoft.com/office/drawing/2014/main" id="{37E831F6-8DF3-499F-8D28-93926B2A3FB9}"/>
              </a:ext>
            </a:extLst>
          </p:cNvPr>
          <p:cNvSpPr>
            <a:spLocks xmlns:a="http://schemas.openxmlformats.org/drawingml/2006/main" noGrp="1"/>
          </p:cNvSpPr>
          <p:nvPr/>
        </p:nvSpPr>
        <p:spPr>
          <a:xfrm xmlns:a="http://schemas.openxmlformats.org/drawingml/2006/main">
            <a:off x="933450" y="1657350"/>
            <a:ext cx="1066800" cy="323850"/>
          </a:xfrm>
          <a:prstGeom xmlns:a="http://schemas.openxmlformats.org/drawingml/2006/main" prst="roundRect">
            <a:avLst>
              <a:gd name="adj" fmla="val 50000"/>
            </a:avLst>
          </a:prstGeom>
          <a:solidFill xmlns:a="http://schemas.openxmlformats.org/drawingml/2006/main">
            <a:srgbClr val="2D76A8"/>
          </a:solidFill>
          <a:ln xmlns:a="http://schemas.openxmlformats.org/drawingml/2006/main" w="9525">
            <a:solidFill>
              <a:srgbClr val="2D76A8"/>
            </a:solidFill>
            <a:prstDash val="solid"/>
          </a:ln>
        </p:spPr>
      </p:sp>
      <p:sp>
        <p:nvSpPr>
          <p:cNvPr id="9" name="">
            <a:extLst xmlns:a="http://schemas.openxmlformats.org/drawingml/2006/main">
              <a:ext uri="{FF2B5EF4-FFF2-40B4-BE49-F238E27FC236}">
                <a16:creationId xmlns:a16="http://schemas.microsoft.com/office/drawing/2014/main" id="{DEBFC260-2C45-4F27-A4E0-87F921ED5181}"/>
              </a:ext>
            </a:extLst>
          </p:cNvPr>
          <p:cNvSpPr>
            <a:spLocks xmlns:a="http://schemas.openxmlformats.org/drawingml/2006/main" noGrp="1"/>
          </p:cNvSpPr>
          <p:nvPr/>
        </p:nvSpPr>
        <p:spPr>
          <a:xfrm xmlns:a="http://schemas.openxmlformats.org/drawingml/2006/main">
            <a:off x="933450" y="1666875"/>
            <a:ext cx="10668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FFFFFF"/>
                </a:solidFill>
              </a:defRPr>
            </a:pPr>
            <a:r>
              <a:rPr sz="1200" b="1">
                <a:solidFill>
                  <a:srgbClr val="FFFFFF"/>
                </a:solidFill>
              </a:rPr>
              <a:t>STAGE 1</a:t>
            </a:r>
          </a:p>
        </p:txBody>
      </p:sp>
      <p:sp>
        <p:nvSpPr>
          <p:cNvPr id="10" name="">
            <a:extLst xmlns:a="http://schemas.openxmlformats.org/drawingml/2006/main">
              <a:ext uri="{FF2B5EF4-FFF2-40B4-BE49-F238E27FC236}">
                <a16:creationId xmlns:a16="http://schemas.microsoft.com/office/drawing/2014/main" id="{12BAD004-BC41-44D6-9421-942053FFFEB3}"/>
              </a:ext>
            </a:extLst>
          </p:cNvPr>
          <p:cNvSpPr>
            <a:spLocks xmlns:a="http://schemas.openxmlformats.org/drawingml/2006/main" noGrp="1"/>
          </p:cNvSpPr>
          <p:nvPr/>
        </p:nvSpPr>
        <p:spPr>
          <a:xfrm xmlns:a="http://schemas.openxmlformats.org/drawingml/2006/main">
            <a:off x="933450" y="2152650"/>
            <a:ext cx="3714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950" b="1">
                <a:solidFill>
                  <a:srgbClr val="174A74"/>
                </a:solidFill>
              </a:defRPr>
            </a:pPr>
            <a:r>
              <a:rPr sz="1950" b="1">
                <a:solidFill>
                  <a:srgbClr val="174A74"/>
                </a:solidFill>
              </a:rPr>
              <a:t>Tile 级无监督预训练</a:t>
            </a:r>
          </a:p>
        </p:txBody>
      </p:sp>
      <p:sp>
        <p:nvSpPr>
          <p:cNvPr id="11" name="">
            <a:extLst xmlns:a="http://schemas.openxmlformats.org/drawingml/2006/main">
              <a:ext uri="{FF2B5EF4-FFF2-40B4-BE49-F238E27FC236}">
                <a16:creationId xmlns:a16="http://schemas.microsoft.com/office/drawing/2014/main" id="{6690345A-3883-4708-B036-7D4F167CDE4A}"/>
              </a:ext>
            </a:extLst>
          </p:cNvPr>
          <p:cNvSpPr>
            <a:spLocks xmlns:a="http://schemas.openxmlformats.org/drawingml/2006/main" noGrp="1"/>
          </p:cNvSpPr>
          <p:nvPr/>
        </p:nvSpPr>
        <p:spPr>
          <a:xfrm xmlns:a="http://schemas.openxmlformats.org/drawingml/2006/main">
            <a:off x="933450" y="2628900"/>
            <a:ext cx="3714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183247"/>
                </a:solidFill>
              </a:defRPr>
            </a:pPr>
            <a:r>
              <a:rPr sz="1425" b="0">
                <a:solidFill>
                  <a:srgbClr val="183247"/>
                </a:solidFill>
              </a:rPr>
              <a:t>学习细胞、腺体、间质、染色等</a:t>
            </a:r>
          </a:p>
          <a:p xmlns:a="http://schemas.openxmlformats.org/drawingml/2006/main">
            <a:pPr algn="l">
              <a:defRPr sz="1425" b="0">
                <a:solidFill>
                  <a:srgbClr val="183247"/>
                </a:solidFill>
              </a:defRPr>
            </a:pPr>
            <a:r>
              <a:rPr sz="1425" b="0">
                <a:solidFill>
                  <a:srgbClr val="183247"/>
                </a:solidFill>
              </a:rPr>
              <a:t>局部形态表征</a:t>
            </a:r>
          </a:p>
        </p:txBody>
      </p:sp>
      <p:sp>
        <p:nvSpPr>
          <p:cNvPr id="12" name="">
            <a:extLst xmlns:a="http://schemas.openxmlformats.org/drawingml/2006/main">
              <a:ext uri="{FF2B5EF4-FFF2-40B4-BE49-F238E27FC236}">
                <a16:creationId xmlns:a16="http://schemas.microsoft.com/office/drawing/2014/main" id="{EBC7D5C2-5F37-4F69-8362-A7413601490A}"/>
              </a:ext>
            </a:extLst>
          </p:cNvPr>
          <p:cNvSpPr>
            <a:spLocks xmlns:a="http://schemas.openxmlformats.org/drawingml/2006/main" noGrp="1"/>
          </p:cNvSpPr>
          <p:nvPr/>
        </p:nvSpPr>
        <p:spPr>
          <a:xfrm xmlns:a="http://schemas.openxmlformats.org/drawingml/2006/main">
            <a:off x="933450" y="3600450"/>
            <a:ext cx="3714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687B8C"/>
                </a:solidFill>
              </a:defRPr>
            </a:pPr>
            <a:r>
              <a:rPr sz="1350" b="0">
                <a:solidFill>
                  <a:srgbClr val="687B8C"/>
                </a:solidFill>
              </a:rPr>
              <a:t>输入：单个 patch</a:t>
            </a:r>
          </a:p>
          <a:p xmlns:a="http://schemas.openxmlformats.org/drawingml/2006/main">
            <a:pPr algn="l">
              <a:defRPr sz="1350" b="0">
                <a:solidFill>
                  <a:srgbClr val="687B8C"/>
                </a:solidFill>
              </a:defRPr>
            </a:pPr>
            <a:r>
              <a:rPr sz="1350" b="0">
                <a:solidFill>
                  <a:srgbClr val="687B8C"/>
                </a:solidFill>
              </a:rPr>
              <a:t>输出：768 维 patch embedding</a:t>
            </a:r>
          </a:p>
        </p:txBody>
      </p:sp>
      <p:sp>
        <p:nvSpPr>
          <p:cNvPr id="13" name="">
            <a:extLst xmlns:a="http://schemas.openxmlformats.org/drawingml/2006/main">
              <a:ext uri="{FF2B5EF4-FFF2-40B4-BE49-F238E27FC236}">
                <a16:creationId xmlns:a16="http://schemas.microsoft.com/office/drawing/2014/main" id="{904D1E1D-E622-421E-87F0-5F8AFEC15675}"/>
              </a:ext>
            </a:extLst>
          </p:cNvPr>
          <p:cNvSpPr>
            <a:spLocks xmlns:a="http://schemas.openxmlformats.org/drawingml/2006/main" noGrp="1"/>
          </p:cNvSpPr>
          <p:nvPr/>
        </p:nvSpPr>
        <p:spPr>
          <a:xfrm xmlns:a="http://schemas.openxmlformats.org/drawingml/2006/main">
            <a:off x="6724650" y="1428750"/>
            <a:ext cx="4514850" cy="3676650"/>
          </a:xfrm>
          <a:prstGeom xmlns:a="http://schemas.openxmlformats.org/drawingml/2006/main" prst="roundRect">
            <a:avLst>
              <a:gd name="adj" fmla="val 4145"/>
            </a:avLst>
          </a:prstGeom>
          <a:solidFill xmlns:a="http://schemas.openxmlformats.org/drawingml/2006/main">
            <a:srgbClr val="E9F7F4"/>
          </a:solidFill>
          <a:ln xmlns:a="http://schemas.openxmlformats.org/drawingml/2006/main" w="9525">
            <a:solidFill>
              <a:srgbClr val="28A99E"/>
            </a:solidFill>
            <a:prstDash val="solid"/>
          </a:ln>
        </p:spPr>
      </p:sp>
      <p:sp>
        <p:nvSpPr>
          <p:cNvPr id="14" name="">
            <a:extLst xmlns:a="http://schemas.openxmlformats.org/drawingml/2006/main">
              <a:ext uri="{FF2B5EF4-FFF2-40B4-BE49-F238E27FC236}">
                <a16:creationId xmlns:a16="http://schemas.microsoft.com/office/drawing/2014/main" id="{0969BA76-22F2-47C9-A859-DC8154DA9AF0}"/>
              </a:ext>
            </a:extLst>
          </p:cNvPr>
          <p:cNvSpPr>
            <a:spLocks xmlns:a="http://schemas.openxmlformats.org/drawingml/2006/main" noGrp="1"/>
          </p:cNvSpPr>
          <p:nvPr/>
        </p:nvSpPr>
        <p:spPr>
          <a:xfrm xmlns:a="http://schemas.openxmlformats.org/drawingml/2006/main">
            <a:off x="6953250" y="1657350"/>
            <a:ext cx="1066800" cy="323850"/>
          </a:xfrm>
          <a:prstGeom xmlns:a="http://schemas.openxmlformats.org/drawingml/2006/main" prst="roundRect">
            <a:avLst>
              <a:gd name="adj" fmla="val 50000"/>
            </a:avLst>
          </a:prstGeom>
          <a:solidFill xmlns:a="http://schemas.openxmlformats.org/drawingml/2006/main">
            <a:srgbClr val="28A99E"/>
          </a:solidFill>
          <a:ln xmlns:a="http://schemas.openxmlformats.org/drawingml/2006/main" w="9525">
            <a:solidFill>
              <a:srgbClr val="28A99E"/>
            </a:solidFill>
            <a:prstDash val="solid"/>
          </a:ln>
        </p:spPr>
      </p:sp>
      <p:sp>
        <p:nvSpPr>
          <p:cNvPr id="15" name="">
            <a:extLst xmlns:a="http://schemas.openxmlformats.org/drawingml/2006/main">
              <a:ext uri="{FF2B5EF4-FFF2-40B4-BE49-F238E27FC236}">
                <a16:creationId xmlns:a16="http://schemas.microsoft.com/office/drawing/2014/main" id="{22F3B29E-1C12-46C9-B5EB-D1351A7BE1ED}"/>
              </a:ext>
            </a:extLst>
          </p:cNvPr>
          <p:cNvSpPr>
            <a:spLocks xmlns:a="http://schemas.openxmlformats.org/drawingml/2006/main" noGrp="1"/>
          </p:cNvSpPr>
          <p:nvPr/>
        </p:nvSpPr>
        <p:spPr>
          <a:xfrm xmlns:a="http://schemas.openxmlformats.org/drawingml/2006/main">
            <a:off x="6953250" y="1666875"/>
            <a:ext cx="10668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FFFFFF"/>
                </a:solidFill>
              </a:defRPr>
            </a:pPr>
            <a:r>
              <a:rPr sz="1200" b="1">
                <a:solidFill>
                  <a:srgbClr val="FFFFFF"/>
                </a:solidFill>
              </a:rPr>
              <a:t>STAGE 2</a:t>
            </a:r>
          </a:p>
        </p:txBody>
      </p:sp>
      <p:sp>
        <p:nvSpPr>
          <p:cNvPr id="16" name="">
            <a:extLst xmlns:a="http://schemas.openxmlformats.org/drawingml/2006/main">
              <a:ext uri="{FF2B5EF4-FFF2-40B4-BE49-F238E27FC236}">
                <a16:creationId xmlns:a16="http://schemas.microsoft.com/office/drawing/2014/main" id="{6813EDE8-5DA2-421A-959B-65FB74F44395}"/>
              </a:ext>
            </a:extLst>
          </p:cNvPr>
          <p:cNvSpPr>
            <a:spLocks xmlns:a="http://schemas.openxmlformats.org/drawingml/2006/main" noGrp="1"/>
          </p:cNvSpPr>
          <p:nvPr/>
        </p:nvSpPr>
        <p:spPr>
          <a:xfrm xmlns:a="http://schemas.openxmlformats.org/drawingml/2006/main">
            <a:off x="6953250" y="2152650"/>
            <a:ext cx="3714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950" b="1">
                <a:solidFill>
                  <a:srgbClr val="28A99E"/>
                </a:solidFill>
              </a:defRPr>
            </a:pPr>
            <a:r>
              <a:rPr sz="1950" b="1">
                <a:solidFill>
                  <a:srgbClr val="28A99E"/>
                </a:solidFill>
              </a:rPr>
              <a:t>WSI 级弱监督预训练</a:t>
            </a:r>
          </a:p>
        </p:txBody>
      </p:sp>
      <p:sp>
        <p:nvSpPr>
          <p:cNvPr id="17" name="">
            <a:extLst xmlns:a="http://schemas.openxmlformats.org/drawingml/2006/main">
              <a:ext uri="{FF2B5EF4-FFF2-40B4-BE49-F238E27FC236}">
                <a16:creationId xmlns:a16="http://schemas.microsoft.com/office/drawing/2014/main" id="{6EAAF9C2-9FF8-428F-935B-2AA4D7373CE0}"/>
              </a:ext>
            </a:extLst>
          </p:cNvPr>
          <p:cNvSpPr>
            <a:spLocks xmlns:a="http://schemas.openxmlformats.org/drawingml/2006/main" noGrp="1"/>
          </p:cNvSpPr>
          <p:nvPr/>
        </p:nvSpPr>
        <p:spPr>
          <a:xfrm xmlns:a="http://schemas.openxmlformats.org/drawingml/2006/main">
            <a:off x="6953250" y="2628900"/>
            <a:ext cx="3714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183247"/>
                </a:solidFill>
              </a:defRPr>
            </a:pPr>
            <a:r>
              <a:rPr sz="1425" b="0">
                <a:solidFill>
                  <a:srgbClr val="183247"/>
                </a:solidFill>
              </a:rPr>
              <a:t>用 slide 标签学习跨 patch 的</a:t>
            </a:r>
          </a:p>
          <a:p xmlns:a="http://schemas.openxmlformats.org/drawingml/2006/main">
            <a:pPr algn="l">
              <a:defRPr sz="1425" b="0">
                <a:solidFill>
                  <a:srgbClr val="183247"/>
                </a:solidFill>
              </a:defRPr>
            </a:pPr>
            <a:r>
              <a:rPr sz="1425" b="0">
                <a:solidFill>
                  <a:srgbClr val="183247"/>
                </a:solidFill>
              </a:rPr>
              <a:t>整体模式与关键证据</a:t>
            </a:r>
          </a:p>
        </p:txBody>
      </p:sp>
      <p:sp>
        <p:nvSpPr>
          <p:cNvPr id="18" name="">
            <a:extLst xmlns:a="http://schemas.openxmlformats.org/drawingml/2006/main">
              <a:ext uri="{FF2B5EF4-FFF2-40B4-BE49-F238E27FC236}">
                <a16:creationId xmlns:a16="http://schemas.microsoft.com/office/drawing/2014/main" id="{EB246F6E-315F-4FE5-9479-CC756FC7A366}"/>
              </a:ext>
            </a:extLst>
          </p:cNvPr>
          <p:cNvSpPr>
            <a:spLocks xmlns:a="http://schemas.openxmlformats.org/drawingml/2006/main" noGrp="1"/>
          </p:cNvSpPr>
          <p:nvPr/>
        </p:nvSpPr>
        <p:spPr>
          <a:xfrm xmlns:a="http://schemas.openxmlformats.org/drawingml/2006/main">
            <a:off x="6953250" y="3600450"/>
            <a:ext cx="3714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687B8C"/>
                </a:solidFill>
              </a:defRPr>
            </a:pPr>
            <a:r>
              <a:rPr sz="1350" b="0">
                <a:solidFill>
                  <a:srgbClr val="687B8C"/>
                </a:solidFill>
              </a:rPr>
              <a:t>输入：N 个 patch embedding</a:t>
            </a:r>
          </a:p>
          <a:p xmlns:a="http://schemas.openxmlformats.org/drawingml/2006/main">
            <a:pPr algn="l">
              <a:defRPr sz="1350" b="0">
                <a:solidFill>
                  <a:srgbClr val="687B8C"/>
                </a:solidFill>
              </a:defRPr>
            </a:pPr>
            <a:r>
              <a:rPr sz="1350" b="0">
                <a:solidFill>
                  <a:srgbClr val="687B8C"/>
                </a:solidFill>
              </a:rPr>
              <a:t>输出：slide embedding + prediction</a:t>
            </a:r>
          </a:p>
        </p:txBody>
      </p:sp>
      <p:sp>
        <p:nvSpPr>
          <p:cNvPr id="19" name="">
            <a:extLst xmlns:a="http://schemas.openxmlformats.org/drawingml/2006/main">
              <a:ext uri="{FF2B5EF4-FFF2-40B4-BE49-F238E27FC236}">
                <a16:creationId xmlns:a16="http://schemas.microsoft.com/office/drawing/2014/main" id="{0B0F1DAB-A09C-451C-8D7A-4437C185356A}"/>
              </a:ext>
            </a:extLst>
          </p:cNvPr>
          <p:cNvSpPr>
            <a:spLocks xmlns:a="http://schemas.openxmlformats.org/drawingml/2006/main" noGrp="1"/>
          </p:cNvSpPr>
          <p:nvPr/>
        </p:nvSpPr>
        <p:spPr>
          <a:xfrm xmlns:a="http://schemas.openxmlformats.org/drawingml/2006/main">
            <a:off x="5524500" y="2952750"/>
            <a:ext cx="876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4200" b="1">
                <a:solidFill>
                  <a:srgbClr val="F0A24A"/>
                </a:solidFill>
              </a:defRPr>
            </a:pPr>
            <a:r>
              <a:rPr sz="4200" b="1">
                <a:solidFill>
                  <a:srgbClr val="F0A24A"/>
                </a:solidFill>
              </a:rPr>
              <a:t>→</a:t>
            </a:r>
          </a:p>
        </p:txBody>
      </p:sp>
      <p:sp>
        <p:nvSpPr>
          <p:cNvPr id="20" name="">
            <a:extLst xmlns:a="http://schemas.openxmlformats.org/drawingml/2006/main">
              <a:ext uri="{FF2B5EF4-FFF2-40B4-BE49-F238E27FC236}">
                <a16:creationId xmlns:a16="http://schemas.microsoft.com/office/drawing/2014/main" id="{F9B4B4A8-1633-4C8B-B031-C4C240A61CC9}"/>
              </a:ext>
            </a:extLst>
          </p:cNvPr>
          <p:cNvSpPr>
            <a:spLocks xmlns:a="http://schemas.openxmlformats.org/drawingml/2006/main" noGrp="1"/>
          </p:cNvSpPr>
          <p:nvPr/>
        </p:nvSpPr>
        <p:spPr>
          <a:xfrm xmlns:a="http://schemas.openxmlformats.org/drawingml/2006/main">
            <a:off x="3505200" y="5476875"/>
            <a:ext cx="5181600" cy="476250"/>
          </a:xfrm>
          <a:prstGeom xmlns:a="http://schemas.openxmlformats.org/drawingml/2006/main" prst="roundRect">
            <a:avLst>
              <a:gd name="adj" fmla="val 50000"/>
            </a:avLst>
          </a:prstGeom>
          <a:solidFill xmlns:a="http://schemas.openxmlformats.org/drawingml/2006/main">
            <a:srgbClr val="0F3555"/>
          </a:solidFill>
          <a:ln xmlns:a="http://schemas.openxmlformats.org/drawingml/2006/main" w="0">
            <a:solidFill>
              <a:srgbClr val="0F3555"/>
            </a:solidFill>
            <a:prstDash val="solid"/>
          </a:ln>
        </p:spPr>
      </p:sp>
      <p:sp>
        <p:nvSpPr>
          <p:cNvPr id="21" name="">
            <a:extLst xmlns:a="http://schemas.openxmlformats.org/drawingml/2006/main">
              <a:ext uri="{FF2B5EF4-FFF2-40B4-BE49-F238E27FC236}">
                <a16:creationId xmlns:a16="http://schemas.microsoft.com/office/drawing/2014/main" id="{67D86CC5-7D7F-42BC-8F4A-69A9FD288EE2}"/>
              </a:ext>
            </a:extLst>
          </p:cNvPr>
          <p:cNvSpPr>
            <a:spLocks xmlns:a="http://schemas.openxmlformats.org/drawingml/2006/main" noGrp="1"/>
          </p:cNvSpPr>
          <p:nvPr/>
        </p:nvSpPr>
        <p:spPr>
          <a:xfrm xmlns:a="http://schemas.openxmlformats.org/drawingml/2006/main">
            <a:off x="3619500" y="5543550"/>
            <a:ext cx="495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FFFFFF"/>
                </a:solidFill>
              </a:defRPr>
            </a:pPr>
            <a:r>
              <a:rPr sz="1500" b="1">
                <a:solidFill>
                  <a:srgbClr val="FFFFFF"/>
                </a:solidFill>
              </a:rPr>
              <a:t>局部可迁移表征  +  全局任务相关聚合</a:t>
            </a:r>
          </a:p>
        </p:txBody>
      </p:sp>
    </p:spTree>
    <p:extLst>
      <p:ext uri="{BB962C8B-B14F-4D97-AF65-F5344CB8AC3E}">
        <p14:creationId xmlns:p14="http://schemas.microsoft.com/office/powerpoint/2010/main" val="122233411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7E6A1AA0-D187-4770-944E-D89808CF83E8}"/>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174A7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BFB9A21-7174-4C4A-803C-B49FC557A5E0}"/>
              </a:ext>
            </a:extLst>
          </p:cNvPr>
          <p:cNvSpPr>
            <a:spLocks xmlns:a="http://schemas.openxmlformats.org/drawingml/2006/main" noGrp="1"/>
          </p:cNvSpPr>
          <p:nvPr/>
        </p:nvSpPr>
        <p:spPr>
          <a:xfrm xmlns:a="http://schemas.openxmlformats.org/drawingml/2006/main">
            <a:off x="400050" y="19050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D76A8"/>
                </a:solidFill>
              </a:defRPr>
            </a:pPr>
            <a:r>
              <a:rPr sz="975" b="1">
                <a:solidFill>
                  <a:srgbClr val="2D76A8"/>
                </a:solidFill>
              </a:rPr>
              <a:t>02 · 论文信息</a:t>
            </a:r>
          </a:p>
        </p:txBody>
      </p:sp>
      <p:sp>
        <p:nvSpPr>
          <p:cNvPr id="3" name="">
            <a:extLst xmlns:a="http://schemas.openxmlformats.org/drawingml/2006/main">
              <a:ext uri="{FF2B5EF4-FFF2-40B4-BE49-F238E27FC236}">
                <a16:creationId xmlns:a16="http://schemas.microsoft.com/office/drawing/2014/main" id="{8F1B5D8A-75BA-4B31-8E73-B4528F8E6E05}"/>
              </a:ext>
            </a:extLst>
          </p:cNvPr>
          <p:cNvSpPr>
            <a:spLocks xmlns:a="http://schemas.openxmlformats.org/drawingml/2006/main" noGrp="1"/>
          </p:cNvSpPr>
          <p:nvPr/>
        </p:nvSpPr>
        <p:spPr>
          <a:xfrm xmlns:a="http://schemas.openxmlformats.org/drawingml/2006/main">
            <a:off x="7810500" y="171450"/>
            <a:ext cx="3905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687B8C"/>
                </a:solidFill>
              </a:defRPr>
            </a:pPr>
            <a:r>
              <a:rPr sz="825" b="0">
                <a:solidFill>
                  <a:srgbClr val="687B8C"/>
                </a:solidFill>
              </a:rPr>
              <a:t>doi.org/10.1038/s41586-024-07894-z</a:t>
            </a:r>
          </a:p>
        </p:txBody>
      </p:sp>
      <p:sp>
        <p:nvSpPr>
          <p:cNvPr id="4" name="">
            <a:extLst xmlns:a="http://schemas.openxmlformats.org/drawingml/2006/main">
              <a:ext uri="{FF2B5EF4-FFF2-40B4-BE49-F238E27FC236}">
                <a16:creationId xmlns:a16="http://schemas.microsoft.com/office/drawing/2014/main" id="{A4166F51-904B-4CD3-9841-DB75366FADC8}"/>
              </a:ext>
            </a:extLst>
          </p:cNvPr>
          <p:cNvSpPr>
            <a:spLocks xmlns:a="http://schemas.openxmlformats.org/drawingml/2006/main" noGrp="1"/>
          </p:cNvSpPr>
          <p:nvPr/>
        </p:nvSpPr>
        <p:spPr>
          <a:xfrm xmlns:a="http://schemas.openxmlformats.org/drawingml/2006/main">
            <a:off x="400050" y="419100"/>
            <a:ext cx="11191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250" b="1">
                <a:solidFill>
                  <a:srgbClr val="183247"/>
                </a:solidFill>
              </a:defRPr>
            </a:pPr>
            <a:r>
              <a:rPr sz="2250" b="1">
                <a:solidFill>
                  <a:srgbClr val="183247"/>
                </a:solidFill>
              </a:rPr>
              <a:t>数据规模与完整出处说明它为什么是一项基础模型工作</a:t>
            </a:r>
          </a:p>
        </p:txBody>
      </p:sp>
      <p:sp>
        <p:nvSpPr>
          <p:cNvPr id="5" name="">
            <a:extLst xmlns:a="http://schemas.openxmlformats.org/drawingml/2006/main">
              <a:ext uri="{FF2B5EF4-FFF2-40B4-BE49-F238E27FC236}">
                <a16:creationId xmlns:a16="http://schemas.microsoft.com/office/drawing/2014/main" id="{538D5C52-C66A-4C93-B462-0D38B2068D87}"/>
              </a:ext>
            </a:extLst>
          </p:cNvPr>
          <p:cNvSpPr>
            <a:spLocks xmlns:a="http://schemas.openxmlformats.org/drawingml/2006/main" noGrp="1"/>
          </p:cNvSpPr>
          <p:nvPr/>
        </p:nvSpPr>
        <p:spPr>
          <a:xfrm xmlns:a="http://schemas.openxmlformats.org/drawingml/2006/main">
            <a:off x="400050" y="1009650"/>
            <a:ext cx="11391900" cy="9525"/>
          </a:xfrm>
          <a:prstGeom xmlns:a="http://schemas.openxmlformats.org/drawingml/2006/main" prst="rect">
            <a:avLst/>
          </a:prstGeom>
          <a:solidFill xmlns:a="http://schemas.openxmlformats.org/drawingml/2006/main">
            <a:srgbClr val="D8E2EA"/>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757FD78-01C0-4A3D-84EC-09F1A1EA5579}"/>
              </a:ext>
            </a:extLst>
          </p:cNvPr>
          <p:cNvSpPr>
            <a:spLocks xmlns:a="http://schemas.openxmlformats.org/drawingml/2006/main" noGrp="1"/>
          </p:cNvSpPr>
          <p:nvPr/>
        </p:nvSpPr>
        <p:spPr>
          <a:xfrm xmlns:a="http://schemas.openxmlformats.org/drawingml/2006/main">
            <a:off x="11334750" y="6477000"/>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0">
                <a:solidFill>
                  <a:srgbClr val="687B8C"/>
                </a:solidFill>
              </a:defRPr>
            </a:pPr>
            <a:r>
              <a:rPr sz="900" b="0">
                <a:solidFill>
                  <a:srgbClr val="687B8C"/>
                </a:solidFill>
              </a:rPr>
              <a:t>05</a:t>
            </a:r>
          </a:p>
        </p:txBody>
      </p:sp>
      <p:sp>
        <p:nvSpPr>
          <p:cNvPr id="7" name="">
            <a:extLst xmlns:a="http://schemas.openxmlformats.org/drawingml/2006/main">
              <a:ext uri="{FF2B5EF4-FFF2-40B4-BE49-F238E27FC236}">
                <a16:creationId xmlns:a16="http://schemas.microsoft.com/office/drawing/2014/main" id="{CC623305-820D-4586-9BB9-171BE821ED21}"/>
              </a:ext>
            </a:extLst>
          </p:cNvPr>
          <p:cNvSpPr>
            <a:spLocks xmlns:a="http://schemas.openxmlformats.org/drawingml/2006/main" noGrp="1"/>
          </p:cNvSpPr>
          <p:nvPr/>
        </p:nvSpPr>
        <p:spPr>
          <a:xfrm xmlns:a="http://schemas.openxmlformats.org/drawingml/2006/main">
            <a:off x="571500" y="1390650"/>
            <a:ext cx="2095500" cy="1104900"/>
          </a:xfrm>
          <a:prstGeom xmlns:a="http://schemas.openxmlformats.org/drawingml/2006/main" prst="roundRect">
            <a:avLst>
              <a:gd name="adj" fmla="val 10345"/>
            </a:avLst>
          </a:prstGeom>
          <a:solidFill xmlns:a="http://schemas.openxmlformats.org/drawingml/2006/main">
            <a:srgbClr val="EAF3F8"/>
          </a:solidFill>
          <a:ln xmlns:a="http://schemas.openxmlformats.org/drawingml/2006/main" w="0">
            <a:solidFill>
              <a:srgbClr val="EAF3F8"/>
            </a:solidFill>
            <a:prstDash val="solid"/>
          </a:ln>
        </p:spPr>
      </p:sp>
      <p:sp>
        <p:nvSpPr>
          <p:cNvPr id="8" name="">
            <a:extLst xmlns:a="http://schemas.openxmlformats.org/drawingml/2006/main">
              <a:ext uri="{FF2B5EF4-FFF2-40B4-BE49-F238E27FC236}">
                <a16:creationId xmlns:a16="http://schemas.microsoft.com/office/drawing/2014/main" id="{32ACC2FA-BD09-4121-AC07-C90911EE4FDE}"/>
              </a:ext>
            </a:extLst>
          </p:cNvPr>
          <p:cNvSpPr>
            <a:spLocks xmlns:a="http://schemas.openxmlformats.org/drawingml/2006/main" noGrp="1"/>
          </p:cNvSpPr>
          <p:nvPr/>
        </p:nvSpPr>
        <p:spPr>
          <a:xfrm xmlns:a="http://schemas.openxmlformats.org/drawingml/2006/main">
            <a:off x="723900" y="1485900"/>
            <a:ext cx="1790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687B8C"/>
                </a:solidFill>
              </a:defRPr>
            </a:pPr>
            <a:r>
              <a:rPr sz="1050" b="1">
                <a:solidFill>
                  <a:srgbClr val="687B8C"/>
                </a:solidFill>
              </a:rPr>
              <a:t>预训练 WSI</a:t>
            </a:r>
          </a:p>
        </p:txBody>
      </p:sp>
      <p:sp>
        <p:nvSpPr>
          <p:cNvPr id="9" name="">
            <a:extLst xmlns:a="http://schemas.openxmlformats.org/drawingml/2006/main">
              <a:ext uri="{FF2B5EF4-FFF2-40B4-BE49-F238E27FC236}">
                <a16:creationId xmlns:a16="http://schemas.microsoft.com/office/drawing/2014/main" id="{CEB176FC-0426-4D82-9BA3-7C5C54E1B684}"/>
              </a:ext>
            </a:extLst>
          </p:cNvPr>
          <p:cNvSpPr>
            <a:spLocks xmlns:a="http://schemas.openxmlformats.org/drawingml/2006/main" noGrp="1"/>
          </p:cNvSpPr>
          <p:nvPr/>
        </p:nvSpPr>
        <p:spPr>
          <a:xfrm xmlns:a="http://schemas.openxmlformats.org/drawingml/2006/main">
            <a:off x="723900" y="1714500"/>
            <a:ext cx="17907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325" b="1">
                <a:solidFill>
                  <a:srgbClr val="174A74"/>
                </a:solidFill>
              </a:defRPr>
            </a:pPr>
            <a:r>
              <a:rPr sz="2325" b="1">
                <a:solidFill>
                  <a:srgbClr val="174A74"/>
                </a:solidFill>
              </a:rPr>
              <a:t>60,530</a:t>
            </a:r>
          </a:p>
        </p:txBody>
      </p:sp>
      <p:sp>
        <p:nvSpPr>
          <p:cNvPr id="10" name="">
            <a:extLst xmlns:a="http://schemas.openxmlformats.org/drawingml/2006/main">
              <a:ext uri="{FF2B5EF4-FFF2-40B4-BE49-F238E27FC236}">
                <a16:creationId xmlns:a16="http://schemas.microsoft.com/office/drawing/2014/main" id="{1C06D1E4-0943-4EE3-BC0A-1D5F03CF0F83}"/>
              </a:ext>
            </a:extLst>
          </p:cNvPr>
          <p:cNvSpPr>
            <a:spLocks xmlns:a="http://schemas.openxmlformats.org/drawingml/2006/main" noGrp="1"/>
          </p:cNvSpPr>
          <p:nvPr/>
        </p:nvSpPr>
        <p:spPr>
          <a:xfrm xmlns:a="http://schemas.openxmlformats.org/drawingml/2006/main">
            <a:off x="723900" y="2171700"/>
            <a:ext cx="1790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687B8C"/>
                </a:solidFill>
              </a:defRPr>
            </a:pPr>
            <a:r>
              <a:rPr sz="975" b="0">
                <a:solidFill>
                  <a:srgbClr val="687B8C"/>
                </a:solidFill>
              </a:rPr>
              <a:t>覆盖多中心病理数据</a:t>
            </a:r>
          </a:p>
        </p:txBody>
      </p:sp>
      <p:sp>
        <p:nvSpPr>
          <p:cNvPr id="11" name="">
            <a:extLst xmlns:a="http://schemas.openxmlformats.org/drawingml/2006/main">
              <a:ext uri="{FF2B5EF4-FFF2-40B4-BE49-F238E27FC236}">
                <a16:creationId xmlns:a16="http://schemas.microsoft.com/office/drawing/2014/main" id="{EBBEE1ED-7B3B-497B-B348-B99E16CFCB47}"/>
              </a:ext>
            </a:extLst>
          </p:cNvPr>
          <p:cNvSpPr>
            <a:spLocks xmlns:a="http://schemas.openxmlformats.org/drawingml/2006/main" noGrp="1"/>
          </p:cNvSpPr>
          <p:nvPr/>
        </p:nvSpPr>
        <p:spPr>
          <a:xfrm xmlns:a="http://schemas.openxmlformats.org/drawingml/2006/main">
            <a:off x="2857500" y="1390650"/>
            <a:ext cx="2095500" cy="1104900"/>
          </a:xfrm>
          <a:prstGeom xmlns:a="http://schemas.openxmlformats.org/drawingml/2006/main" prst="roundRect">
            <a:avLst>
              <a:gd name="adj" fmla="val 10345"/>
            </a:avLst>
          </a:prstGeom>
          <a:solidFill xmlns:a="http://schemas.openxmlformats.org/drawingml/2006/main">
            <a:srgbClr val="E9F7F4"/>
          </a:solidFill>
          <a:ln xmlns:a="http://schemas.openxmlformats.org/drawingml/2006/main" w="0">
            <a:solidFill>
              <a:srgbClr val="E9F7F4"/>
            </a:solidFill>
            <a:prstDash val="solid"/>
          </a:ln>
        </p:spPr>
      </p:sp>
      <p:sp>
        <p:nvSpPr>
          <p:cNvPr id="12" name="">
            <a:extLst xmlns:a="http://schemas.openxmlformats.org/drawingml/2006/main">
              <a:ext uri="{FF2B5EF4-FFF2-40B4-BE49-F238E27FC236}">
                <a16:creationId xmlns:a16="http://schemas.microsoft.com/office/drawing/2014/main" id="{96E32F71-7223-4141-9C9B-C78062118F6A}"/>
              </a:ext>
            </a:extLst>
          </p:cNvPr>
          <p:cNvSpPr>
            <a:spLocks xmlns:a="http://schemas.openxmlformats.org/drawingml/2006/main" noGrp="1"/>
          </p:cNvSpPr>
          <p:nvPr/>
        </p:nvSpPr>
        <p:spPr>
          <a:xfrm xmlns:a="http://schemas.openxmlformats.org/drawingml/2006/main">
            <a:off x="3009900" y="1485900"/>
            <a:ext cx="1790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687B8C"/>
                </a:solidFill>
              </a:defRPr>
            </a:pPr>
            <a:r>
              <a:rPr sz="1050" b="1">
                <a:solidFill>
                  <a:srgbClr val="687B8C"/>
                </a:solidFill>
              </a:rPr>
              <a:t>解剖部位</a:t>
            </a:r>
          </a:p>
        </p:txBody>
      </p:sp>
      <p:sp>
        <p:nvSpPr>
          <p:cNvPr id="13" name="">
            <a:extLst xmlns:a="http://schemas.openxmlformats.org/drawingml/2006/main">
              <a:ext uri="{FF2B5EF4-FFF2-40B4-BE49-F238E27FC236}">
                <a16:creationId xmlns:a16="http://schemas.microsoft.com/office/drawing/2014/main" id="{919741A9-D182-46C2-B63B-EF4851150F5F}"/>
              </a:ext>
            </a:extLst>
          </p:cNvPr>
          <p:cNvSpPr>
            <a:spLocks xmlns:a="http://schemas.openxmlformats.org/drawingml/2006/main" noGrp="1"/>
          </p:cNvSpPr>
          <p:nvPr/>
        </p:nvSpPr>
        <p:spPr>
          <a:xfrm xmlns:a="http://schemas.openxmlformats.org/drawingml/2006/main">
            <a:off x="3009900" y="1714500"/>
            <a:ext cx="17907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325" b="1">
                <a:solidFill>
                  <a:srgbClr val="28A99E"/>
                </a:solidFill>
              </a:defRPr>
            </a:pPr>
            <a:r>
              <a:rPr sz="2325" b="1">
                <a:solidFill>
                  <a:srgbClr val="28A99E"/>
                </a:solidFill>
              </a:rPr>
              <a:t>19</a:t>
            </a:r>
          </a:p>
        </p:txBody>
      </p:sp>
      <p:sp>
        <p:nvSpPr>
          <p:cNvPr id="14" name="">
            <a:extLst xmlns:a="http://schemas.openxmlformats.org/drawingml/2006/main">
              <a:ext uri="{FF2B5EF4-FFF2-40B4-BE49-F238E27FC236}">
                <a16:creationId xmlns:a16="http://schemas.microsoft.com/office/drawing/2014/main" id="{0BE8DDA1-1454-492F-9EDC-19B07BFF51CC}"/>
              </a:ext>
            </a:extLst>
          </p:cNvPr>
          <p:cNvSpPr>
            <a:spLocks xmlns:a="http://schemas.openxmlformats.org/drawingml/2006/main" noGrp="1"/>
          </p:cNvSpPr>
          <p:nvPr/>
        </p:nvSpPr>
        <p:spPr>
          <a:xfrm xmlns:a="http://schemas.openxmlformats.org/drawingml/2006/main">
            <a:off x="3009900" y="2171700"/>
            <a:ext cx="1790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687B8C"/>
                </a:solidFill>
              </a:defRPr>
            </a:pPr>
            <a:r>
              <a:rPr sz="975" b="0">
                <a:solidFill>
                  <a:srgbClr val="687B8C"/>
                </a:solidFill>
              </a:rPr>
              <a:t>器官文本先验的类别数</a:t>
            </a:r>
          </a:p>
        </p:txBody>
      </p:sp>
      <p:sp>
        <p:nvSpPr>
          <p:cNvPr id="15" name="">
            <a:extLst xmlns:a="http://schemas.openxmlformats.org/drawingml/2006/main">
              <a:ext uri="{FF2B5EF4-FFF2-40B4-BE49-F238E27FC236}">
                <a16:creationId xmlns:a16="http://schemas.microsoft.com/office/drawing/2014/main" id="{9155043F-A235-4999-BCA3-9181E6CAA9FC}"/>
              </a:ext>
            </a:extLst>
          </p:cNvPr>
          <p:cNvSpPr>
            <a:spLocks xmlns:a="http://schemas.openxmlformats.org/drawingml/2006/main" noGrp="1"/>
          </p:cNvSpPr>
          <p:nvPr/>
        </p:nvSpPr>
        <p:spPr>
          <a:xfrm xmlns:a="http://schemas.openxmlformats.org/drawingml/2006/main">
            <a:off x="5143500" y="1390650"/>
            <a:ext cx="2095500" cy="1104900"/>
          </a:xfrm>
          <a:prstGeom xmlns:a="http://schemas.openxmlformats.org/drawingml/2006/main" prst="roundRect">
            <a:avLst>
              <a:gd name="adj" fmla="val 10345"/>
            </a:avLst>
          </a:prstGeom>
          <a:solidFill xmlns:a="http://schemas.openxmlformats.org/drawingml/2006/main">
            <a:srgbClr val="FFF4E7"/>
          </a:solidFill>
          <a:ln xmlns:a="http://schemas.openxmlformats.org/drawingml/2006/main" w="0">
            <a:solidFill>
              <a:srgbClr val="FFF4E7"/>
            </a:solidFill>
            <a:prstDash val="solid"/>
          </a:ln>
        </p:spPr>
      </p:sp>
      <p:sp>
        <p:nvSpPr>
          <p:cNvPr id="16" name="">
            <a:extLst xmlns:a="http://schemas.openxmlformats.org/drawingml/2006/main">
              <a:ext uri="{FF2B5EF4-FFF2-40B4-BE49-F238E27FC236}">
                <a16:creationId xmlns:a16="http://schemas.microsoft.com/office/drawing/2014/main" id="{DBBE83DA-DE7D-48B0-A0EF-D773AFC080BD}"/>
              </a:ext>
            </a:extLst>
          </p:cNvPr>
          <p:cNvSpPr>
            <a:spLocks xmlns:a="http://schemas.openxmlformats.org/drawingml/2006/main" noGrp="1"/>
          </p:cNvSpPr>
          <p:nvPr/>
        </p:nvSpPr>
        <p:spPr>
          <a:xfrm xmlns:a="http://schemas.openxmlformats.org/drawingml/2006/main">
            <a:off x="5295900" y="1485900"/>
            <a:ext cx="1790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687B8C"/>
                </a:solidFill>
              </a:defRPr>
            </a:pPr>
            <a:r>
              <a:rPr sz="1050" b="1">
                <a:solidFill>
                  <a:srgbClr val="687B8C"/>
                </a:solidFill>
              </a:rPr>
              <a:t>图像规模</a:t>
            </a:r>
          </a:p>
        </p:txBody>
      </p:sp>
      <p:sp>
        <p:nvSpPr>
          <p:cNvPr id="17" name="">
            <a:extLst xmlns:a="http://schemas.openxmlformats.org/drawingml/2006/main">
              <a:ext uri="{FF2B5EF4-FFF2-40B4-BE49-F238E27FC236}">
                <a16:creationId xmlns:a16="http://schemas.microsoft.com/office/drawing/2014/main" id="{C3D348A9-0116-4351-A0F4-64ECE411E0A6}"/>
              </a:ext>
            </a:extLst>
          </p:cNvPr>
          <p:cNvSpPr>
            <a:spLocks xmlns:a="http://schemas.openxmlformats.org/drawingml/2006/main" noGrp="1"/>
          </p:cNvSpPr>
          <p:nvPr/>
        </p:nvSpPr>
        <p:spPr>
          <a:xfrm xmlns:a="http://schemas.openxmlformats.org/drawingml/2006/main">
            <a:off x="5295900" y="1714500"/>
            <a:ext cx="17907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325" b="1">
                <a:solidFill>
                  <a:srgbClr val="F0A24A"/>
                </a:solidFill>
              </a:defRPr>
            </a:pPr>
            <a:r>
              <a:rPr sz="2325" b="1">
                <a:solidFill>
                  <a:srgbClr val="F0A24A"/>
                </a:solidFill>
              </a:rPr>
              <a:t>44 TB</a:t>
            </a:r>
          </a:p>
        </p:txBody>
      </p:sp>
      <p:sp>
        <p:nvSpPr>
          <p:cNvPr id="18" name="">
            <a:extLst xmlns:a="http://schemas.openxmlformats.org/drawingml/2006/main">
              <a:ext uri="{FF2B5EF4-FFF2-40B4-BE49-F238E27FC236}">
                <a16:creationId xmlns:a16="http://schemas.microsoft.com/office/drawing/2014/main" id="{D5BAEB8C-CD04-493F-8950-47159FADB147}"/>
              </a:ext>
            </a:extLst>
          </p:cNvPr>
          <p:cNvSpPr>
            <a:spLocks xmlns:a="http://schemas.openxmlformats.org/drawingml/2006/main" noGrp="1"/>
          </p:cNvSpPr>
          <p:nvPr/>
        </p:nvSpPr>
        <p:spPr>
          <a:xfrm xmlns:a="http://schemas.openxmlformats.org/drawingml/2006/main">
            <a:off x="5295900" y="2171700"/>
            <a:ext cx="1790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687B8C"/>
                </a:solidFill>
              </a:defRPr>
            </a:pPr>
            <a:r>
              <a:rPr sz="975" b="0">
                <a:solidFill>
                  <a:srgbClr val="687B8C"/>
                </a:solidFill>
              </a:rPr>
              <a:t>高分辨率切片</a:t>
            </a:r>
          </a:p>
        </p:txBody>
      </p:sp>
      <p:sp>
        <p:nvSpPr>
          <p:cNvPr id="19" name="">
            <a:extLst xmlns:a="http://schemas.openxmlformats.org/drawingml/2006/main">
              <a:ext uri="{FF2B5EF4-FFF2-40B4-BE49-F238E27FC236}">
                <a16:creationId xmlns:a16="http://schemas.microsoft.com/office/drawing/2014/main" id="{0AA2A80E-ADAA-4816-B6BF-8873E38AE66A}"/>
              </a:ext>
            </a:extLst>
          </p:cNvPr>
          <p:cNvSpPr>
            <a:spLocks xmlns:a="http://schemas.openxmlformats.org/drawingml/2006/main" noGrp="1"/>
          </p:cNvSpPr>
          <p:nvPr/>
        </p:nvSpPr>
        <p:spPr>
          <a:xfrm xmlns:a="http://schemas.openxmlformats.org/drawingml/2006/main">
            <a:off x="7429500" y="1390650"/>
            <a:ext cx="2095500" cy="1104900"/>
          </a:xfrm>
          <a:prstGeom xmlns:a="http://schemas.openxmlformats.org/drawingml/2006/main" prst="roundRect">
            <a:avLst>
              <a:gd name="adj" fmla="val 10345"/>
            </a:avLst>
          </a:prstGeom>
          <a:solidFill xmlns:a="http://schemas.openxmlformats.org/drawingml/2006/main">
            <a:srgbClr val="FCEDEC"/>
          </a:solidFill>
          <a:ln xmlns:a="http://schemas.openxmlformats.org/drawingml/2006/main" w="0">
            <a:solidFill>
              <a:srgbClr val="FCEDEC"/>
            </a:solidFill>
            <a:prstDash val="solid"/>
          </a:ln>
        </p:spPr>
      </p:sp>
      <p:sp>
        <p:nvSpPr>
          <p:cNvPr id="20" name="">
            <a:extLst xmlns:a="http://schemas.openxmlformats.org/drawingml/2006/main">
              <a:ext uri="{FF2B5EF4-FFF2-40B4-BE49-F238E27FC236}">
                <a16:creationId xmlns:a16="http://schemas.microsoft.com/office/drawing/2014/main" id="{154E1743-C214-4ED1-9708-43C743D9203E}"/>
              </a:ext>
            </a:extLst>
          </p:cNvPr>
          <p:cNvSpPr>
            <a:spLocks xmlns:a="http://schemas.openxmlformats.org/drawingml/2006/main" noGrp="1"/>
          </p:cNvSpPr>
          <p:nvPr/>
        </p:nvSpPr>
        <p:spPr>
          <a:xfrm xmlns:a="http://schemas.openxmlformats.org/drawingml/2006/main">
            <a:off x="7581900" y="1485900"/>
            <a:ext cx="1790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687B8C"/>
                </a:solidFill>
              </a:defRPr>
            </a:pPr>
            <a:r>
              <a:rPr sz="1050" b="1">
                <a:solidFill>
                  <a:srgbClr val="687B8C"/>
                </a:solidFill>
              </a:rPr>
              <a:t>外部验证 WSI</a:t>
            </a:r>
          </a:p>
        </p:txBody>
      </p:sp>
      <p:sp>
        <p:nvSpPr>
          <p:cNvPr id="21" name="">
            <a:extLst xmlns:a="http://schemas.openxmlformats.org/drawingml/2006/main">
              <a:ext uri="{FF2B5EF4-FFF2-40B4-BE49-F238E27FC236}">
                <a16:creationId xmlns:a16="http://schemas.microsoft.com/office/drawing/2014/main" id="{2D60B94E-9222-4E77-A8B6-9E1330BA606F}"/>
              </a:ext>
            </a:extLst>
          </p:cNvPr>
          <p:cNvSpPr>
            <a:spLocks xmlns:a="http://schemas.openxmlformats.org/drawingml/2006/main" noGrp="1"/>
          </p:cNvSpPr>
          <p:nvPr/>
        </p:nvSpPr>
        <p:spPr>
          <a:xfrm xmlns:a="http://schemas.openxmlformats.org/drawingml/2006/main">
            <a:off x="7581900" y="1714500"/>
            <a:ext cx="17907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325" b="1">
                <a:solidFill>
                  <a:srgbClr val="E66F6A"/>
                </a:solidFill>
              </a:defRPr>
            </a:pPr>
            <a:r>
              <a:rPr sz="2325" b="1">
                <a:solidFill>
                  <a:srgbClr val="E66F6A"/>
                </a:solidFill>
              </a:rPr>
              <a:t>19,491</a:t>
            </a:r>
          </a:p>
        </p:txBody>
      </p:sp>
      <p:sp>
        <p:nvSpPr>
          <p:cNvPr id="22" name="">
            <a:extLst xmlns:a="http://schemas.openxmlformats.org/drawingml/2006/main">
              <a:ext uri="{FF2B5EF4-FFF2-40B4-BE49-F238E27FC236}">
                <a16:creationId xmlns:a16="http://schemas.microsoft.com/office/drawing/2014/main" id="{34E65A61-B401-4230-AD41-1FB7A3C2AF95}"/>
              </a:ext>
            </a:extLst>
          </p:cNvPr>
          <p:cNvSpPr>
            <a:spLocks xmlns:a="http://schemas.openxmlformats.org/drawingml/2006/main" noGrp="1"/>
          </p:cNvSpPr>
          <p:nvPr/>
        </p:nvSpPr>
        <p:spPr>
          <a:xfrm xmlns:a="http://schemas.openxmlformats.org/drawingml/2006/main">
            <a:off x="7581900" y="2171700"/>
            <a:ext cx="1790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687B8C"/>
                </a:solidFill>
              </a:defRPr>
            </a:pPr>
            <a:r>
              <a:rPr sz="975" b="0">
                <a:solidFill>
                  <a:srgbClr val="687B8C"/>
                </a:solidFill>
              </a:rPr>
              <a:t>32 个独立 slide sets</a:t>
            </a:r>
          </a:p>
        </p:txBody>
      </p:sp>
      <p:sp>
        <p:nvSpPr>
          <p:cNvPr id="23" name="">
            <a:extLst xmlns:a="http://schemas.openxmlformats.org/drawingml/2006/main">
              <a:ext uri="{FF2B5EF4-FFF2-40B4-BE49-F238E27FC236}">
                <a16:creationId xmlns:a16="http://schemas.microsoft.com/office/drawing/2014/main" id="{6677304C-7706-4C8F-9CFE-5523748574CC}"/>
              </a:ext>
            </a:extLst>
          </p:cNvPr>
          <p:cNvSpPr>
            <a:spLocks xmlns:a="http://schemas.openxmlformats.org/drawingml/2006/main" noGrp="1"/>
          </p:cNvSpPr>
          <p:nvPr/>
        </p:nvSpPr>
        <p:spPr>
          <a:xfrm xmlns:a="http://schemas.openxmlformats.org/drawingml/2006/main">
            <a:off x="9715500" y="1390650"/>
            <a:ext cx="1905000" cy="1104900"/>
          </a:xfrm>
          <a:prstGeom xmlns:a="http://schemas.openxmlformats.org/drawingml/2006/main" prst="roundRect">
            <a:avLst>
              <a:gd name="adj" fmla="val 10345"/>
            </a:avLst>
          </a:prstGeom>
          <a:solidFill xmlns:a="http://schemas.openxmlformats.org/drawingml/2006/main">
            <a:srgbClr val="F4F7FA"/>
          </a:solidFill>
          <a:ln xmlns:a="http://schemas.openxmlformats.org/drawingml/2006/main" w="0">
            <a:solidFill>
              <a:srgbClr val="F4F7FA"/>
            </a:solidFill>
            <a:prstDash val="solid"/>
          </a:ln>
        </p:spPr>
      </p:sp>
      <p:sp>
        <p:nvSpPr>
          <p:cNvPr id="24" name="">
            <a:extLst xmlns:a="http://schemas.openxmlformats.org/drawingml/2006/main">
              <a:ext uri="{FF2B5EF4-FFF2-40B4-BE49-F238E27FC236}">
                <a16:creationId xmlns:a16="http://schemas.microsoft.com/office/drawing/2014/main" id="{C96B433A-157C-4C5E-B910-367AA058E954}"/>
              </a:ext>
            </a:extLst>
          </p:cNvPr>
          <p:cNvSpPr>
            <a:spLocks xmlns:a="http://schemas.openxmlformats.org/drawingml/2006/main" noGrp="1"/>
          </p:cNvSpPr>
          <p:nvPr/>
        </p:nvSpPr>
        <p:spPr>
          <a:xfrm xmlns:a="http://schemas.openxmlformats.org/drawingml/2006/main">
            <a:off x="9867900" y="1485900"/>
            <a:ext cx="1600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687B8C"/>
                </a:solidFill>
              </a:defRPr>
            </a:pPr>
            <a:r>
              <a:rPr sz="1050" b="1">
                <a:solidFill>
                  <a:srgbClr val="687B8C"/>
                </a:solidFill>
              </a:rPr>
              <a:t>医院 / 队列</a:t>
            </a:r>
          </a:p>
        </p:txBody>
      </p:sp>
      <p:sp>
        <p:nvSpPr>
          <p:cNvPr id="25" name="">
            <a:extLst xmlns:a="http://schemas.openxmlformats.org/drawingml/2006/main">
              <a:ext uri="{FF2B5EF4-FFF2-40B4-BE49-F238E27FC236}">
                <a16:creationId xmlns:a16="http://schemas.microsoft.com/office/drawing/2014/main" id="{640B0ED7-C59F-4B59-BA55-2638CE494891}"/>
              </a:ext>
            </a:extLst>
          </p:cNvPr>
          <p:cNvSpPr>
            <a:spLocks xmlns:a="http://schemas.openxmlformats.org/drawingml/2006/main" noGrp="1"/>
          </p:cNvSpPr>
          <p:nvPr/>
        </p:nvSpPr>
        <p:spPr>
          <a:xfrm xmlns:a="http://schemas.openxmlformats.org/drawingml/2006/main">
            <a:off x="9867900" y="1714500"/>
            <a:ext cx="1600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325" b="1">
                <a:solidFill>
                  <a:srgbClr val="2D76A8"/>
                </a:solidFill>
              </a:defRPr>
            </a:pPr>
            <a:r>
              <a:rPr sz="2325" b="1">
                <a:solidFill>
                  <a:srgbClr val="2D76A8"/>
                </a:solidFill>
              </a:rPr>
              <a:t>24</a:t>
            </a:r>
          </a:p>
        </p:txBody>
      </p:sp>
      <p:sp>
        <p:nvSpPr>
          <p:cNvPr id="26" name="">
            <a:extLst xmlns:a="http://schemas.openxmlformats.org/drawingml/2006/main">
              <a:ext uri="{FF2B5EF4-FFF2-40B4-BE49-F238E27FC236}">
                <a16:creationId xmlns:a16="http://schemas.microsoft.com/office/drawing/2014/main" id="{28D4B3F9-FFB8-4B98-AAE5-A84F4494287B}"/>
              </a:ext>
            </a:extLst>
          </p:cNvPr>
          <p:cNvSpPr>
            <a:spLocks xmlns:a="http://schemas.openxmlformats.org/drawingml/2006/main" noGrp="1"/>
          </p:cNvSpPr>
          <p:nvPr/>
        </p:nvSpPr>
        <p:spPr>
          <a:xfrm xmlns:a="http://schemas.openxmlformats.org/drawingml/2006/main">
            <a:off x="9867900" y="2171700"/>
            <a:ext cx="1600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687B8C"/>
                </a:solidFill>
              </a:defRPr>
            </a:pPr>
            <a:r>
              <a:rPr sz="975" b="0">
                <a:solidFill>
                  <a:srgbClr val="687B8C"/>
                </a:solidFill>
              </a:rPr>
              <a:t>国际多中心</a:t>
            </a:r>
          </a:p>
        </p:txBody>
      </p:sp>
      <p:sp>
        <p:nvSpPr>
          <p:cNvPr id="27" name="">
            <a:extLst xmlns:a="http://schemas.openxmlformats.org/drawingml/2006/main">
              <a:ext uri="{FF2B5EF4-FFF2-40B4-BE49-F238E27FC236}">
                <a16:creationId xmlns:a16="http://schemas.microsoft.com/office/drawing/2014/main" id="{19089DCF-B891-491E-A7BE-D8F4B2E2B189}"/>
              </a:ext>
            </a:extLst>
          </p:cNvPr>
          <p:cNvSpPr>
            <a:spLocks xmlns:a="http://schemas.openxmlformats.org/drawingml/2006/main" noGrp="1"/>
          </p:cNvSpPr>
          <p:nvPr/>
        </p:nvSpPr>
        <p:spPr>
          <a:xfrm xmlns:a="http://schemas.openxmlformats.org/drawingml/2006/main">
            <a:off x="571500" y="2857500"/>
            <a:ext cx="11049000" cy="2419350"/>
          </a:xfrm>
          <a:prstGeom xmlns:a="http://schemas.openxmlformats.org/drawingml/2006/main" prst="roundRect">
            <a:avLst>
              <a:gd name="adj" fmla="val 4724"/>
            </a:avLst>
          </a:prstGeom>
          <a:solidFill xmlns:a="http://schemas.openxmlformats.org/drawingml/2006/main">
            <a:srgbClr val="F4F7FA"/>
          </a:solidFill>
          <a:ln xmlns:a="http://schemas.openxmlformats.org/drawingml/2006/main" w="9525">
            <a:solidFill>
              <a:srgbClr val="D8E2EA"/>
            </a:solidFill>
            <a:prstDash val="solid"/>
          </a:ln>
        </p:spPr>
      </p:sp>
      <p:sp>
        <p:nvSpPr>
          <p:cNvPr id="28" name="">
            <a:extLst xmlns:a="http://schemas.openxmlformats.org/drawingml/2006/main">
              <a:ext uri="{FF2B5EF4-FFF2-40B4-BE49-F238E27FC236}">
                <a16:creationId xmlns:a16="http://schemas.microsoft.com/office/drawing/2014/main" id="{C51F4959-1E92-4CD8-B9D0-7FF57AB53DA9}"/>
              </a:ext>
            </a:extLst>
          </p:cNvPr>
          <p:cNvSpPr>
            <a:spLocks xmlns:a="http://schemas.openxmlformats.org/drawingml/2006/main" noGrp="1"/>
          </p:cNvSpPr>
          <p:nvPr/>
        </p:nvSpPr>
        <p:spPr>
          <a:xfrm xmlns:a="http://schemas.openxmlformats.org/drawingml/2006/main">
            <a:off x="800100" y="304800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2D76A8"/>
                </a:solidFill>
              </a:defRPr>
            </a:pPr>
            <a:r>
              <a:rPr sz="1275" b="1">
                <a:solidFill>
                  <a:srgbClr val="2D76A8"/>
                </a:solidFill>
              </a:rPr>
              <a:t>完整出处</a:t>
            </a:r>
          </a:p>
        </p:txBody>
      </p:sp>
      <p:sp>
        <p:nvSpPr>
          <p:cNvPr id="29" name="">
            <a:extLst xmlns:a="http://schemas.openxmlformats.org/drawingml/2006/main">
              <a:ext uri="{FF2B5EF4-FFF2-40B4-BE49-F238E27FC236}">
                <a16:creationId xmlns:a16="http://schemas.microsoft.com/office/drawing/2014/main" id="{CA168B80-7C9B-4426-BB18-A72331BCBC45}"/>
              </a:ext>
            </a:extLst>
          </p:cNvPr>
          <p:cNvSpPr>
            <a:spLocks xmlns:a="http://schemas.openxmlformats.org/drawingml/2006/main" noGrp="1"/>
          </p:cNvSpPr>
          <p:nvPr/>
        </p:nvSpPr>
        <p:spPr>
          <a:xfrm xmlns:a="http://schemas.openxmlformats.org/drawingml/2006/main">
            <a:off x="800100" y="3371850"/>
            <a:ext cx="105918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247"/>
                </a:solidFill>
              </a:defRPr>
            </a:pPr>
            <a:r>
              <a:rPr sz="1050" b="0">
                <a:solidFill>
                  <a:srgbClr val="183247"/>
                </a:solidFill>
              </a:rPr>
              <a:t>Xiyue Wang; Junhan Zhao; Eliana Marostica; Wei Yuan; Jietian Jin; Jiayu Zhang; Ruijiang Li; Hongping Tang; Kanran Wang; Yu Li; Fang Wang; Yulong Peng; Junyou Zhu; Jing Zhang; Christopher R. Jackson; Jun Zhang; Deborah Dillon; Nancy U. Lin; Lynette Sholl; Thomas Denize; David Meredith; Keith L. Ligon; Sabina Signoretti; Shuji Ogino; Jeffrey A. Golden; MacLean P. Nasrallah; Xiao Han; Sen Yang; Kun-Hsing Yu.</a:t>
            </a:r>
          </a:p>
        </p:txBody>
      </p:sp>
      <p:sp>
        <p:nvSpPr>
          <p:cNvPr id="30" name="">
            <a:extLst xmlns:a="http://schemas.openxmlformats.org/drawingml/2006/main">
              <a:ext uri="{FF2B5EF4-FFF2-40B4-BE49-F238E27FC236}">
                <a16:creationId xmlns:a16="http://schemas.microsoft.com/office/drawing/2014/main" id="{A4A3561C-CB81-4609-9091-04C6C43BEFF3}"/>
              </a:ext>
            </a:extLst>
          </p:cNvPr>
          <p:cNvSpPr>
            <a:spLocks xmlns:a="http://schemas.openxmlformats.org/drawingml/2006/main" noGrp="1"/>
          </p:cNvSpPr>
          <p:nvPr/>
        </p:nvSpPr>
        <p:spPr>
          <a:xfrm xmlns:a="http://schemas.openxmlformats.org/drawingml/2006/main">
            <a:off x="800100" y="4305300"/>
            <a:ext cx="10591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74A74"/>
                </a:solidFill>
              </a:defRPr>
            </a:pPr>
            <a:r>
              <a:rPr sz="1350" b="1">
                <a:solidFill>
                  <a:srgbClr val="174A74"/>
                </a:solidFill>
              </a:rPr>
              <a:t>A pathology foundation model for cancer diagnosis and prognosis prediction. Nature 634, 970–978 (2024). DOI: 10.1038/s41586-024-07894-z</a:t>
            </a:r>
          </a:p>
        </p:txBody>
      </p:sp>
      <p:sp>
        <p:nvSpPr>
          <p:cNvPr id="31" name="">
            <a:extLst xmlns:a="http://schemas.openxmlformats.org/drawingml/2006/main">
              <a:ext uri="{FF2B5EF4-FFF2-40B4-BE49-F238E27FC236}">
                <a16:creationId xmlns:a16="http://schemas.microsoft.com/office/drawing/2014/main" id="{DD7556D1-9C81-4176-863B-87F8D3265191}"/>
              </a:ext>
            </a:extLst>
          </p:cNvPr>
          <p:cNvSpPr>
            <a:spLocks xmlns:a="http://schemas.openxmlformats.org/drawingml/2006/main" noGrp="1"/>
          </p:cNvSpPr>
          <p:nvPr/>
        </p:nvSpPr>
        <p:spPr>
          <a:xfrm xmlns:a="http://schemas.openxmlformats.org/drawingml/2006/main">
            <a:off x="800100" y="5505450"/>
            <a:ext cx="10591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F0A24A"/>
                </a:solidFill>
              </a:defRPr>
            </a:pPr>
            <a:r>
              <a:rPr sz="1500" b="1">
                <a:solidFill>
                  <a:srgbClr val="F0A24A"/>
                </a:solidFill>
              </a:rPr>
              <a:t>判断“基础模型”不能只看参数量，更要看预训练规模、任务跨度和外部验证范围。</a:t>
            </a:r>
          </a:p>
        </p:txBody>
      </p:sp>
    </p:spTree>
    <p:extLst>
      <p:ext uri="{BB962C8B-B14F-4D97-AF65-F5344CB8AC3E}">
        <p14:creationId xmlns:p14="http://schemas.microsoft.com/office/powerpoint/2010/main" val="8554035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34DE4471-3CF2-42B7-8A9E-389704A5EE93}"/>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174A7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E568254-4FB5-4A00-8510-5F18E57DE326}"/>
              </a:ext>
            </a:extLst>
          </p:cNvPr>
          <p:cNvSpPr>
            <a:spLocks xmlns:a="http://schemas.openxmlformats.org/drawingml/2006/main" noGrp="1"/>
          </p:cNvSpPr>
          <p:nvPr/>
        </p:nvSpPr>
        <p:spPr>
          <a:xfrm xmlns:a="http://schemas.openxmlformats.org/drawingml/2006/main">
            <a:off x="400050" y="19050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D76A8"/>
                </a:solidFill>
              </a:defRPr>
            </a:pPr>
            <a:r>
              <a:rPr sz="975" b="1">
                <a:solidFill>
                  <a:srgbClr val="2D76A8"/>
                </a:solidFill>
              </a:rPr>
              <a:t>02 · 总体框架</a:t>
            </a:r>
          </a:p>
        </p:txBody>
      </p:sp>
      <p:sp>
        <p:nvSpPr>
          <p:cNvPr id="3" name="">
            <a:extLst xmlns:a="http://schemas.openxmlformats.org/drawingml/2006/main">
              <a:ext uri="{FF2B5EF4-FFF2-40B4-BE49-F238E27FC236}">
                <a16:creationId xmlns:a16="http://schemas.microsoft.com/office/drawing/2014/main" id="{1584CDC6-40EB-4A35-8A0C-50ABE8701214}"/>
              </a:ext>
            </a:extLst>
          </p:cNvPr>
          <p:cNvSpPr>
            <a:spLocks xmlns:a="http://schemas.openxmlformats.org/drawingml/2006/main" noGrp="1"/>
          </p:cNvSpPr>
          <p:nvPr/>
        </p:nvSpPr>
        <p:spPr>
          <a:xfrm xmlns:a="http://schemas.openxmlformats.org/drawingml/2006/main">
            <a:off x="7810500" y="171450"/>
            <a:ext cx="3905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687B8C"/>
                </a:solidFill>
              </a:defRPr>
            </a:pPr>
            <a:r>
              <a:rPr sz="825" b="0">
                <a:solidFill>
                  <a:srgbClr val="687B8C"/>
                </a:solidFill>
              </a:rPr>
              <a:t>Nature Fig. 1 · s41586-024-07894-z</a:t>
            </a:r>
          </a:p>
        </p:txBody>
      </p:sp>
      <p:sp>
        <p:nvSpPr>
          <p:cNvPr id="4" name="">
            <a:extLst xmlns:a="http://schemas.openxmlformats.org/drawingml/2006/main">
              <a:ext uri="{FF2B5EF4-FFF2-40B4-BE49-F238E27FC236}">
                <a16:creationId xmlns:a16="http://schemas.microsoft.com/office/drawing/2014/main" id="{6A5BF43F-F383-4CE1-ACA0-6293AACD629A}"/>
              </a:ext>
            </a:extLst>
          </p:cNvPr>
          <p:cNvSpPr>
            <a:spLocks xmlns:a="http://schemas.openxmlformats.org/drawingml/2006/main" noGrp="1"/>
          </p:cNvSpPr>
          <p:nvPr/>
        </p:nvSpPr>
        <p:spPr>
          <a:xfrm xmlns:a="http://schemas.openxmlformats.org/drawingml/2006/main">
            <a:off x="400050" y="419100"/>
            <a:ext cx="11191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250" b="1">
                <a:solidFill>
                  <a:srgbClr val="183247"/>
                </a:solidFill>
              </a:defRPr>
            </a:pPr>
            <a:r>
              <a:rPr sz="2250" b="1">
                <a:solidFill>
                  <a:srgbClr val="183247"/>
                </a:solidFill>
              </a:rPr>
              <a:t>CHIEF 把器官文本当作先验，而不是生成式对话</a:t>
            </a:r>
          </a:p>
        </p:txBody>
      </p:sp>
      <p:sp>
        <p:nvSpPr>
          <p:cNvPr id="5" name="">
            <a:extLst xmlns:a="http://schemas.openxmlformats.org/drawingml/2006/main">
              <a:ext uri="{FF2B5EF4-FFF2-40B4-BE49-F238E27FC236}">
                <a16:creationId xmlns:a16="http://schemas.microsoft.com/office/drawing/2014/main" id="{ED1FA773-682C-406A-8B7A-B6ADD9383151}"/>
              </a:ext>
            </a:extLst>
          </p:cNvPr>
          <p:cNvSpPr>
            <a:spLocks xmlns:a="http://schemas.openxmlformats.org/drawingml/2006/main" noGrp="1"/>
          </p:cNvSpPr>
          <p:nvPr/>
        </p:nvSpPr>
        <p:spPr>
          <a:xfrm xmlns:a="http://schemas.openxmlformats.org/drawingml/2006/main">
            <a:off x="400050" y="1009650"/>
            <a:ext cx="11391900" cy="9525"/>
          </a:xfrm>
          <a:prstGeom xmlns:a="http://schemas.openxmlformats.org/drawingml/2006/main" prst="rect">
            <a:avLst/>
          </a:prstGeom>
          <a:solidFill xmlns:a="http://schemas.openxmlformats.org/drawingml/2006/main">
            <a:srgbClr val="D8E2EA"/>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70CFA08-9770-4A1C-A622-16F20101DD13}"/>
              </a:ext>
            </a:extLst>
          </p:cNvPr>
          <p:cNvSpPr>
            <a:spLocks xmlns:a="http://schemas.openxmlformats.org/drawingml/2006/main" noGrp="1"/>
          </p:cNvSpPr>
          <p:nvPr/>
        </p:nvSpPr>
        <p:spPr>
          <a:xfrm xmlns:a="http://schemas.openxmlformats.org/drawingml/2006/main">
            <a:off x="11334750" y="6477000"/>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0">
                <a:solidFill>
                  <a:srgbClr val="687B8C"/>
                </a:solidFill>
              </a:defRPr>
            </a:pPr>
            <a:r>
              <a:rPr sz="900" b="0">
                <a:solidFill>
                  <a:srgbClr val="687B8C"/>
                </a:solidFill>
              </a:rPr>
              <a:t>06</a:t>
            </a:r>
          </a:p>
        </p:txBody>
      </p:sp>
      <p:sp>
        <p:nvSpPr>
          <p:cNvPr id="7" name="">
            <a:extLst xmlns:a="http://schemas.openxmlformats.org/drawingml/2006/main">
              <a:ext uri="{FF2B5EF4-FFF2-40B4-BE49-F238E27FC236}">
                <a16:creationId xmlns:a16="http://schemas.microsoft.com/office/drawing/2014/main" id="{4D26CC0A-5071-4817-9708-1F28A5BC8B2E}"/>
              </a:ext>
            </a:extLst>
          </p:cNvPr>
          <p:cNvSpPr>
            <a:spLocks xmlns:a="http://schemas.openxmlformats.org/drawingml/2006/main" noGrp="1"/>
          </p:cNvSpPr>
          <p:nvPr/>
        </p:nvSpPr>
        <p:spPr>
          <a:xfrm xmlns:a="http://schemas.openxmlformats.org/drawingml/2006/main">
            <a:off x="438150" y="1257300"/>
            <a:ext cx="8305800" cy="4648200"/>
          </a:xfrm>
          <a:prstGeom xmlns:a="http://schemas.openxmlformats.org/drawingml/2006/main" prst="roundRect">
            <a:avLst>
              <a:gd name="adj" fmla="val 2459"/>
            </a:avLst>
          </a:prstGeom>
          <a:solidFill xmlns:a="http://schemas.openxmlformats.org/drawingml/2006/main">
            <a:srgbClr val="FFFFFF"/>
          </a:solidFill>
          <a:ln xmlns:a="http://schemas.openxmlformats.org/drawingml/2006/main" w="9525">
            <a:solidFill>
              <a:srgbClr val="D8E2EA"/>
            </a:solidFill>
            <a:prstDash val="solid"/>
          </a:ln>
        </p:spPr>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b33147633ea1451a"/>
          <a:stretch xmlns:a="http://schemas.openxmlformats.org/drawingml/2006/main"/>
        </p:blipFill>
        <p:spPr>
          <a:xfrm xmlns:a="http://schemas.openxmlformats.org/drawingml/2006/main">
            <a:off x="1962359" y="1381125"/>
            <a:ext cx="5257382" cy="44005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6463FE7A-28FF-4458-844C-99D1A8967542}"/>
              </a:ext>
            </a:extLst>
          </p:cNvPr>
          <p:cNvSpPr>
            <a:spLocks xmlns:a="http://schemas.openxmlformats.org/drawingml/2006/main" noGrp="1"/>
          </p:cNvSpPr>
          <p:nvPr/>
        </p:nvSpPr>
        <p:spPr>
          <a:xfrm xmlns:a="http://schemas.openxmlformats.org/drawingml/2006/main">
            <a:off x="9010650" y="1428750"/>
            <a:ext cx="2667000" cy="1123950"/>
          </a:xfrm>
          <a:prstGeom xmlns:a="http://schemas.openxmlformats.org/drawingml/2006/main" prst="roundRect">
            <a:avLst>
              <a:gd name="adj" fmla="val 10169"/>
            </a:avLst>
          </a:prstGeom>
          <a:solidFill xmlns:a="http://schemas.openxmlformats.org/drawingml/2006/main">
            <a:srgbClr val="EAF3F8"/>
          </a:solidFill>
          <a:ln xmlns:a="http://schemas.openxmlformats.org/drawingml/2006/main" w="9525">
            <a:solidFill>
              <a:srgbClr val="2D76A8"/>
            </a:solidFill>
            <a:prstDash val="solid"/>
          </a:ln>
        </p:spPr>
      </p:sp>
      <p:sp>
        <p:nvSpPr>
          <p:cNvPr id="10" name="">
            <a:extLst xmlns:a="http://schemas.openxmlformats.org/drawingml/2006/main">
              <a:ext uri="{FF2B5EF4-FFF2-40B4-BE49-F238E27FC236}">
                <a16:creationId xmlns:a16="http://schemas.microsoft.com/office/drawing/2014/main" id="{C4383823-0E2B-4471-A4A4-C56E86271684}"/>
              </a:ext>
            </a:extLst>
          </p:cNvPr>
          <p:cNvSpPr>
            <a:spLocks xmlns:a="http://schemas.openxmlformats.org/drawingml/2006/main" noGrp="1"/>
          </p:cNvSpPr>
          <p:nvPr/>
        </p:nvSpPr>
        <p:spPr>
          <a:xfrm xmlns:a="http://schemas.openxmlformats.org/drawingml/2006/main">
            <a:off x="9220200" y="1571625"/>
            <a:ext cx="2247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2D76A8"/>
                </a:solidFill>
              </a:defRPr>
            </a:pPr>
            <a:r>
              <a:rPr sz="1500" b="1">
                <a:solidFill>
                  <a:srgbClr val="2D76A8"/>
                </a:solidFill>
              </a:rPr>
              <a:t>图像支路</a:t>
            </a:r>
          </a:p>
        </p:txBody>
      </p:sp>
      <p:sp>
        <p:nvSpPr>
          <p:cNvPr id="11" name="">
            <a:extLst xmlns:a="http://schemas.openxmlformats.org/drawingml/2006/main">
              <a:ext uri="{FF2B5EF4-FFF2-40B4-BE49-F238E27FC236}">
                <a16:creationId xmlns:a16="http://schemas.microsoft.com/office/drawing/2014/main" id="{FD11D867-6A5E-42D1-91FB-B28F5102F4C4}"/>
              </a:ext>
            </a:extLst>
          </p:cNvPr>
          <p:cNvSpPr>
            <a:spLocks xmlns:a="http://schemas.openxmlformats.org/drawingml/2006/main" noGrp="1"/>
          </p:cNvSpPr>
          <p:nvPr/>
        </p:nvSpPr>
        <p:spPr>
          <a:xfrm xmlns:a="http://schemas.openxmlformats.org/drawingml/2006/main">
            <a:off x="9220200" y="1885950"/>
            <a:ext cx="2247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83247"/>
                </a:solidFill>
              </a:defRPr>
            </a:pPr>
            <a:r>
              <a:rPr sz="1200" b="0">
                <a:solidFill>
                  <a:srgbClr val="183247"/>
                </a:solidFill>
              </a:rPr>
              <a:t>WSI → tiles → image encoder</a:t>
            </a:r>
          </a:p>
          <a:p xmlns:a="http://schemas.openxmlformats.org/drawingml/2006/main">
            <a:pPr algn="l">
              <a:defRPr sz="1200" b="0">
                <a:solidFill>
                  <a:srgbClr val="183247"/>
                </a:solidFill>
              </a:defRPr>
            </a:pPr>
            <a:r>
              <a:rPr sz="1200" b="0">
                <a:solidFill>
                  <a:srgbClr val="183247"/>
                </a:solidFill>
              </a:rPr>
              <a:t>→ slide aggregation</a:t>
            </a:r>
          </a:p>
        </p:txBody>
      </p:sp>
      <p:sp>
        <p:nvSpPr>
          <p:cNvPr id="12" name="">
            <a:extLst xmlns:a="http://schemas.openxmlformats.org/drawingml/2006/main">
              <a:ext uri="{FF2B5EF4-FFF2-40B4-BE49-F238E27FC236}">
                <a16:creationId xmlns:a16="http://schemas.microsoft.com/office/drawing/2014/main" id="{9BF84CB7-019B-450D-B89C-6E80CF081A2B}"/>
              </a:ext>
            </a:extLst>
          </p:cNvPr>
          <p:cNvSpPr>
            <a:spLocks xmlns:a="http://schemas.openxmlformats.org/drawingml/2006/main" noGrp="1"/>
          </p:cNvSpPr>
          <p:nvPr/>
        </p:nvSpPr>
        <p:spPr>
          <a:xfrm xmlns:a="http://schemas.openxmlformats.org/drawingml/2006/main">
            <a:off x="9010650" y="2724150"/>
            <a:ext cx="2667000" cy="1123950"/>
          </a:xfrm>
          <a:prstGeom xmlns:a="http://schemas.openxmlformats.org/drawingml/2006/main" prst="roundRect">
            <a:avLst>
              <a:gd name="adj" fmla="val 10169"/>
            </a:avLst>
          </a:prstGeom>
          <a:solidFill xmlns:a="http://schemas.openxmlformats.org/drawingml/2006/main">
            <a:srgbClr val="FFF4E7"/>
          </a:solidFill>
          <a:ln xmlns:a="http://schemas.openxmlformats.org/drawingml/2006/main" w="9525">
            <a:solidFill>
              <a:srgbClr val="F0A24A"/>
            </a:solidFill>
            <a:prstDash val="solid"/>
          </a:ln>
        </p:spPr>
      </p:sp>
      <p:sp>
        <p:nvSpPr>
          <p:cNvPr id="13" name="">
            <a:extLst xmlns:a="http://schemas.openxmlformats.org/drawingml/2006/main">
              <a:ext uri="{FF2B5EF4-FFF2-40B4-BE49-F238E27FC236}">
                <a16:creationId xmlns:a16="http://schemas.microsoft.com/office/drawing/2014/main" id="{915440F0-2F82-452B-AB2A-3EE4B060418B}"/>
              </a:ext>
            </a:extLst>
          </p:cNvPr>
          <p:cNvSpPr>
            <a:spLocks xmlns:a="http://schemas.openxmlformats.org/drawingml/2006/main" noGrp="1"/>
          </p:cNvSpPr>
          <p:nvPr/>
        </p:nvSpPr>
        <p:spPr>
          <a:xfrm xmlns:a="http://schemas.openxmlformats.org/drawingml/2006/main">
            <a:off x="9220200" y="2867025"/>
            <a:ext cx="2247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F0A24A"/>
                </a:solidFill>
              </a:defRPr>
            </a:pPr>
            <a:r>
              <a:rPr sz="1500" b="1">
                <a:solidFill>
                  <a:srgbClr val="F0A24A"/>
                </a:solidFill>
              </a:rPr>
              <a:t>文本支路</a:t>
            </a:r>
          </a:p>
        </p:txBody>
      </p:sp>
      <p:sp>
        <p:nvSpPr>
          <p:cNvPr id="14" name="">
            <a:extLst xmlns:a="http://schemas.openxmlformats.org/drawingml/2006/main">
              <a:ext uri="{FF2B5EF4-FFF2-40B4-BE49-F238E27FC236}">
                <a16:creationId xmlns:a16="http://schemas.microsoft.com/office/drawing/2014/main" id="{F228E6CD-7A11-4B14-94A3-E0D359FBFC5C}"/>
              </a:ext>
            </a:extLst>
          </p:cNvPr>
          <p:cNvSpPr>
            <a:spLocks xmlns:a="http://schemas.openxmlformats.org/drawingml/2006/main" noGrp="1"/>
          </p:cNvSpPr>
          <p:nvPr/>
        </p:nvSpPr>
        <p:spPr>
          <a:xfrm xmlns:a="http://schemas.openxmlformats.org/drawingml/2006/main">
            <a:off x="9220200" y="3181350"/>
            <a:ext cx="2247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83247"/>
                </a:solidFill>
              </a:defRPr>
            </a:pPr>
            <a:r>
              <a:rPr sz="1200" b="0">
                <a:solidFill>
                  <a:srgbClr val="183247"/>
                </a:solidFill>
              </a:rPr>
              <a:t>器官名称 → text encoder</a:t>
            </a:r>
          </a:p>
          <a:p xmlns:a="http://schemas.openxmlformats.org/drawingml/2006/main">
            <a:pPr algn="l">
              <a:defRPr sz="1200" b="0">
                <a:solidFill>
                  <a:srgbClr val="183247"/>
                </a:solidFill>
              </a:defRPr>
            </a:pPr>
            <a:r>
              <a:rPr sz="1200" b="0">
                <a:solidFill>
                  <a:srgbClr val="183247"/>
                </a:solidFill>
              </a:rPr>
              <a:t>→ anatomical embedding</a:t>
            </a:r>
          </a:p>
        </p:txBody>
      </p:sp>
      <p:sp>
        <p:nvSpPr>
          <p:cNvPr id="15" name="">
            <a:extLst xmlns:a="http://schemas.openxmlformats.org/drawingml/2006/main">
              <a:ext uri="{FF2B5EF4-FFF2-40B4-BE49-F238E27FC236}">
                <a16:creationId xmlns:a16="http://schemas.microsoft.com/office/drawing/2014/main" id="{72BC2825-E23A-4185-AF06-230FF4C2942E}"/>
              </a:ext>
            </a:extLst>
          </p:cNvPr>
          <p:cNvSpPr>
            <a:spLocks xmlns:a="http://schemas.openxmlformats.org/drawingml/2006/main" noGrp="1"/>
          </p:cNvSpPr>
          <p:nvPr/>
        </p:nvSpPr>
        <p:spPr>
          <a:xfrm xmlns:a="http://schemas.openxmlformats.org/drawingml/2006/main">
            <a:off x="9010650" y="4019550"/>
            <a:ext cx="2667000" cy="1466850"/>
          </a:xfrm>
          <a:prstGeom xmlns:a="http://schemas.openxmlformats.org/drawingml/2006/main" prst="roundRect">
            <a:avLst>
              <a:gd name="adj" fmla="val 7792"/>
            </a:avLst>
          </a:prstGeom>
          <a:solidFill xmlns:a="http://schemas.openxmlformats.org/drawingml/2006/main">
            <a:srgbClr val="E9F7F4"/>
          </a:solidFill>
          <a:ln xmlns:a="http://schemas.openxmlformats.org/drawingml/2006/main" w="9525">
            <a:solidFill>
              <a:srgbClr val="28A99E"/>
            </a:solidFill>
            <a:prstDash val="solid"/>
          </a:ln>
        </p:spPr>
      </p:sp>
      <p:sp>
        <p:nvSpPr>
          <p:cNvPr id="16" name="">
            <a:extLst xmlns:a="http://schemas.openxmlformats.org/drawingml/2006/main">
              <a:ext uri="{FF2B5EF4-FFF2-40B4-BE49-F238E27FC236}">
                <a16:creationId xmlns:a16="http://schemas.microsoft.com/office/drawing/2014/main" id="{C30AD876-5AB1-411D-A87C-106E191A6DB4}"/>
              </a:ext>
            </a:extLst>
          </p:cNvPr>
          <p:cNvSpPr>
            <a:spLocks xmlns:a="http://schemas.openxmlformats.org/drawingml/2006/main" noGrp="1"/>
          </p:cNvSpPr>
          <p:nvPr/>
        </p:nvSpPr>
        <p:spPr>
          <a:xfrm xmlns:a="http://schemas.openxmlformats.org/drawingml/2006/main">
            <a:off x="9220200" y="4162425"/>
            <a:ext cx="2247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28A99E"/>
                </a:solidFill>
              </a:defRPr>
            </a:pPr>
            <a:r>
              <a:rPr sz="1500" b="1">
                <a:solidFill>
                  <a:srgbClr val="28A99E"/>
                </a:solidFill>
              </a:rPr>
              <a:t>融合后的用途</a:t>
            </a:r>
          </a:p>
        </p:txBody>
      </p:sp>
      <p:sp>
        <p:nvSpPr>
          <p:cNvPr id="17" name="">
            <a:extLst xmlns:a="http://schemas.openxmlformats.org/drawingml/2006/main">
              <a:ext uri="{FF2B5EF4-FFF2-40B4-BE49-F238E27FC236}">
                <a16:creationId xmlns:a16="http://schemas.microsoft.com/office/drawing/2014/main" id="{46EF85A3-696A-4302-B541-D10BF2B55489}"/>
              </a:ext>
            </a:extLst>
          </p:cNvPr>
          <p:cNvSpPr>
            <a:spLocks xmlns:a="http://schemas.openxmlformats.org/drawingml/2006/main" noGrp="1"/>
          </p:cNvSpPr>
          <p:nvPr/>
        </p:nvSpPr>
        <p:spPr>
          <a:xfrm xmlns:a="http://schemas.openxmlformats.org/drawingml/2006/main">
            <a:off x="9220200" y="4476750"/>
            <a:ext cx="22479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183247"/>
                </a:solidFill>
              </a:defRPr>
            </a:pPr>
            <a:r>
              <a:rPr sz="1275" b="0">
                <a:solidFill>
                  <a:srgbClr val="183247"/>
                </a:solidFill>
              </a:rPr>
              <a:t>• 癌症检测 / 来源</a:t>
            </a:r>
          </a:p>
          <a:p xmlns:a="http://schemas.openxmlformats.org/drawingml/2006/main">
            <a:pPr algn="l">
              <a:defRPr sz="1275" b="0">
                <a:solidFill>
                  <a:srgbClr val="183247"/>
                </a:solidFill>
              </a:defRPr>
            </a:pPr>
            <a:r>
              <a:rPr sz="1275" b="0">
                <a:solidFill>
                  <a:srgbClr val="183247"/>
                </a:solidFill>
              </a:rPr>
              <a:t>• 分子标志物</a:t>
            </a:r>
          </a:p>
          <a:p xmlns:a="http://schemas.openxmlformats.org/drawingml/2006/main">
            <a:pPr algn="l">
              <a:defRPr sz="1275" b="0">
                <a:solidFill>
                  <a:srgbClr val="183247"/>
                </a:solidFill>
              </a:defRPr>
            </a:pPr>
            <a:r>
              <a:rPr sz="1275" b="0">
                <a:solidFill>
                  <a:srgbClr val="183247"/>
                </a:solidFill>
              </a:rPr>
              <a:t>• 生存预后</a:t>
            </a:r>
          </a:p>
        </p:txBody>
      </p:sp>
    </p:spTree>
    <p:extLst>
      <p:ext uri="{BB962C8B-B14F-4D97-AF65-F5344CB8AC3E}">
        <p14:creationId xmlns:p14="http://schemas.microsoft.com/office/powerpoint/2010/main" val="46375287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F72F734C-241A-46BC-9F32-2A846BCCDCBB}"/>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174A7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B90BFD6-83A2-4523-831F-6330AA8D7D3D}"/>
              </a:ext>
            </a:extLst>
          </p:cNvPr>
          <p:cNvSpPr>
            <a:spLocks xmlns:a="http://schemas.openxmlformats.org/drawingml/2006/main" noGrp="1"/>
          </p:cNvSpPr>
          <p:nvPr/>
        </p:nvSpPr>
        <p:spPr>
          <a:xfrm xmlns:a="http://schemas.openxmlformats.org/drawingml/2006/main">
            <a:off x="400050" y="19050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D76A8"/>
                </a:solidFill>
              </a:defRPr>
            </a:pPr>
            <a:r>
              <a:rPr sz="975" b="1">
                <a:solidFill>
                  <a:srgbClr val="2D76A8"/>
                </a:solidFill>
              </a:rPr>
              <a:t>02 · MIL 基础</a:t>
            </a:r>
          </a:p>
        </p:txBody>
      </p:sp>
      <p:sp>
        <p:nvSpPr>
          <p:cNvPr id="3" name="">
            <a:extLst xmlns:a="http://schemas.openxmlformats.org/drawingml/2006/main">
              <a:ext uri="{FF2B5EF4-FFF2-40B4-BE49-F238E27FC236}">
                <a16:creationId xmlns:a16="http://schemas.microsoft.com/office/drawing/2014/main" id="{562B9CE6-B9FB-40D1-A91E-B97FA9ED947D}"/>
              </a:ext>
            </a:extLst>
          </p:cNvPr>
          <p:cNvSpPr>
            <a:spLocks xmlns:a="http://schemas.openxmlformats.org/drawingml/2006/main" noGrp="1"/>
          </p:cNvSpPr>
          <p:nvPr/>
        </p:nvSpPr>
        <p:spPr>
          <a:xfrm xmlns:a="http://schemas.openxmlformats.org/drawingml/2006/main">
            <a:off x="400050" y="419100"/>
            <a:ext cx="11191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250" b="1">
                <a:solidFill>
                  <a:srgbClr val="183247"/>
                </a:solidFill>
              </a:defRPr>
            </a:pPr>
            <a:r>
              <a:rPr sz="2250" b="1">
                <a:solidFill>
                  <a:srgbClr val="183247"/>
                </a:solidFill>
              </a:rPr>
              <a:t>WSI 在模型里不是一张图，而是一个无序 patch 包</a:t>
            </a:r>
          </a:p>
        </p:txBody>
      </p:sp>
      <p:sp>
        <p:nvSpPr>
          <p:cNvPr id="4" name="">
            <a:extLst xmlns:a="http://schemas.openxmlformats.org/drawingml/2006/main">
              <a:ext uri="{FF2B5EF4-FFF2-40B4-BE49-F238E27FC236}">
                <a16:creationId xmlns:a16="http://schemas.microsoft.com/office/drawing/2014/main" id="{351411D3-E812-4A56-9694-60C89EEC76B6}"/>
              </a:ext>
            </a:extLst>
          </p:cNvPr>
          <p:cNvSpPr>
            <a:spLocks xmlns:a="http://schemas.openxmlformats.org/drawingml/2006/main" noGrp="1"/>
          </p:cNvSpPr>
          <p:nvPr/>
        </p:nvSpPr>
        <p:spPr>
          <a:xfrm xmlns:a="http://schemas.openxmlformats.org/drawingml/2006/main">
            <a:off x="400050" y="1009650"/>
            <a:ext cx="11391900" cy="9525"/>
          </a:xfrm>
          <a:prstGeom xmlns:a="http://schemas.openxmlformats.org/drawingml/2006/main" prst="rect">
            <a:avLst/>
          </a:prstGeom>
          <a:solidFill xmlns:a="http://schemas.openxmlformats.org/drawingml/2006/main">
            <a:srgbClr val="D8E2E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8B2ECE2-0F85-4413-BAAE-42CAF64C0777}"/>
              </a:ext>
            </a:extLst>
          </p:cNvPr>
          <p:cNvSpPr>
            <a:spLocks xmlns:a="http://schemas.openxmlformats.org/drawingml/2006/main" noGrp="1"/>
          </p:cNvSpPr>
          <p:nvPr/>
        </p:nvSpPr>
        <p:spPr>
          <a:xfrm xmlns:a="http://schemas.openxmlformats.org/drawingml/2006/main">
            <a:off x="11334750" y="6477000"/>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0">
                <a:solidFill>
                  <a:srgbClr val="687B8C"/>
                </a:solidFill>
              </a:defRPr>
            </a:pPr>
            <a:r>
              <a:rPr sz="900" b="0">
                <a:solidFill>
                  <a:srgbClr val="687B8C"/>
                </a:solidFill>
              </a:rPr>
              <a:t>07</a:t>
            </a:r>
          </a:p>
        </p:txBody>
      </p:sp>
      <p:sp>
        <p:nvSpPr>
          <p:cNvPr id="6" name="">
            <a:extLst xmlns:a="http://schemas.openxmlformats.org/drawingml/2006/main">
              <a:ext uri="{FF2B5EF4-FFF2-40B4-BE49-F238E27FC236}">
                <a16:creationId xmlns:a16="http://schemas.microsoft.com/office/drawing/2014/main" id="{112DBFF9-58FE-4A89-9280-DD1D189155ED}"/>
              </a:ext>
            </a:extLst>
          </p:cNvPr>
          <p:cNvSpPr>
            <a:spLocks xmlns:a="http://schemas.openxmlformats.org/drawingml/2006/main" noGrp="1"/>
          </p:cNvSpPr>
          <p:nvPr/>
        </p:nvSpPr>
        <p:spPr>
          <a:xfrm xmlns:a="http://schemas.openxmlformats.org/drawingml/2006/main">
            <a:off x="666750" y="1466850"/>
            <a:ext cx="3333750" cy="3733800"/>
          </a:xfrm>
          <a:prstGeom xmlns:a="http://schemas.openxmlformats.org/drawingml/2006/main" prst="roundRect">
            <a:avLst>
              <a:gd name="adj" fmla="val 4571"/>
            </a:avLst>
          </a:prstGeom>
          <a:solidFill xmlns:a="http://schemas.openxmlformats.org/drawingml/2006/main">
            <a:srgbClr val="F4F7FA"/>
          </a:solidFill>
          <a:ln xmlns:a="http://schemas.openxmlformats.org/drawingml/2006/main" w="9525">
            <a:solidFill>
              <a:srgbClr val="D8E2EA"/>
            </a:solidFill>
            <a:prstDash val="solid"/>
          </a:ln>
        </p:spPr>
      </p:sp>
      <p:sp>
        <p:nvSpPr>
          <p:cNvPr id="7" name="">
            <a:extLst xmlns:a="http://schemas.openxmlformats.org/drawingml/2006/main">
              <a:ext uri="{FF2B5EF4-FFF2-40B4-BE49-F238E27FC236}">
                <a16:creationId xmlns:a16="http://schemas.microsoft.com/office/drawing/2014/main" id="{BA684991-8E6D-4B32-B32C-5368364EDE02}"/>
              </a:ext>
            </a:extLst>
          </p:cNvPr>
          <p:cNvSpPr>
            <a:spLocks xmlns:a="http://schemas.openxmlformats.org/drawingml/2006/main" noGrp="1"/>
          </p:cNvSpPr>
          <p:nvPr/>
        </p:nvSpPr>
        <p:spPr>
          <a:xfrm xmlns:a="http://schemas.openxmlformats.org/drawingml/2006/main">
            <a:off x="876300" y="1657350"/>
            <a:ext cx="2914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74A74"/>
                </a:solidFill>
              </a:defRPr>
            </a:pPr>
            <a:r>
              <a:rPr sz="1575" b="1">
                <a:solidFill>
                  <a:srgbClr val="174A74"/>
                </a:solidFill>
              </a:rPr>
              <a:t>一张 WSI</a:t>
            </a:r>
          </a:p>
        </p:txBody>
      </p:sp>
      <p:sp>
        <p:nvSpPr>
          <p:cNvPr id="8" name="">
            <a:extLst xmlns:a="http://schemas.openxmlformats.org/drawingml/2006/main">
              <a:ext uri="{FF2B5EF4-FFF2-40B4-BE49-F238E27FC236}">
                <a16:creationId xmlns:a16="http://schemas.microsoft.com/office/drawing/2014/main" id="{E32D9D46-8C4F-49DF-8A6E-05924EFCA244}"/>
              </a:ext>
            </a:extLst>
          </p:cNvPr>
          <p:cNvSpPr>
            <a:spLocks xmlns:a="http://schemas.openxmlformats.org/drawingml/2006/main" noGrp="1"/>
          </p:cNvSpPr>
          <p:nvPr/>
        </p:nvSpPr>
        <p:spPr>
          <a:xfrm xmlns:a="http://schemas.openxmlformats.org/drawingml/2006/main">
            <a:off x="952500" y="2190750"/>
            <a:ext cx="361950" cy="304800"/>
          </a:xfrm>
          <a:prstGeom xmlns:a="http://schemas.openxmlformats.org/drawingml/2006/main" prst="roundRect">
            <a:avLst>
              <a:gd name="adj" fmla="val 6250"/>
            </a:avLst>
          </a:prstGeom>
          <a:solidFill xmlns:a="http://schemas.openxmlformats.org/drawingml/2006/main">
            <a:srgbClr val="F0C8D3"/>
          </a:solidFill>
          <a:ln xmlns:a="http://schemas.openxmlformats.org/drawingml/2006/main" w="9525">
            <a:solidFill>
              <a:srgbClr val="FFFFFF"/>
            </a:solidFill>
            <a:prstDash val="solid"/>
          </a:ln>
        </p:spPr>
      </p:sp>
      <p:sp>
        <p:nvSpPr>
          <p:cNvPr id="9" name="">
            <a:extLst xmlns:a="http://schemas.openxmlformats.org/drawingml/2006/main">
              <a:ext uri="{FF2B5EF4-FFF2-40B4-BE49-F238E27FC236}">
                <a16:creationId xmlns:a16="http://schemas.microsoft.com/office/drawing/2014/main" id="{C3BFA2C5-6C94-4318-B416-C68C4E0826D0}"/>
              </a:ext>
            </a:extLst>
          </p:cNvPr>
          <p:cNvSpPr>
            <a:spLocks xmlns:a="http://schemas.openxmlformats.org/drawingml/2006/main" noGrp="1"/>
          </p:cNvSpPr>
          <p:nvPr/>
        </p:nvSpPr>
        <p:spPr>
          <a:xfrm xmlns:a="http://schemas.openxmlformats.org/drawingml/2006/main">
            <a:off x="1390650" y="2190750"/>
            <a:ext cx="361950" cy="304800"/>
          </a:xfrm>
          <a:prstGeom xmlns:a="http://schemas.openxmlformats.org/drawingml/2006/main" prst="roundRect">
            <a:avLst>
              <a:gd name="adj" fmla="val 6250"/>
            </a:avLst>
          </a:prstGeom>
          <a:solidFill xmlns:a="http://schemas.openxmlformats.org/drawingml/2006/main">
            <a:srgbClr val="D8B3CD"/>
          </a:solidFill>
          <a:ln xmlns:a="http://schemas.openxmlformats.org/drawingml/2006/main" w="9525">
            <a:solidFill>
              <a:srgbClr val="FFFFFF"/>
            </a:solidFill>
            <a:prstDash val="solid"/>
          </a:ln>
        </p:spPr>
      </p:sp>
      <p:sp>
        <p:nvSpPr>
          <p:cNvPr id="10" name="">
            <a:extLst xmlns:a="http://schemas.openxmlformats.org/drawingml/2006/main">
              <a:ext uri="{FF2B5EF4-FFF2-40B4-BE49-F238E27FC236}">
                <a16:creationId xmlns:a16="http://schemas.microsoft.com/office/drawing/2014/main" id="{D5A16175-933B-44EB-9709-FF5B57135ADC}"/>
              </a:ext>
            </a:extLst>
          </p:cNvPr>
          <p:cNvSpPr>
            <a:spLocks xmlns:a="http://schemas.openxmlformats.org/drawingml/2006/main" noGrp="1"/>
          </p:cNvSpPr>
          <p:nvPr/>
        </p:nvSpPr>
        <p:spPr>
          <a:xfrm xmlns:a="http://schemas.openxmlformats.org/drawingml/2006/main">
            <a:off x="1828800" y="2190750"/>
            <a:ext cx="361950" cy="304800"/>
          </a:xfrm>
          <a:prstGeom xmlns:a="http://schemas.openxmlformats.org/drawingml/2006/main" prst="roundRect">
            <a:avLst>
              <a:gd name="adj" fmla="val 6250"/>
            </a:avLst>
          </a:prstGeom>
          <a:solidFill xmlns:a="http://schemas.openxmlformats.org/drawingml/2006/main">
            <a:srgbClr val="A9C8D8"/>
          </a:solidFill>
          <a:ln xmlns:a="http://schemas.openxmlformats.org/drawingml/2006/main" w="9525">
            <a:solidFill>
              <a:srgbClr val="FFFFFF"/>
            </a:solidFill>
            <a:prstDash val="solid"/>
          </a:ln>
        </p:spPr>
      </p:sp>
      <p:sp>
        <p:nvSpPr>
          <p:cNvPr id="11" name="">
            <a:extLst xmlns:a="http://schemas.openxmlformats.org/drawingml/2006/main">
              <a:ext uri="{FF2B5EF4-FFF2-40B4-BE49-F238E27FC236}">
                <a16:creationId xmlns:a16="http://schemas.microsoft.com/office/drawing/2014/main" id="{852088DB-D4C2-4206-85B9-986A3B18AFE8}"/>
              </a:ext>
            </a:extLst>
          </p:cNvPr>
          <p:cNvSpPr>
            <a:spLocks xmlns:a="http://schemas.openxmlformats.org/drawingml/2006/main" noGrp="1"/>
          </p:cNvSpPr>
          <p:nvPr/>
        </p:nvSpPr>
        <p:spPr>
          <a:xfrm xmlns:a="http://schemas.openxmlformats.org/drawingml/2006/main">
            <a:off x="2266950" y="2190750"/>
            <a:ext cx="361950" cy="304800"/>
          </a:xfrm>
          <a:prstGeom xmlns:a="http://schemas.openxmlformats.org/drawingml/2006/main" prst="roundRect">
            <a:avLst>
              <a:gd name="adj" fmla="val 6250"/>
            </a:avLst>
          </a:prstGeom>
          <a:solidFill xmlns:a="http://schemas.openxmlformats.org/drawingml/2006/main">
            <a:srgbClr val="C9B3D5"/>
          </a:solidFill>
          <a:ln xmlns:a="http://schemas.openxmlformats.org/drawingml/2006/main" w="9525">
            <a:solidFill>
              <a:srgbClr val="FFFFFF"/>
            </a:solidFill>
            <a:prstDash val="solid"/>
          </a:ln>
        </p:spPr>
      </p:sp>
      <p:sp>
        <p:nvSpPr>
          <p:cNvPr id="12" name="">
            <a:extLst xmlns:a="http://schemas.openxmlformats.org/drawingml/2006/main">
              <a:ext uri="{FF2B5EF4-FFF2-40B4-BE49-F238E27FC236}">
                <a16:creationId xmlns:a16="http://schemas.microsoft.com/office/drawing/2014/main" id="{6BCB72E7-7A16-4FE1-9355-1C4B454D1654}"/>
              </a:ext>
            </a:extLst>
          </p:cNvPr>
          <p:cNvSpPr>
            <a:spLocks xmlns:a="http://schemas.openxmlformats.org/drawingml/2006/main" noGrp="1"/>
          </p:cNvSpPr>
          <p:nvPr/>
        </p:nvSpPr>
        <p:spPr>
          <a:xfrm xmlns:a="http://schemas.openxmlformats.org/drawingml/2006/main">
            <a:off x="2705100" y="2190750"/>
            <a:ext cx="361950" cy="304800"/>
          </a:xfrm>
          <a:prstGeom xmlns:a="http://schemas.openxmlformats.org/drawingml/2006/main" prst="roundRect">
            <a:avLst>
              <a:gd name="adj" fmla="val 6250"/>
            </a:avLst>
          </a:prstGeom>
          <a:solidFill xmlns:a="http://schemas.openxmlformats.org/drawingml/2006/main">
            <a:srgbClr val="E4C49B"/>
          </a:solidFill>
          <a:ln xmlns:a="http://schemas.openxmlformats.org/drawingml/2006/main" w="9525">
            <a:solidFill>
              <a:srgbClr val="FFFFFF"/>
            </a:solidFill>
            <a:prstDash val="solid"/>
          </a:ln>
        </p:spPr>
      </p:sp>
      <p:sp>
        <p:nvSpPr>
          <p:cNvPr id="13" name="">
            <a:extLst xmlns:a="http://schemas.openxmlformats.org/drawingml/2006/main">
              <a:ext uri="{FF2B5EF4-FFF2-40B4-BE49-F238E27FC236}">
                <a16:creationId xmlns:a16="http://schemas.microsoft.com/office/drawing/2014/main" id="{4C4561A1-2731-4E58-BE56-6962E1A6FDDA}"/>
              </a:ext>
            </a:extLst>
          </p:cNvPr>
          <p:cNvSpPr>
            <a:spLocks xmlns:a="http://schemas.openxmlformats.org/drawingml/2006/main" noGrp="1"/>
          </p:cNvSpPr>
          <p:nvPr/>
        </p:nvSpPr>
        <p:spPr>
          <a:xfrm xmlns:a="http://schemas.openxmlformats.org/drawingml/2006/main">
            <a:off x="3143250" y="2190750"/>
            <a:ext cx="361950" cy="304800"/>
          </a:xfrm>
          <a:prstGeom xmlns:a="http://schemas.openxmlformats.org/drawingml/2006/main" prst="roundRect">
            <a:avLst>
              <a:gd name="adj" fmla="val 6250"/>
            </a:avLst>
          </a:prstGeom>
          <a:solidFill xmlns:a="http://schemas.openxmlformats.org/drawingml/2006/main">
            <a:srgbClr val="F0C8D3"/>
          </a:solidFill>
          <a:ln xmlns:a="http://schemas.openxmlformats.org/drawingml/2006/main" w="9525">
            <a:solidFill>
              <a:srgbClr val="FFFFFF"/>
            </a:solidFill>
            <a:prstDash val="solid"/>
          </a:ln>
        </p:spPr>
      </p:sp>
      <p:sp>
        <p:nvSpPr>
          <p:cNvPr id="14" name="">
            <a:extLst xmlns:a="http://schemas.openxmlformats.org/drawingml/2006/main">
              <a:ext uri="{FF2B5EF4-FFF2-40B4-BE49-F238E27FC236}">
                <a16:creationId xmlns:a16="http://schemas.microsoft.com/office/drawing/2014/main" id="{C9BA8B11-759E-4A26-B831-4DBCD5DB19D9}"/>
              </a:ext>
            </a:extLst>
          </p:cNvPr>
          <p:cNvSpPr>
            <a:spLocks xmlns:a="http://schemas.openxmlformats.org/drawingml/2006/main" noGrp="1"/>
          </p:cNvSpPr>
          <p:nvPr/>
        </p:nvSpPr>
        <p:spPr>
          <a:xfrm xmlns:a="http://schemas.openxmlformats.org/drawingml/2006/main">
            <a:off x="952500" y="2619375"/>
            <a:ext cx="361950" cy="304800"/>
          </a:xfrm>
          <a:prstGeom xmlns:a="http://schemas.openxmlformats.org/drawingml/2006/main" prst="roundRect">
            <a:avLst>
              <a:gd name="adj" fmla="val 6250"/>
            </a:avLst>
          </a:prstGeom>
          <a:solidFill xmlns:a="http://schemas.openxmlformats.org/drawingml/2006/main">
            <a:srgbClr val="A9C8D8"/>
          </a:solidFill>
          <a:ln xmlns:a="http://schemas.openxmlformats.org/drawingml/2006/main" w="9525">
            <a:solidFill>
              <a:srgbClr val="FFFFFF"/>
            </a:solidFill>
            <a:prstDash val="solid"/>
          </a:ln>
        </p:spPr>
      </p:sp>
      <p:sp>
        <p:nvSpPr>
          <p:cNvPr id="15" name="">
            <a:extLst xmlns:a="http://schemas.openxmlformats.org/drawingml/2006/main">
              <a:ext uri="{FF2B5EF4-FFF2-40B4-BE49-F238E27FC236}">
                <a16:creationId xmlns:a16="http://schemas.microsoft.com/office/drawing/2014/main" id="{40197AD9-3490-4C0A-8EF9-D896ADEEBFB2}"/>
              </a:ext>
            </a:extLst>
          </p:cNvPr>
          <p:cNvSpPr>
            <a:spLocks xmlns:a="http://schemas.openxmlformats.org/drawingml/2006/main" noGrp="1"/>
          </p:cNvSpPr>
          <p:nvPr/>
        </p:nvSpPr>
        <p:spPr>
          <a:xfrm xmlns:a="http://schemas.openxmlformats.org/drawingml/2006/main">
            <a:off x="1390650" y="2619375"/>
            <a:ext cx="361950" cy="304800"/>
          </a:xfrm>
          <a:prstGeom xmlns:a="http://schemas.openxmlformats.org/drawingml/2006/main" prst="roundRect">
            <a:avLst>
              <a:gd name="adj" fmla="val 6250"/>
            </a:avLst>
          </a:prstGeom>
          <a:solidFill xmlns:a="http://schemas.openxmlformats.org/drawingml/2006/main">
            <a:srgbClr val="C9B3D5"/>
          </a:solidFill>
          <a:ln xmlns:a="http://schemas.openxmlformats.org/drawingml/2006/main" w="9525">
            <a:solidFill>
              <a:srgbClr val="FFFFFF"/>
            </a:solidFill>
            <a:prstDash val="solid"/>
          </a:ln>
        </p:spPr>
      </p:sp>
      <p:sp>
        <p:nvSpPr>
          <p:cNvPr id="16" name="">
            <a:extLst xmlns:a="http://schemas.openxmlformats.org/drawingml/2006/main">
              <a:ext uri="{FF2B5EF4-FFF2-40B4-BE49-F238E27FC236}">
                <a16:creationId xmlns:a16="http://schemas.microsoft.com/office/drawing/2014/main" id="{21FA85E9-38B0-42AA-9D84-3213BC59D74D}"/>
              </a:ext>
            </a:extLst>
          </p:cNvPr>
          <p:cNvSpPr>
            <a:spLocks xmlns:a="http://schemas.openxmlformats.org/drawingml/2006/main" noGrp="1"/>
          </p:cNvSpPr>
          <p:nvPr/>
        </p:nvSpPr>
        <p:spPr>
          <a:xfrm xmlns:a="http://schemas.openxmlformats.org/drawingml/2006/main">
            <a:off x="1828800" y="2619375"/>
            <a:ext cx="361950" cy="304800"/>
          </a:xfrm>
          <a:prstGeom xmlns:a="http://schemas.openxmlformats.org/drawingml/2006/main" prst="roundRect">
            <a:avLst>
              <a:gd name="adj" fmla="val 6250"/>
            </a:avLst>
          </a:prstGeom>
          <a:solidFill xmlns:a="http://schemas.openxmlformats.org/drawingml/2006/main">
            <a:srgbClr val="E4C49B"/>
          </a:solidFill>
          <a:ln xmlns:a="http://schemas.openxmlformats.org/drawingml/2006/main" w="9525">
            <a:solidFill>
              <a:srgbClr val="FFFFFF"/>
            </a:solidFill>
            <a:prstDash val="solid"/>
          </a:ln>
        </p:spPr>
      </p:sp>
      <p:sp>
        <p:nvSpPr>
          <p:cNvPr id="17" name="">
            <a:extLst xmlns:a="http://schemas.openxmlformats.org/drawingml/2006/main">
              <a:ext uri="{FF2B5EF4-FFF2-40B4-BE49-F238E27FC236}">
                <a16:creationId xmlns:a16="http://schemas.microsoft.com/office/drawing/2014/main" id="{DCDC1120-5929-4F44-8003-6E095A027937}"/>
              </a:ext>
            </a:extLst>
          </p:cNvPr>
          <p:cNvSpPr>
            <a:spLocks xmlns:a="http://schemas.openxmlformats.org/drawingml/2006/main" noGrp="1"/>
          </p:cNvSpPr>
          <p:nvPr/>
        </p:nvSpPr>
        <p:spPr>
          <a:xfrm xmlns:a="http://schemas.openxmlformats.org/drawingml/2006/main">
            <a:off x="2266950" y="2619375"/>
            <a:ext cx="361950" cy="304800"/>
          </a:xfrm>
          <a:prstGeom xmlns:a="http://schemas.openxmlformats.org/drawingml/2006/main" prst="roundRect">
            <a:avLst>
              <a:gd name="adj" fmla="val 6250"/>
            </a:avLst>
          </a:prstGeom>
          <a:solidFill xmlns:a="http://schemas.openxmlformats.org/drawingml/2006/main">
            <a:srgbClr val="F0C8D3"/>
          </a:solidFill>
          <a:ln xmlns:a="http://schemas.openxmlformats.org/drawingml/2006/main" w="9525">
            <a:solidFill>
              <a:srgbClr val="FFFFFF"/>
            </a:solidFill>
            <a:prstDash val="solid"/>
          </a:ln>
        </p:spPr>
      </p:sp>
      <p:sp>
        <p:nvSpPr>
          <p:cNvPr id="18" name="">
            <a:extLst xmlns:a="http://schemas.openxmlformats.org/drawingml/2006/main">
              <a:ext uri="{FF2B5EF4-FFF2-40B4-BE49-F238E27FC236}">
                <a16:creationId xmlns:a16="http://schemas.microsoft.com/office/drawing/2014/main" id="{AC891BDE-DE59-40C6-9283-B8B7F40FB3DB}"/>
              </a:ext>
            </a:extLst>
          </p:cNvPr>
          <p:cNvSpPr>
            <a:spLocks xmlns:a="http://schemas.openxmlformats.org/drawingml/2006/main" noGrp="1"/>
          </p:cNvSpPr>
          <p:nvPr/>
        </p:nvSpPr>
        <p:spPr>
          <a:xfrm xmlns:a="http://schemas.openxmlformats.org/drawingml/2006/main">
            <a:off x="2705100" y="2619375"/>
            <a:ext cx="361950" cy="304800"/>
          </a:xfrm>
          <a:prstGeom xmlns:a="http://schemas.openxmlformats.org/drawingml/2006/main" prst="roundRect">
            <a:avLst>
              <a:gd name="adj" fmla="val 6250"/>
            </a:avLst>
          </a:prstGeom>
          <a:solidFill xmlns:a="http://schemas.openxmlformats.org/drawingml/2006/main">
            <a:srgbClr val="D8B3CD"/>
          </a:solidFill>
          <a:ln xmlns:a="http://schemas.openxmlformats.org/drawingml/2006/main" w="9525">
            <a:solidFill>
              <a:srgbClr val="FFFFFF"/>
            </a:solidFill>
            <a:prstDash val="solid"/>
          </a:ln>
        </p:spPr>
      </p:sp>
      <p:sp>
        <p:nvSpPr>
          <p:cNvPr id="19" name="">
            <a:extLst xmlns:a="http://schemas.openxmlformats.org/drawingml/2006/main">
              <a:ext uri="{FF2B5EF4-FFF2-40B4-BE49-F238E27FC236}">
                <a16:creationId xmlns:a16="http://schemas.microsoft.com/office/drawing/2014/main" id="{1BB4A0A0-5703-415F-A4E6-938545A83EDE}"/>
              </a:ext>
            </a:extLst>
          </p:cNvPr>
          <p:cNvSpPr>
            <a:spLocks xmlns:a="http://schemas.openxmlformats.org/drawingml/2006/main" noGrp="1"/>
          </p:cNvSpPr>
          <p:nvPr/>
        </p:nvSpPr>
        <p:spPr>
          <a:xfrm xmlns:a="http://schemas.openxmlformats.org/drawingml/2006/main">
            <a:off x="3143250" y="2619375"/>
            <a:ext cx="361950" cy="304800"/>
          </a:xfrm>
          <a:prstGeom xmlns:a="http://schemas.openxmlformats.org/drawingml/2006/main" prst="roundRect">
            <a:avLst>
              <a:gd name="adj" fmla="val 6250"/>
            </a:avLst>
          </a:prstGeom>
          <a:solidFill xmlns:a="http://schemas.openxmlformats.org/drawingml/2006/main">
            <a:srgbClr val="A9C8D8"/>
          </a:solidFill>
          <a:ln xmlns:a="http://schemas.openxmlformats.org/drawingml/2006/main" w="9525">
            <a:solidFill>
              <a:srgbClr val="FFFFFF"/>
            </a:solidFill>
            <a:prstDash val="solid"/>
          </a:ln>
        </p:spPr>
      </p:sp>
      <p:sp>
        <p:nvSpPr>
          <p:cNvPr id="20" name="">
            <a:extLst xmlns:a="http://schemas.openxmlformats.org/drawingml/2006/main">
              <a:ext uri="{FF2B5EF4-FFF2-40B4-BE49-F238E27FC236}">
                <a16:creationId xmlns:a16="http://schemas.microsoft.com/office/drawing/2014/main" id="{DC5ED520-1F3F-40FA-9A2E-F163E2389C8A}"/>
              </a:ext>
            </a:extLst>
          </p:cNvPr>
          <p:cNvSpPr>
            <a:spLocks xmlns:a="http://schemas.openxmlformats.org/drawingml/2006/main" noGrp="1"/>
          </p:cNvSpPr>
          <p:nvPr/>
        </p:nvSpPr>
        <p:spPr>
          <a:xfrm xmlns:a="http://schemas.openxmlformats.org/drawingml/2006/main">
            <a:off x="952500" y="3048000"/>
            <a:ext cx="361950" cy="304800"/>
          </a:xfrm>
          <a:prstGeom xmlns:a="http://schemas.openxmlformats.org/drawingml/2006/main" prst="roundRect">
            <a:avLst>
              <a:gd name="adj" fmla="val 6250"/>
            </a:avLst>
          </a:prstGeom>
          <a:solidFill xmlns:a="http://schemas.openxmlformats.org/drawingml/2006/main">
            <a:srgbClr val="E4C49B"/>
          </a:solidFill>
          <a:ln xmlns:a="http://schemas.openxmlformats.org/drawingml/2006/main" w="9525">
            <a:solidFill>
              <a:srgbClr val="FFFFFF"/>
            </a:solidFill>
            <a:prstDash val="solid"/>
          </a:ln>
        </p:spPr>
      </p:sp>
      <p:sp>
        <p:nvSpPr>
          <p:cNvPr id="21" name="">
            <a:extLst xmlns:a="http://schemas.openxmlformats.org/drawingml/2006/main">
              <a:ext uri="{FF2B5EF4-FFF2-40B4-BE49-F238E27FC236}">
                <a16:creationId xmlns:a16="http://schemas.microsoft.com/office/drawing/2014/main" id="{D674EDA5-687B-4A1E-8824-685232EA2C7E}"/>
              </a:ext>
            </a:extLst>
          </p:cNvPr>
          <p:cNvSpPr>
            <a:spLocks xmlns:a="http://schemas.openxmlformats.org/drawingml/2006/main" noGrp="1"/>
          </p:cNvSpPr>
          <p:nvPr/>
        </p:nvSpPr>
        <p:spPr>
          <a:xfrm xmlns:a="http://schemas.openxmlformats.org/drawingml/2006/main">
            <a:off x="1390650" y="3048000"/>
            <a:ext cx="361950" cy="304800"/>
          </a:xfrm>
          <a:prstGeom xmlns:a="http://schemas.openxmlformats.org/drawingml/2006/main" prst="roundRect">
            <a:avLst>
              <a:gd name="adj" fmla="val 6250"/>
            </a:avLst>
          </a:prstGeom>
          <a:solidFill xmlns:a="http://schemas.openxmlformats.org/drawingml/2006/main">
            <a:srgbClr val="F0C8D3"/>
          </a:solidFill>
          <a:ln xmlns:a="http://schemas.openxmlformats.org/drawingml/2006/main" w="9525">
            <a:solidFill>
              <a:srgbClr val="FFFFFF"/>
            </a:solidFill>
            <a:prstDash val="solid"/>
          </a:ln>
        </p:spPr>
      </p:sp>
      <p:sp>
        <p:nvSpPr>
          <p:cNvPr id="22" name="">
            <a:extLst xmlns:a="http://schemas.openxmlformats.org/drawingml/2006/main">
              <a:ext uri="{FF2B5EF4-FFF2-40B4-BE49-F238E27FC236}">
                <a16:creationId xmlns:a16="http://schemas.microsoft.com/office/drawing/2014/main" id="{C207E62F-60B7-43A6-B2EA-EEFD778E8236}"/>
              </a:ext>
            </a:extLst>
          </p:cNvPr>
          <p:cNvSpPr>
            <a:spLocks xmlns:a="http://schemas.openxmlformats.org/drawingml/2006/main" noGrp="1"/>
          </p:cNvSpPr>
          <p:nvPr/>
        </p:nvSpPr>
        <p:spPr>
          <a:xfrm xmlns:a="http://schemas.openxmlformats.org/drawingml/2006/main">
            <a:off x="1828800" y="3048000"/>
            <a:ext cx="361950" cy="304800"/>
          </a:xfrm>
          <a:prstGeom xmlns:a="http://schemas.openxmlformats.org/drawingml/2006/main" prst="roundRect">
            <a:avLst>
              <a:gd name="adj" fmla="val 6250"/>
            </a:avLst>
          </a:prstGeom>
          <a:solidFill xmlns:a="http://schemas.openxmlformats.org/drawingml/2006/main">
            <a:srgbClr val="D8B3CD"/>
          </a:solidFill>
          <a:ln xmlns:a="http://schemas.openxmlformats.org/drawingml/2006/main" w="9525">
            <a:solidFill>
              <a:srgbClr val="FFFFFF"/>
            </a:solidFill>
            <a:prstDash val="solid"/>
          </a:ln>
        </p:spPr>
      </p:sp>
      <p:sp>
        <p:nvSpPr>
          <p:cNvPr id="23" name="">
            <a:extLst xmlns:a="http://schemas.openxmlformats.org/drawingml/2006/main">
              <a:ext uri="{FF2B5EF4-FFF2-40B4-BE49-F238E27FC236}">
                <a16:creationId xmlns:a16="http://schemas.microsoft.com/office/drawing/2014/main" id="{4B524770-483C-45D8-8077-15D661DDBF01}"/>
              </a:ext>
            </a:extLst>
          </p:cNvPr>
          <p:cNvSpPr>
            <a:spLocks xmlns:a="http://schemas.openxmlformats.org/drawingml/2006/main" noGrp="1"/>
          </p:cNvSpPr>
          <p:nvPr/>
        </p:nvSpPr>
        <p:spPr>
          <a:xfrm xmlns:a="http://schemas.openxmlformats.org/drawingml/2006/main">
            <a:off x="2266950" y="3048000"/>
            <a:ext cx="361950" cy="304800"/>
          </a:xfrm>
          <a:prstGeom xmlns:a="http://schemas.openxmlformats.org/drawingml/2006/main" prst="roundRect">
            <a:avLst>
              <a:gd name="adj" fmla="val 6250"/>
            </a:avLst>
          </a:prstGeom>
          <a:solidFill xmlns:a="http://schemas.openxmlformats.org/drawingml/2006/main">
            <a:srgbClr val="A9C8D8"/>
          </a:solidFill>
          <a:ln xmlns:a="http://schemas.openxmlformats.org/drawingml/2006/main" w="9525">
            <a:solidFill>
              <a:srgbClr val="FFFFFF"/>
            </a:solidFill>
            <a:prstDash val="solid"/>
          </a:ln>
        </p:spPr>
      </p:sp>
      <p:sp>
        <p:nvSpPr>
          <p:cNvPr id="24" name="">
            <a:extLst xmlns:a="http://schemas.openxmlformats.org/drawingml/2006/main">
              <a:ext uri="{FF2B5EF4-FFF2-40B4-BE49-F238E27FC236}">
                <a16:creationId xmlns:a16="http://schemas.microsoft.com/office/drawing/2014/main" id="{38FF0EBC-0E0A-451B-9E5B-487718251E8B}"/>
              </a:ext>
            </a:extLst>
          </p:cNvPr>
          <p:cNvSpPr>
            <a:spLocks xmlns:a="http://schemas.openxmlformats.org/drawingml/2006/main" noGrp="1"/>
          </p:cNvSpPr>
          <p:nvPr/>
        </p:nvSpPr>
        <p:spPr>
          <a:xfrm xmlns:a="http://schemas.openxmlformats.org/drawingml/2006/main">
            <a:off x="2705100" y="3048000"/>
            <a:ext cx="361950" cy="304800"/>
          </a:xfrm>
          <a:prstGeom xmlns:a="http://schemas.openxmlformats.org/drawingml/2006/main" prst="roundRect">
            <a:avLst>
              <a:gd name="adj" fmla="val 6250"/>
            </a:avLst>
          </a:prstGeom>
          <a:solidFill xmlns:a="http://schemas.openxmlformats.org/drawingml/2006/main">
            <a:srgbClr val="C9B3D5"/>
          </a:solidFill>
          <a:ln xmlns:a="http://schemas.openxmlformats.org/drawingml/2006/main" w="9525">
            <a:solidFill>
              <a:srgbClr val="FFFFFF"/>
            </a:solidFill>
            <a:prstDash val="solid"/>
          </a:ln>
        </p:spPr>
      </p:sp>
      <p:sp>
        <p:nvSpPr>
          <p:cNvPr id="25" name="">
            <a:extLst xmlns:a="http://schemas.openxmlformats.org/drawingml/2006/main">
              <a:ext uri="{FF2B5EF4-FFF2-40B4-BE49-F238E27FC236}">
                <a16:creationId xmlns:a16="http://schemas.microsoft.com/office/drawing/2014/main" id="{1C0EA789-5C53-4408-AB98-C25C8CBE3117}"/>
              </a:ext>
            </a:extLst>
          </p:cNvPr>
          <p:cNvSpPr>
            <a:spLocks xmlns:a="http://schemas.openxmlformats.org/drawingml/2006/main" noGrp="1"/>
          </p:cNvSpPr>
          <p:nvPr/>
        </p:nvSpPr>
        <p:spPr>
          <a:xfrm xmlns:a="http://schemas.openxmlformats.org/drawingml/2006/main">
            <a:off x="3143250" y="3048000"/>
            <a:ext cx="361950" cy="304800"/>
          </a:xfrm>
          <a:prstGeom xmlns:a="http://schemas.openxmlformats.org/drawingml/2006/main" prst="roundRect">
            <a:avLst>
              <a:gd name="adj" fmla="val 6250"/>
            </a:avLst>
          </a:prstGeom>
          <a:solidFill xmlns:a="http://schemas.openxmlformats.org/drawingml/2006/main">
            <a:srgbClr val="E4C49B"/>
          </a:solidFill>
          <a:ln xmlns:a="http://schemas.openxmlformats.org/drawingml/2006/main" w="9525">
            <a:solidFill>
              <a:srgbClr val="FFFFFF"/>
            </a:solidFill>
            <a:prstDash val="solid"/>
          </a:ln>
        </p:spPr>
      </p:sp>
      <p:sp>
        <p:nvSpPr>
          <p:cNvPr id="26" name="">
            <a:extLst xmlns:a="http://schemas.openxmlformats.org/drawingml/2006/main">
              <a:ext uri="{FF2B5EF4-FFF2-40B4-BE49-F238E27FC236}">
                <a16:creationId xmlns:a16="http://schemas.microsoft.com/office/drawing/2014/main" id="{89B01A6A-A4CC-451E-9CCA-705DB60553D8}"/>
              </a:ext>
            </a:extLst>
          </p:cNvPr>
          <p:cNvSpPr>
            <a:spLocks xmlns:a="http://schemas.openxmlformats.org/drawingml/2006/main" noGrp="1"/>
          </p:cNvSpPr>
          <p:nvPr/>
        </p:nvSpPr>
        <p:spPr>
          <a:xfrm xmlns:a="http://schemas.openxmlformats.org/drawingml/2006/main">
            <a:off x="952500" y="3476625"/>
            <a:ext cx="361950" cy="304800"/>
          </a:xfrm>
          <a:prstGeom xmlns:a="http://schemas.openxmlformats.org/drawingml/2006/main" prst="roundRect">
            <a:avLst>
              <a:gd name="adj" fmla="val 6250"/>
            </a:avLst>
          </a:prstGeom>
          <a:solidFill xmlns:a="http://schemas.openxmlformats.org/drawingml/2006/main">
            <a:srgbClr val="D8B3CD"/>
          </a:solidFill>
          <a:ln xmlns:a="http://schemas.openxmlformats.org/drawingml/2006/main" w="9525">
            <a:solidFill>
              <a:srgbClr val="FFFFFF"/>
            </a:solidFill>
            <a:prstDash val="solid"/>
          </a:ln>
        </p:spPr>
      </p:sp>
      <p:sp>
        <p:nvSpPr>
          <p:cNvPr id="27" name="">
            <a:extLst xmlns:a="http://schemas.openxmlformats.org/drawingml/2006/main">
              <a:ext uri="{FF2B5EF4-FFF2-40B4-BE49-F238E27FC236}">
                <a16:creationId xmlns:a16="http://schemas.microsoft.com/office/drawing/2014/main" id="{8D5AE7DE-3650-4033-A385-DAD9A821BEB7}"/>
              </a:ext>
            </a:extLst>
          </p:cNvPr>
          <p:cNvSpPr>
            <a:spLocks xmlns:a="http://schemas.openxmlformats.org/drawingml/2006/main" noGrp="1"/>
          </p:cNvSpPr>
          <p:nvPr/>
        </p:nvSpPr>
        <p:spPr>
          <a:xfrm xmlns:a="http://schemas.openxmlformats.org/drawingml/2006/main">
            <a:off x="1390650" y="3476625"/>
            <a:ext cx="361950" cy="304800"/>
          </a:xfrm>
          <a:prstGeom xmlns:a="http://schemas.openxmlformats.org/drawingml/2006/main" prst="roundRect">
            <a:avLst>
              <a:gd name="adj" fmla="val 6250"/>
            </a:avLst>
          </a:prstGeom>
          <a:solidFill xmlns:a="http://schemas.openxmlformats.org/drawingml/2006/main">
            <a:srgbClr val="A9C8D8"/>
          </a:solidFill>
          <a:ln xmlns:a="http://schemas.openxmlformats.org/drawingml/2006/main" w="9525">
            <a:solidFill>
              <a:srgbClr val="FFFFFF"/>
            </a:solidFill>
            <a:prstDash val="solid"/>
          </a:ln>
        </p:spPr>
      </p:sp>
      <p:sp>
        <p:nvSpPr>
          <p:cNvPr id="28" name="">
            <a:extLst xmlns:a="http://schemas.openxmlformats.org/drawingml/2006/main">
              <a:ext uri="{FF2B5EF4-FFF2-40B4-BE49-F238E27FC236}">
                <a16:creationId xmlns:a16="http://schemas.microsoft.com/office/drawing/2014/main" id="{F4694DE9-09AE-4874-AD57-06C182D74C17}"/>
              </a:ext>
            </a:extLst>
          </p:cNvPr>
          <p:cNvSpPr>
            <a:spLocks xmlns:a="http://schemas.openxmlformats.org/drawingml/2006/main" noGrp="1"/>
          </p:cNvSpPr>
          <p:nvPr/>
        </p:nvSpPr>
        <p:spPr>
          <a:xfrm xmlns:a="http://schemas.openxmlformats.org/drawingml/2006/main">
            <a:off x="1828800" y="3476625"/>
            <a:ext cx="361950" cy="304800"/>
          </a:xfrm>
          <a:prstGeom xmlns:a="http://schemas.openxmlformats.org/drawingml/2006/main" prst="roundRect">
            <a:avLst>
              <a:gd name="adj" fmla="val 6250"/>
            </a:avLst>
          </a:prstGeom>
          <a:solidFill xmlns:a="http://schemas.openxmlformats.org/drawingml/2006/main">
            <a:srgbClr val="C9B3D5"/>
          </a:solidFill>
          <a:ln xmlns:a="http://schemas.openxmlformats.org/drawingml/2006/main" w="9525">
            <a:solidFill>
              <a:srgbClr val="FFFFFF"/>
            </a:solidFill>
            <a:prstDash val="solid"/>
          </a:ln>
        </p:spPr>
      </p:sp>
      <p:sp>
        <p:nvSpPr>
          <p:cNvPr id="29" name="">
            <a:extLst xmlns:a="http://schemas.openxmlformats.org/drawingml/2006/main">
              <a:ext uri="{FF2B5EF4-FFF2-40B4-BE49-F238E27FC236}">
                <a16:creationId xmlns:a16="http://schemas.microsoft.com/office/drawing/2014/main" id="{BD950A89-E5F5-4380-A48F-0E43C11C2844}"/>
              </a:ext>
            </a:extLst>
          </p:cNvPr>
          <p:cNvSpPr>
            <a:spLocks xmlns:a="http://schemas.openxmlformats.org/drawingml/2006/main" noGrp="1"/>
          </p:cNvSpPr>
          <p:nvPr/>
        </p:nvSpPr>
        <p:spPr>
          <a:xfrm xmlns:a="http://schemas.openxmlformats.org/drawingml/2006/main">
            <a:off x="2266950" y="3476625"/>
            <a:ext cx="361950" cy="304800"/>
          </a:xfrm>
          <a:prstGeom xmlns:a="http://schemas.openxmlformats.org/drawingml/2006/main" prst="roundRect">
            <a:avLst>
              <a:gd name="adj" fmla="val 6250"/>
            </a:avLst>
          </a:prstGeom>
          <a:solidFill xmlns:a="http://schemas.openxmlformats.org/drawingml/2006/main">
            <a:srgbClr val="E4C49B"/>
          </a:solidFill>
          <a:ln xmlns:a="http://schemas.openxmlformats.org/drawingml/2006/main" w="9525">
            <a:solidFill>
              <a:srgbClr val="FFFFFF"/>
            </a:solidFill>
            <a:prstDash val="solid"/>
          </a:ln>
        </p:spPr>
      </p:sp>
      <p:sp>
        <p:nvSpPr>
          <p:cNvPr id="30" name="">
            <a:extLst xmlns:a="http://schemas.openxmlformats.org/drawingml/2006/main">
              <a:ext uri="{FF2B5EF4-FFF2-40B4-BE49-F238E27FC236}">
                <a16:creationId xmlns:a16="http://schemas.microsoft.com/office/drawing/2014/main" id="{8E7F94D4-3E2A-4B15-88F2-CAA6ADEBE25A}"/>
              </a:ext>
            </a:extLst>
          </p:cNvPr>
          <p:cNvSpPr>
            <a:spLocks xmlns:a="http://schemas.openxmlformats.org/drawingml/2006/main" noGrp="1"/>
          </p:cNvSpPr>
          <p:nvPr/>
        </p:nvSpPr>
        <p:spPr>
          <a:xfrm xmlns:a="http://schemas.openxmlformats.org/drawingml/2006/main">
            <a:off x="2705100" y="3476625"/>
            <a:ext cx="361950" cy="304800"/>
          </a:xfrm>
          <a:prstGeom xmlns:a="http://schemas.openxmlformats.org/drawingml/2006/main" prst="roundRect">
            <a:avLst>
              <a:gd name="adj" fmla="val 6250"/>
            </a:avLst>
          </a:prstGeom>
          <a:solidFill xmlns:a="http://schemas.openxmlformats.org/drawingml/2006/main">
            <a:srgbClr val="F0C8D3"/>
          </a:solidFill>
          <a:ln xmlns:a="http://schemas.openxmlformats.org/drawingml/2006/main" w="9525">
            <a:solidFill>
              <a:srgbClr val="FFFFFF"/>
            </a:solidFill>
            <a:prstDash val="solid"/>
          </a:ln>
        </p:spPr>
      </p:sp>
      <p:sp>
        <p:nvSpPr>
          <p:cNvPr id="31" name="">
            <a:extLst xmlns:a="http://schemas.openxmlformats.org/drawingml/2006/main">
              <a:ext uri="{FF2B5EF4-FFF2-40B4-BE49-F238E27FC236}">
                <a16:creationId xmlns:a16="http://schemas.microsoft.com/office/drawing/2014/main" id="{6DD6406A-5431-4CA1-9359-EBF2D8944199}"/>
              </a:ext>
            </a:extLst>
          </p:cNvPr>
          <p:cNvSpPr>
            <a:spLocks xmlns:a="http://schemas.openxmlformats.org/drawingml/2006/main" noGrp="1"/>
          </p:cNvSpPr>
          <p:nvPr/>
        </p:nvSpPr>
        <p:spPr>
          <a:xfrm xmlns:a="http://schemas.openxmlformats.org/drawingml/2006/main">
            <a:off x="3143250" y="3476625"/>
            <a:ext cx="361950" cy="304800"/>
          </a:xfrm>
          <a:prstGeom xmlns:a="http://schemas.openxmlformats.org/drawingml/2006/main" prst="roundRect">
            <a:avLst>
              <a:gd name="adj" fmla="val 6250"/>
            </a:avLst>
          </a:prstGeom>
          <a:solidFill xmlns:a="http://schemas.openxmlformats.org/drawingml/2006/main">
            <a:srgbClr val="D8B3CD"/>
          </a:solidFill>
          <a:ln xmlns:a="http://schemas.openxmlformats.org/drawingml/2006/main" w="9525">
            <a:solidFill>
              <a:srgbClr val="FFFFFF"/>
            </a:solidFill>
            <a:prstDash val="solid"/>
          </a:ln>
        </p:spPr>
      </p:sp>
      <p:sp>
        <p:nvSpPr>
          <p:cNvPr id="32" name="">
            <a:extLst xmlns:a="http://schemas.openxmlformats.org/drawingml/2006/main">
              <a:ext uri="{FF2B5EF4-FFF2-40B4-BE49-F238E27FC236}">
                <a16:creationId xmlns:a16="http://schemas.microsoft.com/office/drawing/2014/main" id="{FFE791FF-7300-4585-889E-4CB1B4FE60C7}"/>
              </a:ext>
            </a:extLst>
          </p:cNvPr>
          <p:cNvSpPr>
            <a:spLocks xmlns:a="http://schemas.openxmlformats.org/drawingml/2006/main" noGrp="1"/>
          </p:cNvSpPr>
          <p:nvPr/>
        </p:nvSpPr>
        <p:spPr>
          <a:xfrm xmlns:a="http://schemas.openxmlformats.org/drawingml/2006/main">
            <a:off x="952500" y="3905250"/>
            <a:ext cx="361950" cy="304800"/>
          </a:xfrm>
          <a:prstGeom xmlns:a="http://schemas.openxmlformats.org/drawingml/2006/main" prst="roundRect">
            <a:avLst>
              <a:gd name="adj" fmla="val 6250"/>
            </a:avLst>
          </a:prstGeom>
          <a:solidFill xmlns:a="http://schemas.openxmlformats.org/drawingml/2006/main">
            <a:srgbClr val="C9B3D5"/>
          </a:solidFill>
          <a:ln xmlns:a="http://schemas.openxmlformats.org/drawingml/2006/main" w="9525">
            <a:solidFill>
              <a:srgbClr val="FFFFFF"/>
            </a:solidFill>
            <a:prstDash val="solid"/>
          </a:ln>
        </p:spPr>
      </p:sp>
      <p:sp>
        <p:nvSpPr>
          <p:cNvPr id="33" name="">
            <a:extLst xmlns:a="http://schemas.openxmlformats.org/drawingml/2006/main">
              <a:ext uri="{FF2B5EF4-FFF2-40B4-BE49-F238E27FC236}">
                <a16:creationId xmlns:a16="http://schemas.microsoft.com/office/drawing/2014/main" id="{A1A53279-4A4D-4626-86AF-FF6288C2CE67}"/>
              </a:ext>
            </a:extLst>
          </p:cNvPr>
          <p:cNvSpPr>
            <a:spLocks xmlns:a="http://schemas.openxmlformats.org/drawingml/2006/main" noGrp="1"/>
          </p:cNvSpPr>
          <p:nvPr/>
        </p:nvSpPr>
        <p:spPr>
          <a:xfrm xmlns:a="http://schemas.openxmlformats.org/drawingml/2006/main">
            <a:off x="1390650" y="3905250"/>
            <a:ext cx="361950" cy="304800"/>
          </a:xfrm>
          <a:prstGeom xmlns:a="http://schemas.openxmlformats.org/drawingml/2006/main" prst="roundRect">
            <a:avLst>
              <a:gd name="adj" fmla="val 6250"/>
            </a:avLst>
          </a:prstGeom>
          <a:solidFill xmlns:a="http://schemas.openxmlformats.org/drawingml/2006/main">
            <a:srgbClr val="E4C49B"/>
          </a:solidFill>
          <a:ln xmlns:a="http://schemas.openxmlformats.org/drawingml/2006/main" w="9525">
            <a:solidFill>
              <a:srgbClr val="FFFFFF"/>
            </a:solidFill>
            <a:prstDash val="solid"/>
          </a:ln>
        </p:spPr>
      </p:sp>
      <p:sp>
        <p:nvSpPr>
          <p:cNvPr id="34" name="">
            <a:extLst xmlns:a="http://schemas.openxmlformats.org/drawingml/2006/main">
              <a:ext uri="{FF2B5EF4-FFF2-40B4-BE49-F238E27FC236}">
                <a16:creationId xmlns:a16="http://schemas.microsoft.com/office/drawing/2014/main" id="{1E119EEB-BA0B-43F8-B843-CDC40B8D2AA7}"/>
              </a:ext>
            </a:extLst>
          </p:cNvPr>
          <p:cNvSpPr>
            <a:spLocks xmlns:a="http://schemas.openxmlformats.org/drawingml/2006/main" noGrp="1"/>
          </p:cNvSpPr>
          <p:nvPr/>
        </p:nvSpPr>
        <p:spPr>
          <a:xfrm xmlns:a="http://schemas.openxmlformats.org/drawingml/2006/main">
            <a:off x="1828800" y="3905250"/>
            <a:ext cx="361950" cy="304800"/>
          </a:xfrm>
          <a:prstGeom xmlns:a="http://schemas.openxmlformats.org/drawingml/2006/main" prst="roundRect">
            <a:avLst>
              <a:gd name="adj" fmla="val 6250"/>
            </a:avLst>
          </a:prstGeom>
          <a:solidFill xmlns:a="http://schemas.openxmlformats.org/drawingml/2006/main">
            <a:srgbClr val="F0C8D3"/>
          </a:solidFill>
          <a:ln xmlns:a="http://schemas.openxmlformats.org/drawingml/2006/main" w="9525">
            <a:solidFill>
              <a:srgbClr val="FFFFFF"/>
            </a:solidFill>
            <a:prstDash val="solid"/>
          </a:ln>
        </p:spPr>
      </p:sp>
      <p:sp>
        <p:nvSpPr>
          <p:cNvPr id="35" name="">
            <a:extLst xmlns:a="http://schemas.openxmlformats.org/drawingml/2006/main">
              <a:ext uri="{FF2B5EF4-FFF2-40B4-BE49-F238E27FC236}">
                <a16:creationId xmlns:a16="http://schemas.microsoft.com/office/drawing/2014/main" id="{472E4C05-995F-4698-A574-797EAD73E388}"/>
              </a:ext>
            </a:extLst>
          </p:cNvPr>
          <p:cNvSpPr>
            <a:spLocks xmlns:a="http://schemas.openxmlformats.org/drawingml/2006/main" noGrp="1"/>
          </p:cNvSpPr>
          <p:nvPr/>
        </p:nvSpPr>
        <p:spPr>
          <a:xfrm xmlns:a="http://schemas.openxmlformats.org/drawingml/2006/main">
            <a:off x="2266950" y="3905250"/>
            <a:ext cx="361950" cy="304800"/>
          </a:xfrm>
          <a:prstGeom xmlns:a="http://schemas.openxmlformats.org/drawingml/2006/main" prst="roundRect">
            <a:avLst>
              <a:gd name="adj" fmla="val 6250"/>
            </a:avLst>
          </a:prstGeom>
          <a:solidFill xmlns:a="http://schemas.openxmlformats.org/drawingml/2006/main">
            <a:srgbClr val="D8B3CD"/>
          </a:solidFill>
          <a:ln xmlns:a="http://schemas.openxmlformats.org/drawingml/2006/main" w="9525">
            <a:solidFill>
              <a:srgbClr val="FFFFFF"/>
            </a:solidFill>
            <a:prstDash val="solid"/>
          </a:ln>
        </p:spPr>
      </p:sp>
      <p:sp>
        <p:nvSpPr>
          <p:cNvPr id="36" name="">
            <a:extLst xmlns:a="http://schemas.openxmlformats.org/drawingml/2006/main">
              <a:ext uri="{FF2B5EF4-FFF2-40B4-BE49-F238E27FC236}">
                <a16:creationId xmlns:a16="http://schemas.microsoft.com/office/drawing/2014/main" id="{476134C9-3362-4941-8CB0-51E1B577D3B6}"/>
              </a:ext>
            </a:extLst>
          </p:cNvPr>
          <p:cNvSpPr>
            <a:spLocks xmlns:a="http://schemas.openxmlformats.org/drawingml/2006/main" noGrp="1"/>
          </p:cNvSpPr>
          <p:nvPr/>
        </p:nvSpPr>
        <p:spPr>
          <a:xfrm xmlns:a="http://schemas.openxmlformats.org/drawingml/2006/main">
            <a:off x="2705100" y="3905250"/>
            <a:ext cx="361950" cy="304800"/>
          </a:xfrm>
          <a:prstGeom xmlns:a="http://schemas.openxmlformats.org/drawingml/2006/main" prst="roundRect">
            <a:avLst>
              <a:gd name="adj" fmla="val 6250"/>
            </a:avLst>
          </a:prstGeom>
          <a:solidFill xmlns:a="http://schemas.openxmlformats.org/drawingml/2006/main">
            <a:srgbClr val="A9C8D8"/>
          </a:solidFill>
          <a:ln xmlns:a="http://schemas.openxmlformats.org/drawingml/2006/main" w="9525">
            <a:solidFill>
              <a:srgbClr val="FFFFFF"/>
            </a:solidFill>
            <a:prstDash val="solid"/>
          </a:ln>
        </p:spPr>
      </p:sp>
      <p:sp>
        <p:nvSpPr>
          <p:cNvPr id="37" name="">
            <a:extLst xmlns:a="http://schemas.openxmlformats.org/drawingml/2006/main">
              <a:ext uri="{FF2B5EF4-FFF2-40B4-BE49-F238E27FC236}">
                <a16:creationId xmlns:a16="http://schemas.microsoft.com/office/drawing/2014/main" id="{90FBEFEC-6B73-4D43-86AC-B3FA677C4C24}"/>
              </a:ext>
            </a:extLst>
          </p:cNvPr>
          <p:cNvSpPr>
            <a:spLocks xmlns:a="http://schemas.openxmlformats.org/drawingml/2006/main" noGrp="1"/>
          </p:cNvSpPr>
          <p:nvPr/>
        </p:nvSpPr>
        <p:spPr>
          <a:xfrm xmlns:a="http://schemas.openxmlformats.org/drawingml/2006/main">
            <a:off x="3143250" y="3905250"/>
            <a:ext cx="361950" cy="304800"/>
          </a:xfrm>
          <a:prstGeom xmlns:a="http://schemas.openxmlformats.org/drawingml/2006/main" prst="roundRect">
            <a:avLst>
              <a:gd name="adj" fmla="val 6250"/>
            </a:avLst>
          </a:prstGeom>
          <a:solidFill xmlns:a="http://schemas.openxmlformats.org/drawingml/2006/main">
            <a:srgbClr val="C9B3D5"/>
          </a:solidFill>
          <a:ln xmlns:a="http://schemas.openxmlformats.org/drawingml/2006/main" w="9525">
            <a:solidFill>
              <a:srgbClr val="FFFFFF"/>
            </a:solidFill>
            <a:prstDash val="solid"/>
          </a:ln>
        </p:spPr>
      </p:sp>
      <p:sp>
        <p:nvSpPr>
          <p:cNvPr id="38" name="">
            <a:extLst xmlns:a="http://schemas.openxmlformats.org/drawingml/2006/main">
              <a:ext uri="{FF2B5EF4-FFF2-40B4-BE49-F238E27FC236}">
                <a16:creationId xmlns:a16="http://schemas.microsoft.com/office/drawing/2014/main" id="{67A30820-6A72-4793-A5B8-3EF23274B614}"/>
              </a:ext>
            </a:extLst>
          </p:cNvPr>
          <p:cNvSpPr>
            <a:spLocks xmlns:a="http://schemas.openxmlformats.org/drawingml/2006/main" noGrp="1"/>
          </p:cNvSpPr>
          <p:nvPr/>
        </p:nvSpPr>
        <p:spPr>
          <a:xfrm xmlns:a="http://schemas.openxmlformats.org/drawingml/2006/main">
            <a:off x="895350" y="4552950"/>
            <a:ext cx="2876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687B8C"/>
                </a:solidFill>
              </a:defRPr>
            </a:pPr>
            <a:r>
              <a:rPr sz="1275" b="0">
                <a:solidFill>
                  <a:srgbClr val="687B8C"/>
                </a:solidFill>
              </a:rPr>
              <a:t>组织区域被切成 N 个 patch</a:t>
            </a:r>
          </a:p>
        </p:txBody>
      </p:sp>
      <p:sp>
        <p:nvSpPr>
          <p:cNvPr id="39" name="">
            <a:extLst xmlns:a="http://schemas.openxmlformats.org/drawingml/2006/main">
              <a:ext uri="{FF2B5EF4-FFF2-40B4-BE49-F238E27FC236}">
                <a16:creationId xmlns:a16="http://schemas.microsoft.com/office/drawing/2014/main" id="{35D2A066-F119-4B79-BAD8-0FE32B9B241B}"/>
              </a:ext>
            </a:extLst>
          </p:cNvPr>
          <p:cNvSpPr>
            <a:spLocks xmlns:a="http://schemas.openxmlformats.org/drawingml/2006/main" noGrp="1"/>
          </p:cNvSpPr>
          <p:nvPr/>
        </p:nvSpPr>
        <p:spPr>
          <a:xfrm xmlns:a="http://schemas.openxmlformats.org/drawingml/2006/main">
            <a:off x="4229100" y="3009900"/>
            <a:ext cx="571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3300" b="1">
                <a:solidFill>
                  <a:srgbClr val="F0A24A"/>
                </a:solidFill>
              </a:defRPr>
            </a:pPr>
            <a:r>
              <a:rPr sz="3300" b="1">
                <a:solidFill>
                  <a:srgbClr val="F0A24A"/>
                </a:solidFill>
              </a:rPr>
              <a:t>→</a:t>
            </a:r>
          </a:p>
        </p:txBody>
      </p:sp>
      <p:sp>
        <p:nvSpPr>
          <p:cNvPr id="40" name="">
            <a:extLst xmlns:a="http://schemas.openxmlformats.org/drawingml/2006/main">
              <a:ext uri="{FF2B5EF4-FFF2-40B4-BE49-F238E27FC236}">
                <a16:creationId xmlns:a16="http://schemas.microsoft.com/office/drawing/2014/main" id="{A2A6DA71-A27F-44CF-B2A1-59B2709FDA16}"/>
              </a:ext>
            </a:extLst>
          </p:cNvPr>
          <p:cNvSpPr>
            <a:spLocks xmlns:a="http://schemas.openxmlformats.org/drawingml/2006/main" noGrp="1"/>
          </p:cNvSpPr>
          <p:nvPr/>
        </p:nvSpPr>
        <p:spPr>
          <a:xfrm xmlns:a="http://schemas.openxmlformats.org/drawingml/2006/main">
            <a:off x="4953000" y="1466850"/>
            <a:ext cx="3048000" cy="3733800"/>
          </a:xfrm>
          <a:prstGeom xmlns:a="http://schemas.openxmlformats.org/drawingml/2006/main" prst="roundRect">
            <a:avLst>
              <a:gd name="adj" fmla="val 5000"/>
            </a:avLst>
          </a:prstGeom>
          <a:solidFill xmlns:a="http://schemas.openxmlformats.org/drawingml/2006/main">
            <a:srgbClr val="FFF4E7"/>
          </a:solidFill>
          <a:ln xmlns:a="http://schemas.openxmlformats.org/drawingml/2006/main" w="9525">
            <a:solidFill>
              <a:srgbClr val="F0A24A"/>
            </a:solidFill>
            <a:prstDash val="solid"/>
          </a:ln>
        </p:spPr>
      </p:sp>
      <p:sp>
        <p:nvSpPr>
          <p:cNvPr id="41" name="">
            <a:extLst xmlns:a="http://schemas.openxmlformats.org/drawingml/2006/main">
              <a:ext uri="{FF2B5EF4-FFF2-40B4-BE49-F238E27FC236}">
                <a16:creationId xmlns:a16="http://schemas.microsoft.com/office/drawing/2014/main" id="{3CF6E04B-E006-4B07-8D9E-5E83989850DE}"/>
              </a:ext>
            </a:extLst>
          </p:cNvPr>
          <p:cNvSpPr>
            <a:spLocks xmlns:a="http://schemas.openxmlformats.org/drawingml/2006/main" noGrp="1"/>
          </p:cNvSpPr>
          <p:nvPr/>
        </p:nvSpPr>
        <p:spPr>
          <a:xfrm xmlns:a="http://schemas.openxmlformats.org/drawingml/2006/main">
            <a:off x="5162550" y="1657350"/>
            <a:ext cx="2628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F0A24A"/>
                </a:solidFill>
              </a:defRPr>
            </a:pPr>
            <a:r>
              <a:rPr sz="1575" b="1">
                <a:solidFill>
                  <a:srgbClr val="F0A24A"/>
                </a:solidFill>
              </a:rPr>
              <a:t>Bag / 实例集合</a:t>
            </a:r>
          </a:p>
        </p:txBody>
      </p:sp>
      <p:sp>
        <p:nvSpPr>
          <p:cNvPr id="42" name="">
            <a:extLst xmlns:a="http://schemas.openxmlformats.org/drawingml/2006/main">
              <a:ext uri="{FF2B5EF4-FFF2-40B4-BE49-F238E27FC236}">
                <a16:creationId xmlns:a16="http://schemas.microsoft.com/office/drawing/2014/main" id="{C9EDBA05-2DFE-4B96-A24A-1C4897142685}"/>
              </a:ext>
            </a:extLst>
          </p:cNvPr>
          <p:cNvSpPr>
            <a:spLocks xmlns:a="http://schemas.openxmlformats.org/drawingml/2006/main" noGrp="1"/>
          </p:cNvSpPr>
          <p:nvPr/>
        </p:nvSpPr>
        <p:spPr>
          <a:xfrm xmlns:a="http://schemas.openxmlformats.org/drawingml/2006/main">
            <a:off x="5257800" y="2333625"/>
            <a:ext cx="2438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950" b="1">
                <a:solidFill>
                  <a:srgbClr val="183247"/>
                </a:solidFill>
              </a:defRPr>
            </a:pPr>
            <a:r>
              <a:rPr sz="1950" b="1">
                <a:solidFill>
                  <a:srgbClr val="183247"/>
                </a:solidFill>
              </a:rPr>
              <a:t>x₁   x₂   x₃   …   xₙ</a:t>
            </a:r>
          </a:p>
        </p:txBody>
      </p:sp>
      <p:sp>
        <p:nvSpPr>
          <p:cNvPr id="43" name="">
            <a:extLst xmlns:a="http://schemas.openxmlformats.org/drawingml/2006/main">
              <a:ext uri="{FF2B5EF4-FFF2-40B4-BE49-F238E27FC236}">
                <a16:creationId xmlns:a16="http://schemas.microsoft.com/office/drawing/2014/main" id="{EB3743F6-F6D3-47F4-A3F6-4F49CECCC0BC}"/>
              </a:ext>
            </a:extLst>
          </p:cNvPr>
          <p:cNvSpPr>
            <a:spLocks xmlns:a="http://schemas.openxmlformats.org/drawingml/2006/main" noGrp="1"/>
          </p:cNvSpPr>
          <p:nvPr/>
        </p:nvSpPr>
        <p:spPr>
          <a:xfrm xmlns:a="http://schemas.openxmlformats.org/drawingml/2006/main">
            <a:off x="5181600" y="2905125"/>
            <a:ext cx="2590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0">
                <a:solidFill>
                  <a:srgbClr val="183247"/>
                </a:solidFill>
              </a:defRPr>
            </a:pPr>
            <a:r>
              <a:rPr sz="1350" b="0">
                <a:solidFill>
                  <a:srgbClr val="183247"/>
                </a:solidFill>
              </a:rPr>
              <a:t>每个 xᵢ 是 768 维 embedding</a:t>
            </a:r>
          </a:p>
        </p:txBody>
      </p:sp>
      <p:sp>
        <p:nvSpPr>
          <p:cNvPr id="44" name="">
            <a:extLst xmlns:a="http://schemas.openxmlformats.org/drawingml/2006/main">
              <a:ext uri="{FF2B5EF4-FFF2-40B4-BE49-F238E27FC236}">
                <a16:creationId xmlns:a16="http://schemas.microsoft.com/office/drawing/2014/main" id="{1683866B-8B55-4244-92F2-541EBE007B0A}"/>
              </a:ext>
            </a:extLst>
          </p:cNvPr>
          <p:cNvSpPr>
            <a:spLocks xmlns:a="http://schemas.openxmlformats.org/drawingml/2006/main" noGrp="1"/>
          </p:cNvSpPr>
          <p:nvPr/>
        </p:nvSpPr>
        <p:spPr>
          <a:xfrm xmlns:a="http://schemas.openxmlformats.org/drawingml/2006/main">
            <a:off x="5181600" y="3571875"/>
            <a:ext cx="2590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0">
                <a:solidFill>
                  <a:srgbClr val="687B8C"/>
                </a:solidFill>
              </a:defRPr>
            </a:pPr>
            <a:r>
              <a:rPr sz="1425" b="0">
                <a:solidFill>
                  <a:srgbClr val="687B8C"/>
                </a:solidFill>
              </a:rPr>
              <a:t>N 不固定</a:t>
            </a:r>
          </a:p>
          <a:p xmlns:a="http://schemas.openxmlformats.org/drawingml/2006/main">
            <a:pPr algn="ctr">
              <a:defRPr sz="1425" b="0">
                <a:solidFill>
                  <a:srgbClr val="687B8C"/>
                </a:solidFill>
              </a:defRPr>
            </a:pPr>
            <a:r>
              <a:rPr sz="1425" b="0">
                <a:solidFill>
                  <a:srgbClr val="687B8C"/>
                </a:solidFill>
              </a:rPr>
              <a:t>patch 顺序不应改变预测</a:t>
            </a:r>
          </a:p>
        </p:txBody>
      </p:sp>
      <p:sp>
        <p:nvSpPr>
          <p:cNvPr id="45" name="">
            <a:extLst xmlns:a="http://schemas.openxmlformats.org/drawingml/2006/main">
              <a:ext uri="{FF2B5EF4-FFF2-40B4-BE49-F238E27FC236}">
                <a16:creationId xmlns:a16="http://schemas.microsoft.com/office/drawing/2014/main" id="{F96A09BF-9B3A-4542-8F0F-6915D56ED388}"/>
              </a:ext>
            </a:extLst>
          </p:cNvPr>
          <p:cNvSpPr>
            <a:spLocks xmlns:a="http://schemas.openxmlformats.org/drawingml/2006/main" noGrp="1"/>
          </p:cNvSpPr>
          <p:nvPr/>
        </p:nvSpPr>
        <p:spPr>
          <a:xfrm xmlns:a="http://schemas.openxmlformats.org/drawingml/2006/main">
            <a:off x="8229600" y="3009900"/>
            <a:ext cx="571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3300" b="1">
                <a:solidFill>
                  <a:srgbClr val="F0A24A"/>
                </a:solidFill>
              </a:defRPr>
            </a:pPr>
            <a:r>
              <a:rPr sz="3300" b="1">
                <a:solidFill>
                  <a:srgbClr val="F0A24A"/>
                </a:solidFill>
              </a:rPr>
              <a:t>→</a:t>
            </a:r>
          </a:p>
        </p:txBody>
      </p:sp>
      <p:sp>
        <p:nvSpPr>
          <p:cNvPr id="46" name="">
            <a:extLst xmlns:a="http://schemas.openxmlformats.org/drawingml/2006/main">
              <a:ext uri="{FF2B5EF4-FFF2-40B4-BE49-F238E27FC236}">
                <a16:creationId xmlns:a16="http://schemas.microsoft.com/office/drawing/2014/main" id="{527D466D-60AD-4804-A0EB-CC048F8D6928}"/>
              </a:ext>
            </a:extLst>
          </p:cNvPr>
          <p:cNvSpPr>
            <a:spLocks xmlns:a="http://schemas.openxmlformats.org/drawingml/2006/main" noGrp="1"/>
          </p:cNvSpPr>
          <p:nvPr/>
        </p:nvSpPr>
        <p:spPr>
          <a:xfrm xmlns:a="http://schemas.openxmlformats.org/drawingml/2006/main">
            <a:off x="8953500" y="1466850"/>
            <a:ext cx="2571750" cy="3733800"/>
          </a:xfrm>
          <a:prstGeom xmlns:a="http://schemas.openxmlformats.org/drawingml/2006/main" prst="roundRect">
            <a:avLst>
              <a:gd name="adj" fmla="val 5926"/>
            </a:avLst>
          </a:prstGeom>
          <a:solidFill xmlns:a="http://schemas.openxmlformats.org/drawingml/2006/main">
            <a:srgbClr val="E9F7F4"/>
          </a:solidFill>
          <a:ln xmlns:a="http://schemas.openxmlformats.org/drawingml/2006/main" w="9525">
            <a:solidFill>
              <a:srgbClr val="28A99E"/>
            </a:solidFill>
            <a:prstDash val="solid"/>
          </a:ln>
        </p:spPr>
      </p:sp>
      <p:sp>
        <p:nvSpPr>
          <p:cNvPr id="47" name="">
            <a:extLst xmlns:a="http://schemas.openxmlformats.org/drawingml/2006/main">
              <a:ext uri="{FF2B5EF4-FFF2-40B4-BE49-F238E27FC236}">
                <a16:creationId xmlns:a16="http://schemas.microsoft.com/office/drawing/2014/main" id="{69DF4615-048B-4B24-9471-24C9E1819829}"/>
              </a:ext>
            </a:extLst>
          </p:cNvPr>
          <p:cNvSpPr>
            <a:spLocks xmlns:a="http://schemas.openxmlformats.org/drawingml/2006/main" noGrp="1"/>
          </p:cNvSpPr>
          <p:nvPr/>
        </p:nvSpPr>
        <p:spPr>
          <a:xfrm xmlns:a="http://schemas.openxmlformats.org/drawingml/2006/main">
            <a:off x="9163050" y="1657350"/>
            <a:ext cx="2152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28A99E"/>
                </a:solidFill>
              </a:defRPr>
            </a:pPr>
            <a:r>
              <a:rPr sz="1575" b="1">
                <a:solidFill>
                  <a:srgbClr val="28A99E"/>
                </a:solidFill>
              </a:rPr>
              <a:t>Slide 输出</a:t>
            </a:r>
          </a:p>
        </p:txBody>
      </p:sp>
      <p:sp>
        <p:nvSpPr>
          <p:cNvPr id="48" name="">
            <a:extLst xmlns:a="http://schemas.openxmlformats.org/drawingml/2006/main">
              <a:ext uri="{FF2B5EF4-FFF2-40B4-BE49-F238E27FC236}">
                <a16:creationId xmlns:a16="http://schemas.microsoft.com/office/drawing/2014/main" id="{ACB3E243-5548-4216-8AB4-D8BDEFDF7E59}"/>
              </a:ext>
            </a:extLst>
          </p:cNvPr>
          <p:cNvSpPr>
            <a:spLocks xmlns:a="http://schemas.openxmlformats.org/drawingml/2006/main" noGrp="1"/>
          </p:cNvSpPr>
          <p:nvPr/>
        </p:nvSpPr>
        <p:spPr>
          <a:xfrm xmlns:a="http://schemas.openxmlformats.org/drawingml/2006/main">
            <a:off x="9544050" y="2305050"/>
            <a:ext cx="14097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4050" b="1">
                <a:solidFill>
                  <a:srgbClr val="28A99E"/>
                </a:solidFill>
              </a:defRPr>
            </a:pPr>
            <a:r>
              <a:rPr sz="4050" b="1">
                <a:solidFill>
                  <a:srgbClr val="28A99E"/>
                </a:solidFill>
              </a:rPr>
              <a:t>ŷ</a:t>
            </a:r>
          </a:p>
        </p:txBody>
      </p:sp>
      <p:sp>
        <p:nvSpPr>
          <p:cNvPr id="49" name="">
            <a:extLst xmlns:a="http://schemas.openxmlformats.org/drawingml/2006/main">
              <a:ext uri="{FF2B5EF4-FFF2-40B4-BE49-F238E27FC236}">
                <a16:creationId xmlns:a16="http://schemas.microsoft.com/office/drawing/2014/main" id="{ECC437B3-2181-47F3-9C1A-F01B60E21E8A}"/>
              </a:ext>
            </a:extLst>
          </p:cNvPr>
          <p:cNvSpPr>
            <a:spLocks xmlns:a="http://schemas.openxmlformats.org/drawingml/2006/main" noGrp="1"/>
          </p:cNvSpPr>
          <p:nvPr/>
        </p:nvSpPr>
        <p:spPr>
          <a:xfrm xmlns:a="http://schemas.openxmlformats.org/drawingml/2006/main">
            <a:off x="9163050" y="3181350"/>
            <a:ext cx="2152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183247"/>
                </a:solidFill>
              </a:defRPr>
            </a:pPr>
            <a:r>
              <a:rPr sz="1425" b="1">
                <a:solidFill>
                  <a:srgbClr val="183247"/>
                </a:solidFill>
              </a:rPr>
              <a:t>诊断 / 分型 / 风险</a:t>
            </a:r>
          </a:p>
        </p:txBody>
      </p:sp>
      <p:sp>
        <p:nvSpPr>
          <p:cNvPr id="50" name="">
            <a:extLst xmlns:a="http://schemas.openxmlformats.org/drawingml/2006/main">
              <a:ext uri="{FF2B5EF4-FFF2-40B4-BE49-F238E27FC236}">
                <a16:creationId xmlns:a16="http://schemas.microsoft.com/office/drawing/2014/main" id="{66C7B308-C456-494B-84BD-BD74F09A6730}"/>
              </a:ext>
            </a:extLst>
          </p:cNvPr>
          <p:cNvSpPr>
            <a:spLocks xmlns:a="http://schemas.openxmlformats.org/drawingml/2006/main" noGrp="1"/>
          </p:cNvSpPr>
          <p:nvPr/>
        </p:nvSpPr>
        <p:spPr>
          <a:xfrm xmlns:a="http://schemas.openxmlformats.org/drawingml/2006/main">
            <a:off x="9163050" y="3714750"/>
            <a:ext cx="2152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687B8C"/>
                </a:solidFill>
              </a:defRPr>
            </a:pPr>
            <a:r>
              <a:rPr sz="1275" b="0">
                <a:solidFill>
                  <a:srgbClr val="687B8C"/>
                </a:solidFill>
              </a:rPr>
              <a:t>一个 bag 对应一个标签</a:t>
            </a:r>
          </a:p>
        </p:txBody>
      </p:sp>
    </p:spTree>
    <p:extLst>
      <p:ext uri="{BB962C8B-B14F-4D97-AF65-F5344CB8AC3E}">
        <p14:creationId xmlns:p14="http://schemas.microsoft.com/office/powerpoint/2010/main" val="170955544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15AB6CD6-4264-466D-B0AC-5A4FA4CB6864}"/>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174A7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BBA0E20-6062-4D58-81EF-48B10EFDA583}"/>
              </a:ext>
            </a:extLst>
          </p:cNvPr>
          <p:cNvSpPr>
            <a:spLocks xmlns:a="http://schemas.openxmlformats.org/drawingml/2006/main" noGrp="1"/>
          </p:cNvSpPr>
          <p:nvPr/>
        </p:nvSpPr>
        <p:spPr>
          <a:xfrm xmlns:a="http://schemas.openxmlformats.org/drawingml/2006/main">
            <a:off x="400050" y="19050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D76A8"/>
                </a:solidFill>
              </a:defRPr>
            </a:pPr>
            <a:r>
              <a:rPr sz="975" b="1">
                <a:solidFill>
                  <a:srgbClr val="2D76A8"/>
                </a:solidFill>
              </a:rPr>
              <a:t>02 · 弱监督</a:t>
            </a:r>
          </a:p>
        </p:txBody>
      </p:sp>
      <p:sp>
        <p:nvSpPr>
          <p:cNvPr id="3" name="">
            <a:extLst xmlns:a="http://schemas.openxmlformats.org/drawingml/2006/main">
              <a:ext uri="{FF2B5EF4-FFF2-40B4-BE49-F238E27FC236}">
                <a16:creationId xmlns:a16="http://schemas.microsoft.com/office/drawing/2014/main" id="{CE0F4B09-DA47-470D-82D4-1A3E7EB9C579}"/>
              </a:ext>
            </a:extLst>
          </p:cNvPr>
          <p:cNvSpPr>
            <a:spLocks xmlns:a="http://schemas.openxmlformats.org/drawingml/2006/main" noGrp="1"/>
          </p:cNvSpPr>
          <p:nvPr/>
        </p:nvSpPr>
        <p:spPr>
          <a:xfrm xmlns:a="http://schemas.openxmlformats.org/drawingml/2006/main">
            <a:off x="400050" y="419100"/>
            <a:ext cx="11191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250" b="1">
                <a:solidFill>
                  <a:srgbClr val="183247"/>
                </a:solidFill>
              </a:defRPr>
            </a:pPr>
            <a:r>
              <a:rPr sz="2250" b="1">
                <a:solidFill>
                  <a:srgbClr val="183247"/>
                </a:solidFill>
              </a:rPr>
              <a:t>MIL 只知道“这张切片是什么”，不知道“哪个 patch 导致它”</a:t>
            </a:r>
          </a:p>
        </p:txBody>
      </p:sp>
      <p:sp>
        <p:nvSpPr>
          <p:cNvPr id="4" name="">
            <a:extLst xmlns:a="http://schemas.openxmlformats.org/drawingml/2006/main">
              <a:ext uri="{FF2B5EF4-FFF2-40B4-BE49-F238E27FC236}">
                <a16:creationId xmlns:a16="http://schemas.microsoft.com/office/drawing/2014/main" id="{DE67688E-6343-4184-A3E7-46AE21C06E99}"/>
              </a:ext>
            </a:extLst>
          </p:cNvPr>
          <p:cNvSpPr>
            <a:spLocks xmlns:a="http://schemas.openxmlformats.org/drawingml/2006/main" noGrp="1"/>
          </p:cNvSpPr>
          <p:nvPr/>
        </p:nvSpPr>
        <p:spPr>
          <a:xfrm xmlns:a="http://schemas.openxmlformats.org/drawingml/2006/main">
            <a:off x="400050" y="1009650"/>
            <a:ext cx="11391900" cy="9525"/>
          </a:xfrm>
          <a:prstGeom xmlns:a="http://schemas.openxmlformats.org/drawingml/2006/main" prst="rect">
            <a:avLst/>
          </a:prstGeom>
          <a:solidFill xmlns:a="http://schemas.openxmlformats.org/drawingml/2006/main">
            <a:srgbClr val="D8E2E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C55C195-4AF6-4DFD-BFA9-31EB22FD7ED3}"/>
              </a:ext>
            </a:extLst>
          </p:cNvPr>
          <p:cNvSpPr>
            <a:spLocks xmlns:a="http://schemas.openxmlformats.org/drawingml/2006/main" noGrp="1"/>
          </p:cNvSpPr>
          <p:nvPr/>
        </p:nvSpPr>
        <p:spPr>
          <a:xfrm xmlns:a="http://schemas.openxmlformats.org/drawingml/2006/main">
            <a:off x="11334750" y="6477000"/>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0">
                <a:solidFill>
                  <a:srgbClr val="687B8C"/>
                </a:solidFill>
              </a:defRPr>
            </a:pPr>
            <a:r>
              <a:rPr sz="900" b="0">
                <a:solidFill>
                  <a:srgbClr val="687B8C"/>
                </a:solidFill>
              </a:rPr>
              <a:t>08</a:t>
            </a:r>
          </a:p>
        </p:txBody>
      </p:sp>
      <p:sp>
        <p:nvSpPr>
          <p:cNvPr id="6" name="">
            <a:extLst xmlns:a="http://schemas.openxmlformats.org/drawingml/2006/main">
              <a:ext uri="{FF2B5EF4-FFF2-40B4-BE49-F238E27FC236}">
                <a16:creationId xmlns:a16="http://schemas.microsoft.com/office/drawing/2014/main" id="{98AB1724-B5F6-47F7-931E-061C50F9AC33}"/>
              </a:ext>
            </a:extLst>
          </p:cNvPr>
          <p:cNvSpPr>
            <a:spLocks xmlns:a="http://schemas.openxmlformats.org/drawingml/2006/main" noGrp="1"/>
          </p:cNvSpPr>
          <p:nvPr/>
        </p:nvSpPr>
        <p:spPr>
          <a:xfrm xmlns:a="http://schemas.openxmlformats.org/drawingml/2006/main">
            <a:off x="647700" y="1524000"/>
            <a:ext cx="4762500" cy="3657600"/>
          </a:xfrm>
          <a:prstGeom xmlns:a="http://schemas.openxmlformats.org/drawingml/2006/main" prst="roundRect">
            <a:avLst>
              <a:gd name="adj" fmla="val 4167"/>
            </a:avLst>
          </a:prstGeom>
          <a:solidFill xmlns:a="http://schemas.openxmlformats.org/drawingml/2006/main">
            <a:srgbClr val="EAF3F8"/>
          </a:solidFill>
          <a:ln xmlns:a="http://schemas.openxmlformats.org/drawingml/2006/main" w="9525">
            <a:solidFill>
              <a:srgbClr val="2D76A8"/>
            </a:solidFill>
            <a:prstDash val="solid"/>
          </a:ln>
        </p:spPr>
      </p:sp>
      <p:sp>
        <p:nvSpPr>
          <p:cNvPr id="7" name="">
            <a:extLst xmlns:a="http://schemas.openxmlformats.org/drawingml/2006/main">
              <a:ext uri="{FF2B5EF4-FFF2-40B4-BE49-F238E27FC236}">
                <a16:creationId xmlns:a16="http://schemas.microsoft.com/office/drawing/2014/main" id="{BED36BA4-9D4A-4EB4-BAD9-DFC386094E2D}"/>
              </a:ext>
            </a:extLst>
          </p:cNvPr>
          <p:cNvSpPr>
            <a:spLocks xmlns:a="http://schemas.openxmlformats.org/drawingml/2006/main" noGrp="1"/>
          </p:cNvSpPr>
          <p:nvPr/>
        </p:nvSpPr>
        <p:spPr>
          <a:xfrm xmlns:a="http://schemas.openxmlformats.org/drawingml/2006/main">
            <a:off x="876300" y="1733550"/>
            <a:ext cx="4305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2D76A8"/>
                </a:solidFill>
              </a:defRPr>
            </a:pPr>
            <a:r>
              <a:rPr sz="1575" b="1">
                <a:solidFill>
                  <a:srgbClr val="2D76A8"/>
                </a:solidFill>
              </a:rPr>
              <a:t>训练时已知</a:t>
            </a:r>
          </a:p>
        </p:txBody>
      </p:sp>
      <p:sp>
        <p:nvSpPr>
          <p:cNvPr id="8" name="">
            <a:extLst xmlns:a="http://schemas.openxmlformats.org/drawingml/2006/main">
              <a:ext uri="{FF2B5EF4-FFF2-40B4-BE49-F238E27FC236}">
                <a16:creationId xmlns:a16="http://schemas.microsoft.com/office/drawing/2014/main" id="{E8AF7209-489C-47F6-9AF9-480A0A3C388D}"/>
              </a:ext>
            </a:extLst>
          </p:cNvPr>
          <p:cNvSpPr>
            <a:spLocks xmlns:a="http://schemas.openxmlformats.org/drawingml/2006/main" noGrp="1"/>
          </p:cNvSpPr>
          <p:nvPr/>
        </p:nvSpPr>
        <p:spPr>
          <a:xfrm xmlns:a="http://schemas.openxmlformats.org/drawingml/2006/main">
            <a:off x="1066800" y="2343150"/>
            <a:ext cx="2333625" cy="323850"/>
          </a:xfrm>
          <a:prstGeom xmlns:a="http://schemas.openxmlformats.org/drawingml/2006/main" prst="roundRect">
            <a:avLst>
              <a:gd name="adj" fmla="val 50000"/>
            </a:avLst>
          </a:prstGeom>
          <a:solidFill xmlns:a="http://schemas.openxmlformats.org/drawingml/2006/main">
            <a:srgbClr val="2D76A8"/>
          </a:solidFill>
          <a:ln xmlns:a="http://schemas.openxmlformats.org/drawingml/2006/main" w="9525">
            <a:solidFill>
              <a:srgbClr val="2D76A8"/>
            </a:solidFill>
            <a:prstDash val="solid"/>
          </a:ln>
        </p:spPr>
      </p:sp>
      <p:sp>
        <p:nvSpPr>
          <p:cNvPr id="9" name="">
            <a:extLst xmlns:a="http://schemas.openxmlformats.org/drawingml/2006/main">
              <a:ext uri="{FF2B5EF4-FFF2-40B4-BE49-F238E27FC236}">
                <a16:creationId xmlns:a16="http://schemas.microsoft.com/office/drawing/2014/main" id="{78A80878-C1D5-4C7C-9B1F-67D1DD7D494C}"/>
              </a:ext>
            </a:extLst>
          </p:cNvPr>
          <p:cNvSpPr>
            <a:spLocks xmlns:a="http://schemas.openxmlformats.org/drawingml/2006/main" noGrp="1"/>
          </p:cNvSpPr>
          <p:nvPr/>
        </p:nvSpPr>
        <p:spPr>
          <a:xfrm xmlns:a="http://schemas.openxmlformats.org/drawingml/2006/main">
            <a:off x="1066800" y="2352675"/>
            <a:ext cx="2333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FFFFFF"/>
                </a:solidFill>
              </a:defRPr>
            </a:pPr>
            <a:r>
              <a:rPr sz="1200" b="1">
                <a:solidFill>
                  <a:srgbClr val="FFFFFF"/>
                </a:solidFill>
              </a:rPr>
              <a:t>Slide label = 肿瘤</a:t>
            </a:r>
          </a:p>
        </p:txBody>
      </p:sp>
      <p:sp>
        <p:nvSpPr>
          <p:cNvPr id="10" name="">
            <a:extLst xmlns:a="http://schemas.openxmlformats.org/drawingml/2006/main">
              <a:ext uri="{FF2B5EF4-FFF2-40B4-BE49-F238E27FC236}">
                <a16:creationId xmlns:a16="http://schemas.microsoft.com/office/drawing/2014/main" id="{60FAE145-0A23-49F1-A9CB-04A33184173D}"/>
              </a:ext>
            </a:extLst>
          </p:cNvPr>
          <p:cNvSpPr>
            <a:spLocks xmlns:a="http://schemas.openxmlformats.org/drawingml/2006/main" noGrp="1"/>
          </p:cNvSpPr>
          <p:nvPr/>
        </p:nvSpPr>
        <p:spPr>
          <a:xfrm xmlns:a="http://schemas.openxmlformats.org/drawingml/2006/main">
            <a:off x="914400" y="3009900"/>
            <a:ext cx="4229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183247"/>
                </a:solidFill>
              </a:defRPr>
            </a:pPr>
            <a:r>
              <a:rPr sz="1425" b="1">
                <a:solidFill>
                  <a:srgbClr val="183247"/>
                </a:solidFill>
              </a:rPr>
              <a:t>监督直接作用在 bag 预测上</a:t>
            </a:r>
          </a:p>
        </p:txBody>
      </p:sp>
      <p:sp>
        <p:nvSpPr>
          <p:cNvPr id="11" name="">
            <a:extLst xmlns:a="http://schemas.openxmlformats.org/drawingml/2006/main">
              <a:ext uri="{FF2B5EF4-FFF2-40B4-BE49-F238E27FC236}">
                <a16:creationId xmlns:a16="http://schemas.microsoft.com/office/drawing/2014/main" id="{AD62513A-C397-4EE5-AD99-C05FE2CB4B0D}"/>
              </a:ext>
            </a:extLst>
          </p:cNvPr>
          <p:cNvSpPr>
            <a:spLocks xmlns:a="http://schemas.openxmlformats.org/drawingml/2006/main" noGrp="1"/>
          </p:cNvSpPr>
          <p:nvPr/>
        </p:nvSpPr>
        <p:spPr>
          <a:xfrm xmlns:a="http://schemas.openxmlformats.org/drawingml/2006/main">
            <a:off x="1162050" y="3638550"/>
            <a:ext cx="3733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025" b="1">
                <a:solidFill>
                  <a:srgbClr val="174A74"/>
                </a:solidFill>
              </a:defRPr>
            </a:pPr>
            <a:r>
              <a:rPr sz="2025" b="1">
                <a:solidFill>
                  <a:srgbClr val="174A74"/>
                </a:solidFill>
              </a:rPr>
              <a:t>CrossEntropy(ŷ, y)</a:t>
            </a:r>
          </a:p>
        </p:txBody>
      </p:sp>
      <p:sp>
        <p:nvSpPr>
          <p:cNvPr id="12" name="">
            <a:extLst xmlns:a="http://schemas.openxmlformats.org/drawingml/2006/main">
              <a:ext uri="{FF2B5EF4-FFF2-40B4-BE49-F238E27FC236}">
                <a16:creationId xmlns:a16="http://schemas.microsoft.com/office/drawing/2014/main" id="{1D7DCF4D-0350-4D5C-A56F-D5122B4D3832}"/>
              </a:ext>
            </a:extLst>
          </p:cNvPr>
          <p:cNvSpPr>
            <a:spLocks xmlns:a="http://schemas.openxmlformats.org/drawingml/2006/main" noGrp="1"/>
          </p:cNvSpPr>
          <p:nvPr/>
        </p:nvSpPr>
        <p:spPr>
          <a:xfrm xmlns:a="http://schemas.openxmlformats.org/drawingml/2006/main">
            <a:off x="6781800" y="1524000"/>
            <a:ext cx="4762500" cy="3657600"/>
          </a:xfrm>
          <a:prstGeom xmlns:a="http://schemas.openxmlformats.org/drawingml/2006/main" prst="roundRect">
            <a:avLst>
              <a:gd name="adj" fmla="val 4167"/>
            </a:avLst>
          </a:prstGeom>
          <a:solidFill xmlns:a="http://schemas.openxmlformats.org/drawingml/2006/main">
            <a:srgbClr val="FFF4E7"/>
          </a:solidFill>
          <a:ln xmlns:a="http://schemas.openxmlformats.org/drawingml/2006/main" w="9525">
            <a:solidFill>
              <a:srgbClr val="F0A24A"/>
            </a:solidFill>
            <a:prstDash val="solid"/>
          </a:ln>
        </p:spPr>
      </p:sp>
      <p:sp>
        <p:nvSpPr>
          <p:cNvPr id="13" name="">
            <a:extLst xmlns:a="http://schemas.openxmlformats.org/drawingml/2006/main">
              <a:ext uri="{FF2B5EF4-FFF2-40B4-BE49-F238E27FC236}">
                <a16:creationId xmlns:a16="http://schemas.microsoft.com/office/drawing/2014/main" id="{395E8740-F09C-4ED9-9360-4FF84D4B90EC}"/>
              </a:ext>
            </a:extLst>
          </p:cNvPr>
          <p:cNvSpPr>
            <a:spLocks xmlns:a="http://schemas.openxmlformats.org/drawingml/2006/main" noGrp="1"/>
          </p:cNvSpPr>
          <p:nvPr/>
        </p:nvSpPr>
        <p:spPr>
          <a:xfrm xmlns:a="http://schemas.openxmlformats.org/drawingml/2006/main">
            <a:off x="7010400" y="1733550"/>
            <a:ext cx="4305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F0A24A"/>
                </a:solidFill>
              </a:defRPr>
            </a:pPr>
            <a:r>
              <a:rPr sz="1575" b="1">
                <a:solidFill>
                  <a:srgbClr val="F0A24A"/>
                </a:solidFill>
              </a:rPr>
              <a:t>训练时未知</a:t>
            </a:r>
          </a:p>
        </p:txBody>
      </p:sp>
      <p:sp>
        <p:nvSpPr>
          <p:cNvPr id="14" name="">
            <a:extLst xmlns:a="http://schemas.openxmlformats.org/drawingml/2006/main">
              <a:ext uri="{FF2B5EF4-FFF2-40B4-BE49-F238E27FC236}">
                <a16:creationId xmlns:a16="http://schemas.microsoft.com/office/drawing/2014/main" id="{F58CB87F-0C26-40A3-9E25-10168FA16FCD}"/>
              </a:ext>
            </a:extLst>
          </p:cNvPr>
          <p:cNvSpPr>
            <a:spLocks xmlns:a="http://schemas.openxmlformats.org/drawingml/2006/main" noGrp="1"/>
          </p:cNvSpPr>
          <p:nvPr/>
        </p:nvSpPr>
        <p:spPr>
          <a:xfrm xmlns:a="http://schemas.openxmlformats.org/drawingml/2006/main">
            <a:off x="7181850" y="2381250"/>
            <a:ext cx="495300" cy="495300"/>
          </a:xfrm>
          <a:prstGeom xmlns:a="http://schemas.openxmlformats.org/drawingml/2006/main" prst="roundRect">
            <a:avLst>
              <a:gd name="adj" fmla="val 15385"/>
            </a:avLst>
          </a:prstGeom>
          <a:solidFill xmlns:a="http://schemas.openxmlformats.org/drawingml/2006/main">
            <a:srgbClr val="9B7BB2"/>
          </a:solidFill>
          <a:ln xmlns:a="http://schemas.openxmlformats.org/drawingml/2006/main" w="9525">
            <a:solidFill>
              <a:srgbClr val="FFFFFF"/>
            </a:solidFill>
            <a:prstDash val="solid"/>
          </a:ln>
        </p:spPr>
      </p:sp>
      <p:sp>
        <p:nvSpPr>
          <p:cNvPr id="15" name="">
            <a:extLst xmlns:a="http://schemas.openxmlformats.org/drawingml/2006/main">
              <a:ext uri="{FF2B5EF4-FFF2-40B4-BE49-F238E27FC236}">
                <a16:creationId xmlns:a16="http://schemas.microsoft.com/office/drawing/2014/main" id="{E039CD5B-370D-420D-B3E0-B92E3820437F}"/>
              </a:ext>
            </a:extLst>
          </p:cNvPr>
          <p:cNvSpPr>
            <a:spLocks xmlns:a="http://schemas.openxmlformats.org/drawingml/2006/main" noGrp="1"/>
          </p:cNvSpPr>
          <p:nvPr/>
        </p:nvSpPr>
        <p:spPr>
          <a:xfrm xmlns:a="http://schemas.openxmlformats.org/drawingml/2006/main">
            <a:off x="7181850" y="2381250"/>
            <a:ext cx="495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a:solidFill>
                  <a:srgbClr val="FFFFFF"/>
                </a:solidFill>
              </a:defRPr>
            </a:pPr>
            <a:r>
              <a:rPr sz="1800" b="1">
                <a:solidFill>
                  <a:srgbClr val="FFFFFF"/>
                </a:solidFill>
              </a:rPr>
              <a:t>?</a:t>
            </a:r>
          </a:p>
        </p:txBody>
      </p:sp>
      <p:sp>
        <p:nvSpPr>
          <p:cNvPr id="16" name="">
            <a:extLst xmlns:a="http://schemas.openxmlformats.org/drawingml/2006/main">
              <a:ext uri="{FF2B5EF4-FFF2-40B4-BE49-F238E27FC236}">
                <a16:creationId xmlns:a16="http://schemas.microsoft.com/office/drawing/2014/main" id="{AB81885E-EDF4-47D9-894D-79960807F21C}"/>
              </a:ext>
            </a:extLst>
          </p:cNvPr>
          <p:cNvSpPr>
            <a:spLocks xmlns:a="http://schemas.openxmlformats.org/drawingml/2006/main" noGrp="1"/>
          </p:cNvSpPr>
          <p:nvPr/>
        </p:nvSpPr>
        <p:spPr>
          <a:xfrm xmlns:a="http://schemas.openxmlformats.org/drawingml/2006/main">
            <a:off x="7829550" y="2381250"/>
            <a:ext cx="495300" cy="495300"/>
          </a:xfrm>
          <a:prstGeom xmlns:a="http://schemas.openxmlformats.org/drawingml/2006/main" prst="roundRect">
            <a:avLst>
              <a:gd name="adj" fmla="val 15385"/>
            </a:avLst>
          </a:prstGeom>
          <a:solidFill xmlns:a="http://schemas.openxmlformats.org/drawingml/2006/main">
            <a:srgbClr val="69A3B2"/>
          </a:solidFill>
          <a:ln xmlns:a="http://schemas.openxmlformats.org/drawingml/2006/main" w="9525">
            <a:solidFill>
              <a:srgbClr val="FFFFFF"/>
            </a:solidFill>
            <a:prstDash val="solid"/>
          </a:ln>
        </p:spPr>
      </p:sp>
      <p:sp>
        <p:nvSpPr>
          <p:cNvPr id="17" name="">
            <a:extLst xmlns:a="http://schemas.openxmlformats.org/drawingml/2006/main">
              <a:ext uri="{FF2B5EF4-FFF2-40B4-BE49-F238E27FC236}">
                <a16:creationId xmlns:a16="http://schemas.microsoft.com/office/drawing/2014/main" id="{F887FCF4-09A0-4E09-B89F-1DF26794BFE1}"/>
              </a:ext>
            </a:extLst>
          </p:cNvPr>
          <p:cNvSpPr>
            <a:spLocks xmlns:a="http://schemas.openxmlformats.org/drawingml/2006/main" noGrp="1"/>
          </p:cNvSpPr>
          <p:nvPr/>
        </p:nvSpPr>
        <p:spPr>
          <a:xfrm xmlns:a="http://schemas.openxmlformats.org/drawingml/2006/main">
            <a:off x="7829550" y="2381250"/>
            <a:ext cx="495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a:solidFill>
                  <a:srgbClr val="FFFFFF"/>
                </a:solidFill>
              </a:defRPr>
            </a:pPr>
            <a:r>
              <a:rPr sz="1800" b="1">
                <a:solidFill>
                  <a:srgbClr val="FFFFFF"/>
                </a:solidFill>
              </a:rPr>
              <a:t>?</a:t>
            </a:r>
          </a:p>
        </p:txBody>
      </p:sp>
      <p:sp>
        <p:nvSpPr>
          <p:cNvPr id="18" name="">
            <a:extLst xmlns:a="http://schemas.openxmlformats.org/drawingml/2006/main">
              <a:ext uri="{FF2B5EF4-FFF2-40B4-BE49-F238E27FC236}">
                <a16:creationId xmlns:a16="http://schemas.microsoft.com/office/drawing/2014/main" id="{84E4627D-0224-441D-B545-256245D1556A}"/>
              </a:ext>
            </a:extLst>
          </p:cNvPr>
          <p:cNvSpPr>
            <a:spLocks xmlns:a="http://schemas.openxmlformats.org/drawingml/2006/main" noGrp="1"/>
          </p:cNvSpPr>
          <p:nvPr/>
        </p:nvSpPr>
        <p:spPr>
          <a:xfrm xmlns:a="http://schemas.openxmlformats.org/drawingml/2006/main">
            <a:off x="8477250" y="2381250"/>
            <a:ext cx="495300" cy="495300"/>
          </a:xfrm>
          <a:prstGeom xmlns:a="http://schemas.openxmlformats.org/drawingml/2006/main" prst="roundRect">
            <a:avLst>
              <a:gd name="adj" fmla="val 15385"/>
            </a:avLst>
          </a:prstGeom>
          <a:solidFill xmlns:a="http://schemas.openxmlformats.org/drawingml/2006/main">
            <a:srgbClr val="D986A5"/>
          </a:solidFill>
          <a:ln xmlns:a="http://schemas.openxmlformats.org/drawingml/2006/main" w="9525">
            <a:solidFill>
              <a:srgbClr val="FFFFFF"/>
            </a:solidFill>
            <a:prstDash val="solid"/>
          </a:ln>
        </p:spPr>
      </p:sp>
      <p:sp>
        <p:nvSpPr>
          <p:cNvPr id="19" name="">
            <a:extLst xmlns:a="http://schemas.openxmlformats.org/drawingml/2006/main">
              <a:ext uri="{FF2B5EF4-FFF2-40B4-BE49-F238E27FC236}">
                <a16:creationId xmlns:a16="http://schemas.microsoft.com/office/drawing/2014/main" id="{EEC8DFD5-D520-40D2-85AB-4C8A4D8A6F48}"/>
              </a:ext>
            </a:extLst>
          </p:cNvPr>
          <p:cNvSpPr>
            <a:spLocks xmlns:a="http://schemas.openxmlformats.org/drawingml/2006/main" noGrp="1"/>
          </p:cNvSpPr>
          <p:nvPr/>
        </p:nvSpPr>
        <p:spPr>
          <a:xfrm xmlns:a="http://schemas.openxmlformats.org/drawingml/2006/main">
            <a:off x="8477250" y="2381250"/>
            <a:ext cx="495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a:solidFill>
                  <a:srgbClr val="FFFFFF"/>
                </a:solidFill>
              </a:defRPr>
            </a:pPr>
            <a:r>
              <a:rPr sz="1800" b="1">
                <a:solidFill>
                  <a:srgbClr val="FFFFFF"/>
                </a:solidFill>
              </a:rPr>
              <a:t>?</a:t>
            </a:r>
          </a:p>
        </p:txBody>
      </p:sp>
      <p:sp>
        <p:nvSpPr>
          <p:cNvPr id="20" name="">
            <a:extLst xmlns:a="http://schemas.openxmlformats.org/drawingml/2006/main">
              <a:ext uri="{FF2B5EF4-FFF2-40B4-BE49-F238E27FC236}">
                <a16:creationId xmlns:a16="http://schemas.microsoft.com/office/drawing/2014/main" id="{181F0B52-ABBD-429B-8116-2895EE269BBC}"/>
              </a:ext>
            </a:extLst>
          </p:cNvPr>
          <p:cNvSpPr>
            <a:spLocks xmlns:a="http://schemas.openxmlformats.org/drawingml/2006/main" noGrp="1"/>
          </p:cNvSpPr>
          <p:nvPr/>
        </p:nvSpPr>
        <p:spPr>
          <a:xfrm xmlns:a="http://schemas.openxmlformats.org/drawingml/2006/main">
            <a:off x="9124950" y="2381250"/>
            <a:ext cx="495300" cy="495300"/>
          </a:xfrm>
          <a:prstGeom xmlns:a="http://schemas.openxmlformats.org/drawingml/2006/main" prst="roundRect">
            <a:avLst>
              <a:gd name="adj" fmla="val 15385"/>
            </a:avLst>
          </a:prstGeom>
          <a:solidFill xmlns:a="http://schemas.openxmlformats.org/drawingml/2006/main">
            <a:srgbClr val="9B7BB2"/>
          </a:solidFill>
          <a:ln xmlns:a="http://schemas.openxmlformats.org/drawingml/2006/main" w="9525">
            <a:solidFill>
              <a:srgbClr val="FFFFFF"/>
            </a:solidFill>
            <a:prstDash val="solid"/>
          </a:ln>
        </p:spPr>
      </p:sp>
      <p:sp>
        <p:nvSpPr>
          <p:cNvPr id="21" name="">
            <a:extLst xmlns:a="http://schemas.openxmlformats.org/drawingml/2006/main">
              <a:ext uri="{FF2B5EF4-FFF2-40B4-BE49-F238E27FC236}">
                <a16:creationId xmlns:a16="http://schemas.microsoft.com/office/drawing/2014/main" id="{A9F72DEA-E59C-4C9E-B359-CEF7B78A39A3}"/>
              </a:ext>
            </a:extLst>
          </p:cNvPr>
          <p:cNvSpPr>
            <a:spLocks xmlns:a="http://schemas.openxmlformats.org/drawingml/2006/main" noGrp="1"/>
          </p:cNvSpPr>
          <p:nvPr/>
        </p:nvSpPr>
        <p:spPr>
          <a:xfrm xmlns:a="http://schemas.openxmlformats.org/drawingml/2006/main">
            <a:off x="9124950" y="2381250"/>
            <a:ext cx="495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a:solidFill>
                  <a:srgbClr val="FFFFFF"/>
                </a:solidFill>
              </a:defRPr>
            </a:pPr>
            <a:r>
              <a:rPr sz="1800" b="1">
                <a:solidFill>
                  <a:srgbClr val="FFFFFF"/>
                </a:solidFill>
              </a:rPr>
              <a:t>?</a:t>
            </a:r>
          </a:p>
        </p:txBody>
      </p:sp>
      <p:sp>
        <p:nvSpPr>
          <p:cNvPr id="22" name="">
            <a:extLst xmlns:a="http://schemas.openxmlformats.org/drawingml/2006/main">
              <a:ext uri="{FF2B5EF4-FFF2-40B4-BE49-F238E27FC236}">
                <a16:creationId xmlns:a16="http://schemas.microsoft.com/office/drawing/2014/main" id="{07D57A50-22ED-4E9D-8C80-5B20BC6B6A22}"/>
              </a:ext>
            </a:extLst>
          </p:cNvPr>
          <p:cNvSpPr>
            <a:spLocks xmlns:a="http://schemas.openxmlformats.org/drawingml/2006/main" noGrp="1"/>
          </p:cNvSpPr>
          <p:nvPr/>
        </p:nvSpPr>
        <p:spPr>
          <a:xfrm xmlns:a="http://schemas.openxmlformats.org/drawingml/2006/main">
            <a:off x="9772650" y="2381250"/>
            <a:ext cx="495300" cy="495300"/>
          </a:xfrm>
          <a:prstGeom xmlns:a="http://schemas.openxmlformats.org/drawingml/2006/main" prst="roundRect">
            <a:avLst>
              <a:gd name="adj" fmla="val 15385"/>
            </a:avLst>
          </a:prstGeom>
          <a:solidFill xmlns:a="http://schemas.openxmlformats.org/drawingml/2006/main">
            <a:srgbClr val="69A3B2"/>
          </a:solidFill>
          <a:ln xmlns:a="http://schemas.openxmlformats.org/drawingml/2006/main" w="9525">
            <a:solidFill>
              <a:srgbClr val="FFFFFF"/>
            </a:solidFill>
            <a:prstDash val="solid"/>
          </a:ln>
        </p:spPr>
      </p:sp>
      <p:sp>
        <p:nvSpPr>
          <p:cNvPr id="23" name="">
            <a:extLst xmlns:a="http://schemas.openxmlformats.org/drawingml/2006/main">
              <a:ext uri="{FF2B5EF4-FFF2-40B4-BE49-F238E27FC236}">
                <a16:creationId xmlns:a16="http://schemas.microsoft.com/office/drawing/2014/main" id="{78783939-6E2E-4D61-AC99-D28443DC3907}"/>
              </a:ext>
            </a:extLst>
          </p:cNvPr>
          <p:cNvSpPr>
            <a:spLocks xmlns:a="http://schemas.openxmlformats.org/drawingml/2006/main" noGrp="1"/>
          </p:cNvSpPr>
          <p:nvPr/>
        </p:nvSpPr>
        <p:spPr>
          <a:xfrm xmlns:a="http://schemas.openxmlformats.org/drawingml/2006/main">
            <a:off x="9772650" y="2381250"/>
            <a:ext cx="495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a:solidFill>
                  <a:srgbClr val="FFFFFF"/>
                </a:solidFill>
              </a:defRPr>
            </a:pPr>
            <a:r>
              <a:rPr sz="1800" b="1">
                <a:solidFill>
                  <a:srgbClr val="FFFFFF"/>
                </a:solidFill>
              </a:rPr>
              <a:t>?</a:t>
            </a:r>
          </a:p>
        </p:txBody>
      </p:sp>
      <p:sp>
        <p:nvSpPr>
          <p:cNvPr id="24" name="">
            <a:extLst xmlns:a="http://schemas.openxmlformats.org/drawingml/2006/main">
              <a:ext uri="{FF2B5EF4-FFF2-40B4-BE49-F238E27FC236}">
                <a16:creationId xmlns:a16="http://schemas.microsoft.com/office/drawing/2014/main" id="{7A0B15E7-9182-46BC-9C3C-38718267434F}"/>
              </a:ext>
            </a:extLst>
          </p:cNvPr>
          <p:cNvSpPr>
            <a:spLocks xmlns:a="http://schemas.openxmlformats.org/drawingml/2006/main" noGrp="1"/>
          </p:cNvSpPr>
          <p:nvPr/>
        </p:nvSpPr>
        <p:spPr>
          <a:xfrm xmlns:a="http://schemas.openxmlformats.org/drawingml/2006/main">
            <a:off x="10420350" y="2381250"/>
            <a:ext cx="495300" cy="495300"/>
          </a:xfrm>
          <a:prstGeom xmlns:a="http://schemas.openxmlformats.org/drawingml/2006/main" prst="roundRect">
            <a:avLst>
              <a:gd name="adj" fmla="val 15385"/>
            </a:avLst>
          </a:prstGeom>
          <a:solidFill xmlns:a="http://schemas.openxmlformats.org/drawingml/2006/main">
            <a:srgbClr val="D986A5"/>
          </a:solidFill>
          <a:ln xmlns:a="http://schemas.openxmlformats.org/drawingml/2006/main" w="9525">
            <a:solidFill>
              <a:srgbClr val="FFFFFF"/>
            </a:solidFill>
            <a:prstDash val="solid"/>
          </a:ln>
        </p:spPr>
      </p:sp>
      <p:sp>
        <p:nvSpPr>
          <p:cNvPr id="25" name="">
            <a:extLst xmlns:a="http://schemas.openxmlformats.org/drawingml/2006/main">
              <a:ext uri="{FF2B5EF4-FFF2-40B4-BE49-F238E27FC236}">
                <a16:creationId xmlns:a16="http://schemas.microsoft.com/office/drawing/2014/main" id="{C9A00E0D-DE8B-43AF-A9DA-CAEF08033B3B}"/>
              </a:ext>
            </a:extLst>
          </p:cNvPr>
          <p:cNvSpPr>
            <a:spLocks xmlns:a="http://schemas.openxmlformats.org/drawingml/2006/main" noGrp="1"/>
          </p:cNvSpPr>
          <p:nvPr/>
        </p:nvSpPr>
        <p:spPr>
          <a:xfrm xmlns:a="http://schemas.openxmlformats.org/drawingml/2006/main">
            <a:off x="10420350" y="2381250"/>
            <a:ext cx="495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a:solidFill>
                  <a:srgbClr val="FFFFFF"/>
                </a:solidFill>
              </a:defRPr>
            </a:pPr>
            <a:r>
              <a:rPr sz="1800" b="1">
                <a:solidFill>
                  <a:srgbClr val="FFFFFF"/>
                </a:solidFill>
              </a:rPr>
              <a:t>?</a:t>
            </a:r>
          </a:p>
        </p:txBody>
      </p:sp>
      <p:sp>
        <p:nvSpPr>
          <p:cNvPr id="26" name="">
            <a:extLst xmlns:a="http://schemas.openxmlformats.org/drawingml/2006/main">
              <a:ext uri="{FF2B5EF4-FFF2-40B4-BE49-F238E27FC236}">
                <a16:creationId xmlns:a16="http://schemas.microsoft.com/office/drawing/2014/main" id="{4242025A-A090-44BB-975F-3FB0CA69D39A}"/>
              </a:ext>
            </a:extLst>
          </p:cNvPr>
          <p:cNvSpPr>
            <a:spLocks xmlns:a="http://schemas.openxmlformats.org/drawingml/2006/main" noGrp="1"/>
          </p:cNvSpPr>
          <p:nvPr/>
        </p:nvSpPr>
        <p:spPr>
          <a:xfrm xmlns:a="http://schemas.openxmlformats.org/drawingml/2006/main">
            <a:off x="7048500" y="3143250"/>
            <a:ext cx="4229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183247"/>
                </a:solidFill>
              </a:defRPr>
            </a:pPr>
            <a:r>
              <a:rPr sz="1425" b="1">
                <a:solidFill>
                  <a:srgbClr val="183247"/>
                </a:solidFill>
              </a:rPr>
              <a:t>没有 patch 级肿瘤 / 正常标签</a:t>
            </a:r>
          </a:p>
        </p:txBody>
      </p:sp>
      <p:sp>
        <p:nvSpPr>
          <p:cNvPr id="27" name="">
            <a:extLst xmlns:a="http://schemas.openxmlformats.org/drawingml/2006/main">
              <a:ext uri="{FF2B5EF4-FFF2-40B4-BE49-F238E27FC236}">
                <a16:creationId xmlns:a16="http://schemas.microsoft.com/office/drawing/2014/main" id="{B44BAAD8-5CE7-45F6-8DC6-8BA2BEC661AA}"/>
              </a:ext>
            </a:extLst>
          </p:cNvPr>
          <p:cNvSpPr>
            <a:spLocks xmlns:a="http://schemas.openxmlformats.org/drawingml/2006/main" noGrp="1"/>
          </p:cNvSpPr>
          <p:nvPr/>
        </p:nvSpPr>
        <p:spPr>
          <a:xfrm xmlns:a="http://schemas.openxmlformats.org/drawingml/2006/main">
            <a:off x="7048500" y="3695700"/>
            <a:ext cx="4229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0">
                <a:solidFill>
                  <a:srgbClr val="687B8C"/>
                </a:solidFill>
              </a:defRPr>
            </a:pPr>
            <a:r>
              <a:rPr sz="1425" b="0">
                <a:solidFill>
                  <a:srgbClr val="687B8C"/>
                </a:solidFill>
              </a:rPr>
              <a:t>注意力权重由 slide 任务反向学出</a:t>
            </a:r>
          </a:p>
        </p:txBody>
      </p:sp>
      <p:sp>
        <p:nvSpPr>
          <p:cNvPr id="28" name="">
            <a:extLst xmlns:a="http://schemas.openxmlformats.org/drawingml/2006/main">
              <a:ext uri="{FF2B5EF4-FFF2-40B4-BE49-F238E27FC236}">
                <a16:creationId xmlns:a16="http://schemas.microsoft.com/office/drawing/2014/main" id="{AFC8EC8D-D9DD-4179-9B15-0F8B69BF22E2}"/>
              </a:ext>
            </a:extLst>
          </p:cNvPr>
          <p:cNvSpPr>
            <a:spLocks xmlns:a="http://schemas.openxmlformats.org/drawingml/2006/main" noGrp="1"/>
          </p:cNvSpPr>
          <p:nvPr/>
        </p:nvSpPr>
        <p:spPr>
          <a:xfrm xmlns:a="http://schemas.openxmlformats.org/drawingml/2006/main">
            <a:off x="1066800" y="5619750"/>
            <a:ext cx="10058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a:solidFill>
                  <a:srgbClr val="E66F6A"/>
                </a:solidFill>
              </a:defRPr>
            </a:pPr>
            <a:r>
              <a:rPr sz="1575" b="1">
                <a:solidFill>
                  <a:srgbClr val="E66F6A"/>
                </a:solidFill>
              </a:rPr>
              <a:t>弱监督的关键：把 bag 标签的误差信号，分配回最有判别力的实例。</a:t>
            </a:r>
          </a:p>
        </p:txBody>
      </p:sp>
    </p:spTree>
    <p:extLst>
      <p:ext uri="{BB962C8B-B14F-4D97-AF65-F5344CB8AC3E}">
        <p14:creationId xmlns:p14="http://schemas.microsoft.com/office/powerpoint/2010/main" val="71040247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03541E14-406C-4422-A8E1-F92A87AB84E2}"/>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174A7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28E87F2-16D0-4289-800C-21B3DE2C17AB}"/>
              </a:ext>
            </a:extLst>
          </p:cNvPr>
          <p:cNvSpPr>
            <a:spLocks xmlns:a="http://schemas.openxmlformats.org/drawingml/2006/main" noGrp="1"/>
          </p:cNvSpPr>
          <p:nvPr/>
        </p:nvSpPr>
        <p:spPr>
          <a:xfrm xmlns:a="http://schemas.openxmlformats.org/drawingml/2006/main">
            <a:off x="400050" y="19050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D76A8"/>
                </a:solidFill>
              </a:defRPr>
            </a:pPr>
            <a:r>
              <a:rPr sz="975" b="1">
                <a:solidFill>
                  <a:srgbClr val="2D76A8"/>
                </a:solidFill>
              </a:rPr>
              <a:t>02 · 门控注意力</a:t>
            </a:r>
          </a:p>
        </p:txBody>
      </p:sp>
      <p:sp>
        <p:nvSpPr>
          <p:cNvPr id="3" name="">
            <a:extLst xmlns:a="http://schemas.openxmlformats.org/drawingml/2006/main">
              <a:ext uri="{FF2B5EF4-FFF2-40B4-BE49-F238E27FC236}">
                <a16:creationId xmlns:a16="http://schemas.microsoft.com/office/drawing/2014/main" id="{59EC08A0-DFDA-46E8-86DA-C566A2064A2C}"/>
              </a:ext>
            </a:extLst>
          </p:cNvPr>
          <p:cNvSpPr>
            <a:spLocks xmlns:a="http://schemas.openxmlformats.org/drawingml/2006/main" noGrp="1"/>
          </p:cNvSpPr>
          <p:nvPr/>
        </p:nvSpPr>
        <p:spPr>
          <a:xfrm xmlns:a="http://schemas.openxmlformats.org/drawingml/2006/main">
            <a:off x="400050" y="419100"/>
            <a:ext cx="11191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250" b="1">
                <a:solidFill>
                  <a:srgbClr val="183247"/>
                </a:solidFill>
              </a:defRPr>
            </a:pPr>
            <a:r>
              <a:rPr sz="2250" b="1">
                <a:solidFill>
                  <a:srgbClr val="183247"/>
                </a:solidFill>
              </a:rPr>
              <a:t>两条非线性分支共同决定每个 patch 的证据权重</a:t>
            </a:r>
          </a:p>
        </p:txBody>
      </p:sp>
      <p:sp>
        <p:nvSpPr>
          <p:cNvPr id="4" name="">
            <a:extLst xmlns:a="http://schemas.openxmlformats.org/drawingml/2006/main">
              <a:ext uri="{FF2B5EF4-FFF2-40B4-BE49-F238E27FC236}">
                <a16:creationId xmlns:a16="http://schemas.microsoft.com/office/drawing/2014/main" id="{00362F2F-631D-48EC-AB25-650FB6E3B6A4}"/>
              </a:ext>
            </a:extLst>
          </p:cNvPr>
          <p:cNvSpPr>
            <a:spLocks xmlns:a="http://schemas.openxmlformats.org/drawingml/2006/main" noGrp="1"/>
          </p:cNvSpPr>
          <p:nvPr/>
        </p:nvSpPr>
        <p:spPr>
          <a:xfrm xmlns:a="http://schemas.openxmlformats.org/drawingml/2006/main">
            <a:off x="400050" y="1009650"/>
            <a:ext cx="11391900" cy="9525"/>
          </a:xfrm>
          <a:prstGeom xmlns:a="http://schemas.openxmlformats.org/drawingml/2006/main" prst="rect">
            <a:avLst/>
          </a:prstGeom>
          <a:solidFill xmlns:a="http://schemas.openxmlformats.org/drawingml/2006/main">
            <a:srgbClr val="D8E2E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BDADAA3-5599-4EB3-A981-FD136FB45D89}"/>
              </a:ext>
            </a:extLst>
          </p:cNvPr>
          <p:cNvSpPr>
            <a:spLocks xmlns:a="http://schemas.openxmlformats.org/drawingml/2006/main" noGrp="1"/>
          </p:cNvSpPr>
          <p:nvPr/>
        </p:nvSpPr>
        <p:spPr>
          <a:xfrm xmlns:a="http://schemas.openxmlformats.org/drawingml/2006/main">
            <a:off x="11334750" y="6477000"/>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0">
                <a:solidFill>
                  <a:srgbClr val="687B8C"/>
                </a:solidFill>
              </a:defRPr>
            </a:pPr>
            <a:r>
              <a:rPr sz="900" b="0">
                <a:solidFill>
                  <a:srgbClr val="687B8C"/>
                </a:solidFill>
              </a:rPr>
              <a:t>09</a:t>
            </a:r>
          </a:p>
        </p:txBody>
      </p:sp>
      <p:sp>
        <p:nvSpPr>
          <p:cNvPr id="6" name="">
            <a:extLst xmlns:a="http://schemas.openxmlformats.org/drawingml/2006/main">
              <a:ext uri="{FF2B5EF4-FFF2-40B4-BE49-F238E27FC236}">
                <a16:creationId xmlns:a16="http://schemas.microsoft.com/office/drawing/2014/main" id="{5F345964-07E9-4588-87D2-CB3782E2DB65}"/>
              </a:ext>
            </a:extLst>
          </p:cNvPr>
          <p:cNvSpPr>
            <a:spLocks xmlns:a="http://schemas.openxmlformats.org/drawingml/2006/main" noGrp="1"/>
          </p:cNvSpPr>
          <p:nvPr/>
        </p:nvSpPr>
        <p:spPr>
          <a:xfrm xmlns:a="http://schemas.openxmlformats.org/drawingml/2006/main">
            <a:off x="533400" y="1447800"/>
            <a:ext cx="2305050" cy="914400"/>
          </a:xfrm>
          <a:prstGeom xmlns:a="http://schemas.openxmlformats.org/drawingml/2006/main" prst="roundRect">
            <a:avLst>
              <a:gd name="adj" fmla="val 12500"/>
            </a:avLst>
          </a:prstGeom>
          <a:solidFill xmlns:a="http://schemas.openxmlformats.org/drawingml/2006/main">
            <a:srgbClr val="F4F7FA"/>
          </a:solidFill>
          <a:ln xmlns:a="http://schemas.openxmlformats.org/drawingml/2006/main" w="9525">
            <a:solidFill>
              <a:srgbClr val="D8E2EA"/>
            </a:solidFill>
            <a:prstDash val="solid"/>
          </a:ln>
        </p:spPr>
      </p:sp>
      <p:sp>
        <p:nvSpPr>
          <p:cNvPr id="7" name="">
            <a:extLst xmlns:a="http://schemas.openxmlformats.org/drawingml/2006/main">
              <a:ext uri="{FF2B5EF4-FFF2-40B4-BE49-F238E27FC236}">
                <a16:creationId xmlns:a16="http://schemas.microsoft.com/office/drawing/2014/main" id="{63BF0C0E-BBD8-4700-851F-1937CBCB2F97}"/>
              </a:ext>
            </a:extLst>
          </p:cNvPr>
          <p:cNvSpPr>
            <a:spLocks xmlns:a="http://schemas.openxmlformats.org/drawingml/2006/main" noGrp="1"/>
          </p:cNvSpPr>
          <p:nvPr/>
        </p:nvSpPr>
        <p:spPr>
          <a:xfrm xmlns:a="http://schemas.openxmlformats.org/drawingml/2006/main">
            <a:off x="762000" y="1695450"/>
            <a:ext cx="18478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a:solidFill>
                  <a:srgbClr val="174A74"/>
                </a:solidFill>
              </a:defRPr>
            </a:pPr>
            <a:r>
              <a:rPr sz="2100" b="1">
                <a:solidFill>
                  <a:srgbClr val="174A74"/>
                </a:solidFill>
              </a:rPr>
              <a:t>hᵢ ∈ ℝ⁵¹²</a:t>
            </a:r>
          </a:p>
        </p:txBody>
      </p:sp>
      <p:sp>
        <p:nvSpPr>
          <p:cNvPr id="8" name="">
            <a:extLst xmlns:a="http://schemas.openxmlformats.org/drawingml/2006/main">
              <a:ext uri="{FF2B5EF4-FFF2-40B4-BE49-F238E27FC236}">
                <a16:creationId xmlns:a16="http://schemas.microsoft.com/office/drawing/2014/main" id="{2404A091-EA11-4932-A6A3-2A3FDCF59815}"/>
              </a:ext>
            </a:extLst>
          </p:cNvPr>
          <p:cNvSpPr>
            <a:spLocks xmlns:a="http://schemas.openxmlformats.org/drawingml/2006/main" noGrp="1"/>
          </p:cNvSpPr>
          <p:nvPr/>
        </p:nvSpPr>
        <p:spPr>
          <a:xfrm xmlns:a="http://schemas.openxmlformats.org/drawingml/2006/main">
            <a:off x="2971800" y="1733550"/>
            <a:ext cx="457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700" b="1">
                <a:solidFill>
                  <a:srgbClr val="F0A24A"/>
                </a:solidFill>
              </a:defRPr>
            </a:pPr>
            <a:r>
              <a:rPr sz="2700" b="1">
                <a:solidFill>
                  <a:srgbClr val="F0A24A"/>
                </a:solidFill>
              </a:rPr>
              <a:t>→</a:t>
            </a:r>
          </a:p>
        </p:txBody>
      </p:sp>
      <p:sp>
        <p:nvSpPr>
          <p:cNvPr id="9" name="">
            <a:extLst xmlns:a="http://schemas.openxmlformats.org/drawingml/2006/main">
              <a:ext uri="{FF2B5EF4-FFF2-40B4-BE49-F238E27FC236}">
                <a16:creationId xmlns:a16="http://schemas.microsoft.com/office/drawing/2014/main" id="{9949E93F-FFE9-4253-BCA5-23015B2FCB08}"/>
              </a:ext>
            </a:extLst>
          </p:cNvPr>
          <p:cNvSpPr>
            <a:spLocks xmlns:a="http://schemas.openxmlformats.org/drawingml/2006/main" noGrp="1"/>
          </p:cNvSpPr>
          <p:nvPr/>
        </p:nvSpPr>
        <p:spPr>
          <a:xfrm xmlns:a="http://schemas.openxmlformats.org/drawingml/2006/main">
            <a:off x="3543300" y="1295400"/>
            <a:ext cx="2381250" cy="1047750"/>
          </a:xfrm>
          <a:prstGeom xmlns:a="http://schemas.openxmlformats.org/drawingml/2006/main" prst="roundRect">
            <a:avLst>
              <a:gd name="adj" fmla="val 10909"/>
            </a:avLst>
          </a:prstGeom>
          <a:solidFill xmlns:a="http://schemas.openxmlformats.org/drawingml/2006/main">
            <a:srgbClr val="EAF3F8"/>
          </a:solidFill>
          <a:ln xmlns:a="http://schemas.openxmlformats.org/drawingml/2006/main" w="9525">
            <a:solidFill>
              <a:srgbClr val="2D76A8"/>
            </a:solidFill>
            <a:prstDash val="solid"/>
          </a:ln>
        </p:spPr>
      </p:sp>
      <p:sp>
        <p:nvSpPr>
          <p:cNvPr id="10" name="">
            <a:extLst xmlns:a="http://schemas.openxmlformats.org/drawingml/2006/main">
              <a:ext uri="{FF2B5EF4-FFF2-40B4-BE49-F238E27FC236}">
                <a16:creationId xmlns:a16="http://schemas.microsoft.com/office/drawing/2014/main" id="{B89AF0C2-547C-4128-9918-00CA361CFD37}"/>
              </a:ext>
            </a:extLst>
          </p:cNvPr>
          <p:cNvSpPr>
            <a:spLocks xmlns:a="http://schemas.openxmlformats.org/drawingml/2006/main" noGrp="1"/>
          </p:cNvSpPr>
          <p:nvPr/>
        </p:nvSpPr>
        <p:spPr>
          <a:xfrm xmlns:a="http://schemas.openxmlformats.org/drawingml/2006/main">
            <a:off x="3733800" y="1438275"/>
            <a:ext cx="200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D76A8"/>
                </a:solidFill>
              </a:defRPr>
            </a:pPr>
            <a:r>
              <a:rPr sz="1350" b="1">
                <a:solidFill>
                  <a:srgbClr val="2D76A8"/>
                </a:solidFill>
              </a:rPr>
              <a:t>内容分支</a:t>
            </a:r>
          </a:p>
        </p:txBody>
      </p:sp>
      <p:sp>
        <p:nvSpPr>
          <p:cNvPr id="11" name="">
            <a:extLst xmlns:a="http://schemas.openxmlformats.org/drawingml/2006/main">
              <a:ext uri="{FF2B5EF4-FFF2-40B4-BE49-F238E27FC236}">
                <a16:creationId xmlns:a16="http://schemas.microsoft.com/office/drawing/2014/main" id="{9FFCD137-E5E7-4DBC-A913-7F397F7519CC}"/>
              </a:ext>
            </a:extLst>
          </p:cNvPr>
          <p:cNvSpPr>
            <a:spLocks xmlns:a="http://schemas.openxmlformats.org/drawingml/2006/main" noGrp="1"/>
          </p:cNvSpPr>
          <p:nvPr/>
        </p:nvSpPr>
        <p:spPr>
          <a:xfrm xmlns:a="http://schemas.openxmlformats.org/drawingml/2006/main">
            <a:off x="3733800" y="1752600"/>
            <a:ext cx="200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a:solidFill>
                  <a:srgbClr val="183247"/>
                </a:solidFill>
              </a:defRPr>
            </a:pPr>
            <a:r>
              <a:rPr sz="1800" b="1">
                <a:solidFill>
                  <a:srgbClr val="183247"/>
                </a:solidFill>
              </a:rPr>
              <a:t>tanh(Wₐhᵢ)</a:t>
            </a:r>
          </a:p>
        </p:txBody>
      </p:sp>
      <p:sp>
        <p:nvSpPr>
          <p:cNvPr id="12" name="">
            <a:extLst xmlns:a="http://schemas.openxmlformats.org/drawingml/2006/main">
              <a:ext uri="{FF2B5EF4-FFF2-40B4-BE49-F238E27FC236}">
                <a16:creationId xmlns:a16="http://schemas.microsoft.com/office/drawing/2014/main" id="{610C253C-B81A-422E-9C91-48AD7EF88D0F}"/>
              </a:ext>
            </a:extLst>
          </p:cNvPr>
          <p:cNvSpPr>
            <a:spLocks xmlns:a="http://schemas.openxmlformats.org/drawingml/2006/main" noGrp="1"/>
          </p:cNvSpPr>
          <p:nvPr/>
        </p:nvSpPr>
        <p:spPr>
          <a:xfrm xmlns:a="http://schemas.openxmlformats.org/drawingml/2006/main">
            <a:off x="3543300" y="2647950"/>
            <a:ext cx="2381250" cy="1047750"/>
          </a:xfrm>
          <a:prstGeom xmlns:a="http://schemas.openxmlformats.org/drawingml/2006/main" prst="roundRect">
            <a:avLst>
              <a:gd name="adj" fmla="val 10909"/>
            </a:avLst>
          </a:prstGeom>
          <a:solidFill xmlns:a="http://schemas.openxmlformats.org/drawingml/2006/main">
            <a:srgbClr val="FFF4E7"/>
          </a:solidFill>
          <a:ln xmlns:a="http://schemas.openxmlformats.org/drawingml/2006/main" w="9525">
            <a:solidFill>
              <a:srgbClr val="F0A24A"/>
            </a:solidFill>
            <a:prstDash val="solid"/>
          </a:ln>
        </p:spPr>
      </p:sp>
      <p:sp>
        <p:nvSpPr>
          <p:cNvPr id="13" name="">
            <a:extLst xmlns:a="http://schemas.openxmlformats.org/drawingml/2006/main">
              <a:ext uri="{FF2B5EF4-FFF2-40B4-BE49-F238E27FC236}">
                <a16:creationId xmlns:a16="http://schemas.microsoft.com/office/drawing/2014/main" id="{E04F1FC8-16DC-4AA6-A55E-911DEB6F5F5D}"/>
              </a:ext>
            </a:extLst>
          </p:cNvPr>
          <p:cNvSpPr>
            <a:spLocks xmlns:a="http://schemas.openxmlformats.org/drawingml/2006/main" noGrp="1"/>
          </p:cNvSpPr>
          <p:nvPr/>
        </p:nvSpPr>
        <p:spPr>
          <a:xfrm xmlns:a="http://schemas.openxmlformats.org/drawingml/2006/main">
            <a:off x="3733800" y="2790825"/>
            <a:ext cx="200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0A24A"/>
                </a:solidFill>
              </a:defRPr>
            </a:pPr>
            <a:r>
              <a:rPr sz="1350" b="1">
                <a:solidFill>
                  <a:srgbClr val="F0A24A"/>
                </a:solidFill>
              </a:rPr>
              <a:t>门控分支</a:t>
            </a:r>
          </a:p>
        </p:txBody>
      </p:sp>
      <p:sp>
        <p:nvSpPr>
          <p:cNvPr id="14" name="">
            <a:extLst xmlns:a="http://schemas.openxmlformats.org/drawingml/2006/main">
              <a:ext uri="{FF2B5EF4-FFF2-40B4-BE49-F238E27FC236}">
                <a16:creationId xmlns:a16="http://schemas.microsoft.com/office/drawing/2014/main" id="{BBF67BC5-EC66-4000-9B65-A20FB1E49F32}"/>
              </a:ext>
            </a:extLst>
          </p:cNvPr>
          <p:cNvSpPr>
            <a:spLocks xmlns:a="http://schemas.openxmlformats.org/drawingml/2006/main" noGrp="1"/>
          </p:cNvSpPr>
          <p:nvPr/>
        </p:nvSpPr>
        <p:spPr>
          <a:xfrm xmlns:a="http://schemas.openxmlformats.org/drawingml/2006/main">
            <a:off x="3657600" y="3105150"/>
            <a:ext cx="2152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183247"/>
                </a:solidFill>
              </a:defRPr>
            </a:pPr>
            <a:r>
              <a:rPr sz="1650" b="1">
                <a:solidFill>
                  <a:srgbClr val="183247"/>
                </a:solidFill>
              </a:rPr>
              <a:t>sigmoid(Wᵦhᵢ)</a:t>
            </a:r>
          </a:p>
        </p:txBody>
      </p:sp>
      <p:sp>
        <p:nvSpPr>
          <p:cNvPr id="15" name="">
            <a:extLst xmlns:a="http://schemas.openxmlformats.org/drawingml/2006/main">
              <a:ext uri="{FF2B5EF4-FFF2-40B4-BE49-F238E27FC236}">
                <a16:creationId xmlns:a16="http://schemas.microsoft.com/office/drawing/2014/main" id="{151B6172-A5D3-4820-804B-EAF67AF00A10}"/>
              </a:ext>
            </a:extLst>
          </p:cNvPr>
          <p:cNvSpPr>
            <a:spLocks xmlns:a="http://schemas.openxmlformats.org/drawingml/2006/main" noGrp="1"/>
          </p:cNvSpPr>
          <p:nvPr/>
        </p:nvSpPr>
        <p:spPr>
          <a:xfrm xmlns:a="http://schemas.openxmlformats.org/drawingml/2006/main">
            <a:off x="6153150" y="2228850"/>
            <a:ext cx="514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700" b="1">
                <a:solidFill>
                  <a:srgbClr val="E66F6A"/>
                </a:solidFill>
              </a:defRPr>
            </a:pPr>
            <a:r>
              <a:rPr sz="2700" b="1">
                <a:solidFill>
                  <a:srgbClr val="E66F6A"/>
                </a:solidFill>
              </a:rPr>
              <a:t>×</a:t>
            </a:r>
          </a:p>
        </p:txBody>
      </p:sp>
      <p:sp>
        <p:nvSpPr>
          <p:cNvPr id="16" name="">
            <a:extLst xmlns:a="http://schemas.openxmlformats.org/drawingml/2006/main">
              <a:ext uri="{FF2B5EF4-FFF2-40B4-BE49-F238E27FC236}">
                <a16:creationId xmlns:a16="http://schemas.microsoft.com/office/drawing/2014/main" id="{349401F6-B2D9-4169-8408-9E680C2FA077}"/>
              </a:ext>
            </a:extLst>
          </p:cNvPr>
          <p:cNvSpPr>
            <a:spLocks xmlns:a="http://schemas.openxmlformats.org/drawingml/2006/main" noGrp="1"/>
          </p:cNvSpPr>
          <p:nvPr/>
        </p:nvSpPr>
        <p:spPr>
          <a:xfrm xmlns:a="http://schemas.openxmlformats.org/drawingml/2006/main">
            <a:off x="6858000" y="1866900"/>
            <a:ext cx="2152650" cy="1123950"/>
          </a:xfrm>
          <a:prstGeom xmlns:a="http://schemas.openxmlformats.org/drawingml/2006/main" prst="roundRect">
            <a:avLst>
              <a:gd name="adj" fmla="val 10169"/>
            </a:avLst>
          </a:prstGeom>
          <a:solidFill xmlns:a="http://schemas.openxmlformats.org/drawingml/2006/main">
            <a:srgbClr val="FCEDEC"/>
          </a:solidFill>
          <a:ln xmlns:a="http://schemas.openxmlformats.org/drawingml/2006/main" w="9525">
            <a:solidFill>
              <a:srgbClr val="E66F6A"/>
            </a:solidFill>
            <a:prstDash val="solid"/>
          </a:ln>
        </p:spPr>
      </p:sp>
      <p:sp>
        <p:nvSpPr>
          <p:cNvPr id="17" name="">
            <a:extLst xmlns:a="http://schemas.openxmlformats.org/drawingml/2006/main">
              <a:ext uri="{FF2B5EF4-FFF2-40B4-BE49-F238E27FC236}">
                <a16:creationId xmlns:a16="http://schemas.microsoft.com/office/drawing/2014/main" id="{C28DA864-E161-4F09-A007-8481E01B38BF}"/>
              </a:ext>
            </a:extLst>
          </p:cNvPr>
          <p:cNvSpPr>
            <a:spLocks xmlns:a="http://schemas.openxmlformats.org/drawingml/2006/main" noGrp="1"/>
          </p:cNvSpPr>
          <p:nvPr/>
        </p:nvSpPr>
        <p:spPr>
          <a:xfrm xmlns:a="http://schemas.openxmlformats.org/drawingml/2006/main">
            <a:off x="7086600" y="2028825"/>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E66F6A"/>
                </a:solidFill>
              </a:defRPr>
            </a:pPr>
            <a:r>
              <a:rPr sz="1350" b="1">
                <a:solidFill>
                  <a:srgbClr val="E66F6A"/>
                </a:solidFill>
              </a:rPr>
              <a:t>逐元素相乘</a:t>
            </a:r>
          </a:p>
        </p:txBody>
      </p:sp>
      <p:sp>
        <p:nvSpPr>
          <p:cNvPr id="18" name="">
            <a:extLst xmlns:a="http://schemas.openxmlformats.org/drawingml/2006/main">
              <a:ext uri="{FF2B5EF4-FFF2-40B4-BE49-F238E27FC236}">
                <a16:creationId xmlns:a16="http://schemas.microsoft.com/office/drawing/2014/main" id="{1A3B9B3A-5657-4016-BC81-2959C8BDE9CF}"/>
              </a:ext>
            </a:extLst>
          </p:cNvPr>
          <p:cNvSpPr>
            <a:spLocks xmlns:a="http://schemas.openxmlformats.org/drawingml/2006/main" noGrp="1"/>
          </p:cNvSpPr>
          <p:nvPr/>
        </p:nvSpPr>
        <p:spPr>
          <a:xfrm xmlns:a="http://schemas.openxmlformats.org/drawingml/2006/main">
            <a:off x="7086600" y="24003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a:solidFill>
                  <a:srgbClr val="183247"/>
                </a:solidFill>
              </a:defRPr>
            </a:pPr>
            <a:r>
              <a:rPr sz="1575" b="1">
                <a:solidFill>
                  <a:srgbClr val="183247"/>
                </a:solidFill>
              </a:rPr>
              <a:t>内容 × 开关</a:t>
            </a:r>
          </a:p>
        </p:txBody>
      </p:sp>
      <p:sp>
        <p:nvSpPr>
          <p:cNvPr id="19" name="">
            <a:extLst xmlns:a="http://schemas.openxmlformats.org/drawingml/2006/main">
              <a:ext uri="{FF2B5EF4-FFF2-40B4-BE49-F238E27FC236}">
                <a16:creationId xmlns:a16="http://schemas.microsoft.com/office/drawing/2014/main" id="{7D8EF48C-0C12-401D-8E63-72F7B065E2B6}"/>
              </a:ext>
            </a:extLst>
          </p:cNvPr>
          <p:cNvSpPr>
            <a:spLocks xmlns:a="http://schemas.openxmlformats.org/drawingml/2006/main" noGrp="1"/>
          </p:cNvSpPr>
          <p:nvPr/>
        </p:nvSpPr>
        <p:spPr>
          <a:xfrm xmlns:a="http://schemas.openxmlformats.org/drawingml/2006/main">
            <a:off x="9163050" y="2247900"/>
            <a:ext cx="457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700" b="1">
                <a:solidFill>
                  <a:srgbClr val="F0A24A"/>
                </a:solidFill>
              </a:defRPr>
            </a:pPr>
            <a:r>
              <a:rPr sz="2700" b="1">
                <a:solidFill>
                  <a:srgbClr val="F0A24A"/>
                </a:solidFill>
              </a:rPr>
              <a:t>→</a:t>
            </a:r>
          </a:p>
        </p:txBody>
      </p:sp>
      <p:sp>
        <p:nvSpPr>
          <p:cNvPr id="20" name="">
            <a:extLst xmlns:a="http://schemas.openxmlformats.org/drawingml/2006/main">
              <a:ext uri="{FF2B5EF4-FFF2-40B4-BE49-F238E27FC236}">
                <a16:creationId xmlns:a16="http://schemas.microsoft.com/office/drawing/2014/main" id="{E35CC9B0-D2EB-4D42-A616-C524D0E3D1ED}"/>
              </a:ext>
            </a:extLst>
          </p:cNvPr>
          <p:cNvSpPr>
            <a:spLocks xmlns:a="http://schemas.openxmlformats.org/drawingml/2006/main" noGrp="1"/>
          </p:cNvSpPr>
          <p:nvPr/>
        </p:nvSpPr>
        <p:spPr>
          <a:xfrm xmlns:a="http://schemas.openxmlformats.org/drawingml/2006/main">
            <a:off x="9734550" y="1866900"/>
            <a:ext cx="1924050" cy="1123950"/>
          </a:xfrm>
          <a:prstGeom xmlns:a="http://schemas.openxmlformats.org/drawingml/2006/main" prst="roundRect">
            <a:avLst>
              <a:gd name="adj" fmla="val 10169"/>
            </a:avLst>
          </a:prstGeom>
          <a:solidFill xmlns:a="http://schemas.openxmlformats.org/drawingml/2006/main">
            <a:srgbClr val="E9F7F4"/>
          </a:solidFill>
          <a:ln xmlns:a="http://schemas.openxmlformats.org/drawingml/2006/main" w="9525">
            <a:solidFill>
              <a:srgbClr val="28A99E"/>
            </a:solidFill>
            <a:prstDash val="solid"/>
          </a:ln>
        </p:spPr>
      </p:sp>
      <p:sp>
        <p:nvSpPr>
          <p:cNvPr id="21" name="">
            <a:extLst xmlns:a="http://schemas.openxmlformats.org/drawingml/2006/main">
              <a:ext uri="{FF2B5EF4-FFF2-40B4-BE49-F238E27FC236}">
                <a16:creationId xmlns:a16="http://schemas.microsoft.com/office/drawing/2014/main" id="{FFBE6519-94F4-4DB6-A27C-46F2F3745E1F}"/>
              </a:ext>
            </a:extLst>
          </p:cNvPr>
          <p:cNvSpPr>
            <a:spLocks xmlns:a="http://schemas.openxmlformats.org/drawingml/2006/main" noGrp="1"/>
          </p:cNvSpPr>
          <p:nvPr/>
        </p:nvSpPr>
        <p:spPr>
          <a:xfrm xmlns:a="http://schemas.openxmlformats.org/drawingml/2006/main">
            <a:off x="9906000" y="2047875"/>
            <a:ext cx="1581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28A99E"/>
                </a:solidFill>
              </a:defRPr>
            </a:pPr>
            <a:r>
              <a:rPr sz="1425" b="1">
                <a:solidFill>
                  <a:srgbClr val="28A99E"/>
                </a:solidFill>
              </a:rPr>
              <a:t>原始分数 aᵢ</a:t>
            </a:r>
          </a:p>
        </p:txBody>
      </p:sp>
      <p:sp>
        <p:nvSpPr>
          <p:cNvPr id="22" name="">
            <a:extLst xmlns:a="http://schemas.openxmlformats.org/drawingml/2006/main">
              <a:ext uri="{FF2B5EF4-FFF2-40B4-BE49-F238E27FC236}">
                <a16:creationId xmlns:a16="http://schemas.microsoft.com/office/drawing/2014/main" id="{E34165DF-BAB6-42CA-8BAF-6D2FB576378A}"/>
              </a:ext>
            </a:extLst>
          </p:cNvPr>
          <p:cNvSpPr>
            <a:spLocks xmlns:a="http://schemas.openxmlformats.org/drawingml/2006/main" noGrp="1"/>
          </p:cNvSpPr>
          <p:nvPr/>
        </p:nvSpPr>
        <p:spPr>
          <a:xfrm xmlns:a="http://schemas.openxmlformats.org/drawingml/2006/main">
            <a:off x="9906000" y="2400300"/>
            <a:ext cx="1581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a:solidFill>
                  <a:srgbClr val="183247"/>
                </a:solidFill>
              </a:defRPr>
            </a:pPr>
            <a:r>
              <a:rPr sz="1800" b="1">
                <a:solidFill>
                  <a:srgbClr val="183247"/>
                </a:solidFill>
              </a:rPr>
              <a:t>wᶜᵀ(·)</a:t>
            </a:r>
          </a:p>
        </p:txBody>
      </p:sp>
      <p:sp>
        <p:nvSpPr>
          <p:cNvPr id="23" name="">
            <a:extLst xmlns:a="http://schemas.openxmlformats.org/drawingml/2006/main">
              <a:ext uri="{FF2B5EF4-FFF2-40B4-BE49-F238E27FC236}">
                <a16:creationId xmlns:a16="http://schemas.microsoft.com/office/drawing/2014/main" id="{D19685CF-8F55-4B5C-8DD2-7AC097C1C1D8}"/>
              </a:ext>
            </a:extLst>
          </p:cNvPr>
          <p:cNvSpPr>
            <a:spLocks xmlns:a="http://schemas.openxmlformats.org/drawingml/2006/main" noGrp="1"/>
          </p:cNvSpPr>
          <p:nvPr/>
        </p:nvSpPr>
        <p:spPr>
          <a:xfrm xmlns:a="http://schemas.openxmlformats.org/drawingml/2006/main">
            <a:off x="876300" y="4343400"/>
            <a:ext cx="10439400" cy="990600"/>
          </a:xfrm>
          <a:prstGeom xmlns:a="http://schemas.openxmlformats.org/drawingml/2006/main" prst="roundRect">
            <a:avLst>
              <a:gd name="adj" fmla="val 15385"/>
            </a:avLst>
          </a:prstGeom>
          <a:solidFill xmlns:a="http://schemas.openxmlformats.org/drawingml/2006/main">
            <a:srgbClr val="0F3555"/>
          </a:solidFill>
          <a:ln xmlns:a="http://schemas.openxmlformats.org/drawingml/2006/main" w="0">
            <a:solidFill>
              <a:srgbClr val="0F3555"/>
            </a:solidFill>
            <a:prstDash val="solid"/>
          </a:ln>
        </p:spPr>
      </p:sp>
      <p:sp>
        <p:nvSpPr>
          <p:cNvPr id="24" name="">
            <a:extLst xmlns:a="http://schemas.openxmlformats.org/drawingml/2006/main">
              <a:ext uri="{FF2B5EF4-FFF2-40B4-BE49-F238E27FC236}">
                <a16:creationId xmlns:a16="http://schemas.microsoft.com/office/drawing/2014/main" id="{A4ACF8DD-591E-499A-8B37-7C30442D8A12}"/>
              </a:ext>
            </a:extLst>
          </p:cNvPr>
          <p:cNvSpPr>
            <a:spLocks xmlns:a="http://schemas.openxmlformats.org/drawingml/2006/main" noGrp="1"/>
          </p:cNvSpPr>
          <p:nvPr/>
        </p:nvSpPr>
        <p:spPr>
          <a:xfrm xmlns:a="http://schemas.openxmlformats.org/drawingml/2006/main">
            <a:off x="1238250" y="45529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a:solidFill>
                  <a:srgbClr val="FFFFFF"/>
                </a:solidFill>
              </a:defRPr>
            </a:pPr>
            <a:r>
              <a:rPr sz="2100" b="1">
                <a:solidFill>
                  <a:srgbClr val="FFFFFF"/>
                </a:solidFill>
              </a:rPr>
              <a:t>aᵢ = wᶜᵀ [ tanh(Wₐhᵢ) ⊙ sigmoid(Wᵦhᵢ) ]</a:t>
            </a:r>
          </a:p>
        </p:txBody>
      </p:sp>
      <p:sp>
        <p:nvSpPr>
          <p:cNvPr id="25" name="">
            <a:extLst xmlns:a="http://schemas.openxmlformats.org/drawingml/2006/main">
              <a:ext uri="{FF2B5EF4-FFF2-40B4-BE49-F238E27FC236}">
                <a16:creationId xmlns:a16="http://schemas.microsoft.com/office/drawing/2014/main" id="{C681841A-D9F0-4FAB-91CC-FECF3BD06BB3}"/>
              </a:ext>
            </a:extLst>
          </p:cNvPr>
          <p:cNvSpPr>
            <a:spLocks xmlns:a="http://schemas.openxmlformats.org/drawingml/2006/main" noGrp="1"/>
          </p:cNvSpPr>
          <p:nvPr/>
        </p:nvSpPr>
        <p:spPr>
          <a:xfrm xmlns:a="http://schemas.openxmlformats.org/drawingml/2006/main">
            <a:off x="1962150" y="5562600"/>
            <a:ext cx="8267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F0A24A"/>
                </a:solidFill>
              </a:defRPr>
            </a:pPr>
            <a:r>
              <a:rPr sz="1500" b="1">
                <a:solidFill>
                  <a:srgbClr val="F0A24A"/>
                </a:solidFill>
              </a:rPr>
              <a:t>tanh 描述“看到了什么”，sigmoid 决定“放行多少”</a:t>
            </a:r>
          </a:p>
        </p:txBody>
      </p:sp>
    </p:spTree>
    <p:extLst>
      <p:ext uri="{BB962C8B-B14F-4D97-AF65-F5344CB8AC3E}">
        <p14:creationId xmlns:p14="http://schemas.microsoft.com/office/powerpoint/2010/main" val="138429445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8173A1EE-AA93-4AE0-9538-34F6DBE92162}"/>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174A7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F353732-1E31-4433-BACE-180298B25F99}"/>
              </a:ext>
            </a:extLst>
          </p:cNvPr>
          <p:cNvSpPr>
            <a:spLocks xmlns:a="http://schemas.openxmlformats.org/drawingml/2006/main" noGrp="1"/>
          </p:cNvSpPr>
          <p:nvPr/>
        </p:nvSpPr>
        <p:spPr>
          <a:xfrm xmlns:a="http://schemas.openxmlformats.org/drawingml/2006/main">
            <a:off x="400050" y="19050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D76A8"/>
                </a:solidFill>
              </a:defRPr>
            </a:pPr>
            <a:r>
              <a:rPr sz="975" b="1">
                <a:solidFill>
                  <a:srgbClr val="2D76A8"/>
                </a:solidFill>
              </a:rPr>
              <a:t>02 · 聚合</a:t>
            </a:r>
          </a:p>
        </p:txBody>
      </p:sp>
      <p:sp>
        <p:nvSpPr>
          <p:cNvPr id="3" name="">
            <a:extLst xmlns:a="http://schemas.openxmlformats.org/drawingml/2006/main">
              <a:ext uri="{FF2B5EF4-FFF2-40B4-BE49-F238E27FC236}">
                <a16:creationId xmlns:a16="http://schemas.microsoft.com/office/drawing/2014/main" id="{4032B193-A0BF-4244-9F79-32E8AC8900A6}"/>
              </a:ext>
            </a:extLst>
          </p:cNvPr>
          <p:cNvSpPr>
            <a:spLocks xmlns:a="http://schemas.openxmlformats.org/drawingml/2006/main" noGrp="1"/>
          </p:cNvSpPr>
          <p:nvPr/>
        </p:nvSpPr>
        <p:spPr>
          <a:xfrm xmlns:a="http://schemas.openxmlformats.org/drawingml/2006/main">
            <a:off x="400050" y="419100"/>
            <a:ext cx="11191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250" b="1">
                <a:solidFill>
                  <a:srgbClr val="183247"/>
                </a:solidFill>
              </a:defRPr>
            </a:pPr>
            <a:r>
              <a:rPr sz="2250" b="1">
                <a:solidFill>
                  <a:srgbClr val="183247"/>
                </a:solidFill>
              </a:rPr>
              <a:t>加权汇聚把 N 个 patch 压缩成一个 512 维 slide 表征</a:t>
            </a:r>
          </a:p>
        </p:txBody>
      </p:sp>
      <p:sp>
        <p:nvSpPr>
          <p:cNvPr id="4" name="">
            <a:extLst xmlns:a="http://schemas.openxmlformats.org/drawingml/2006/main">
              <a:ext uri="{FF2B5EF4-FFF2-40B4-BE49-F238E27FC236}">
                <a16:creationId xmlns:a16="http://schemas.microsoft.com/office/drawing/2014/main" id="{9F164521-1586-4C50-A150-A72DC70D95C9}"/>
              </a:ext>
            </a:extLst>
          </p:cNvPr>
          <p:cNvSpPr>
            <a:spLocks xmlns:a="http://schemas.openxmlformats.org/drawingml/2006/main" noGrp="1"/>
          </p:cNvSpPr>
          <p:nvPr/>
        </p:nvSpPr>
        <p:spPr>
          <a:xfrm xmlns:a="http://schemas.openxmlformats.org/drawingml/2006/main">
            <a:off x="400050" y="1009650"/>
            <a:ext cx="11391900" cy="9525"/>
          </a:xfrm>
          <a:prstGeom xmlns:a="http://schemas.openxmlformats.org/drawingml/2006/main" prst="rect">
            <a:avLst/>
          </a:prstGeom>
          <a:solidFill xmlns:a="http://schemas.openxmlformats.org/drawingml/2006/main">
            <a:srgbClr val="D8E2E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5FFDCA2-F9A3-413F-98A1-68D3E01A8F00}"/>
              </a:ext>
            </a:extLst>
          </p:cNvPr>
          <p:cNvSpPr>
            <a:spLocks xmlns:a="http://schemas.openxmlformats.org/drawingml/2006/main" noGrp="1"/>
          </p:cNvSpPr>
          <p:nvPr/>
        </p:nvSpPr>
        <p:spPr>
          <a:xfrm xmlns:a="http://schemas.openxmlformats.org/drawingml/2006/main">
            <a:off x="11334750" y="6477000"/>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0">
                <a:solidFill>
                  <a:srgbClr val="687B8C"/>
                </a:solidFill>
              </a:defRPr>
            </a:pPr>
            <a:r>
              <a:rPr sz="900" b="0">
                <a:solidFill>
                  <a:srgbClr val="687B8C"/>
                </a:solidFill>
              </a:rPr>
              <a:t>10</a:t>
            </a:r>
          </a:p>
        </p:txBody>
      </p:sp>
      <p:sp>
        <p:nvSpPr>
          <p:cNvPr id="6" name="">
            <a:extLst xmlns:a="http://schemas.openxmlformats.org/drawingml/2006/main">
              <a:ext uri="{FF2B5EF4-FFF2-40B4-BE49-F238E27FC236}">
                <a16:creationId xmlns:a16="http://schemas.microsoft.com/office/drawing/2014/main" id="{9358715B-EE64-43D9-9EBB-AF16DF5B1E9B}"/>
              </a:ext>
            </a:extLst>
          </p:cNvPr>
          <p:cNvSpPr>
            <a:spLocks xmlns:a="http://schemas.openxmlformats.org/drawingml/2006/main" noGrp="1"/>
          </p:cNvSpPr>
          <p:nvPr/>
        </p:nvSpPr>
        <p:spPr>
          <a:xfrm xmlns:a="http://schemas.openxmlformats.org/drawingml/2006/main">
            <a:off x="723900" y="1600200"/>
            <a:ext cx="685800" cy="685800"/>
          </a:xfrm>
          <a:prstGeom xmlns:a="http://schemas.openxmlformats.org/drawingml/2006/main" prst="roundRect">
            <a:avLst>
              <a:gd name="adj" fmla="val 11111"/>
            </a:avLst>
          </a:prstGeom>
          <a:solidFill xmlns:a="http://schemas.openxmlformats.org/drawingml/2006/main">
            <a:srgbClr val="6F9EB3"/>
          </a:solidFill>
          <a:ln xmlns:a="http://schemas.openxmlformats.org/drawingml/2006/main" w="9525">
            <a:solidFill>
              <a:srgbClr val="FFFFFF"/>
            </a:solidFill>
            <a:prstDash val="solid"/>
          </a:ln>
        </p:spPr>
      </p:sp>
      <p:sp>
        <p:nvSpPr>
          <p:cNvPr id="7" name="">
            <a:extLst xmlns:a="http://schemas.openxmlformats.org/drawingml/2006/main">
              <a:ext uri="{FF2B5EF4-FFF2-40B4-BE49-F238E27FC236}">
                <a16:creationId xmlns:a16="http://schemas.microsoft.com/office/drawing/2014/main" id="{7601A4D6-14C6-4411-BC54-E572EA1E1569}"/>
              </a:ext>
            </a:extLst>
          </p:cNvPr>
          <p:cNvSpPr>
            <a:spLocks xmlns:a="http://schemas.openxmlformats.org/drawingml/2006/main" noGrp="1"/>
          </p:cNvSpPr>
          <p:nvPr/>
        </p:nvSpPr>
        <p:spPr>
          <a:xfrm xmlns:a="http://schemas.openxmlformats.org/drawingml/2006/main">
            <a:off x="723900" y="2400300"/>
            <a:ext cx="685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687B8C"/>
                </a:solidFill>
              </a:defRPr>
            </a:pPr>
            <a:r>
              <a:rPr sz="1200" b="1">
                <a:solidFill>
                  <a:srgbClr val="687B8C"/>
                </a:solidFill>
              </a:rPr>
              <a:t>α1</a:t>
            </a:r>
          </a:p>
        </p:txBody>
      </p:sp>
      <p:sp>
        <p:nvSpPr>
          <p:cNvPr id="8" name="">
            <a:extLst xmlns:a="http://schemas.openxmlformats.org/drawingml/2006/main">
              <a:ext uri="{FF2B5EF4-FFF2-40B4-BE49-F238E27FC236}">
                <a16:creationId xmlns:a16="http://schemas.microsoft.com/office/drawing/2014/main" id="{DF5836AA-2FC2-456B-8BC4-1160D94AC28C}"/>
              </a:ext>
            </a:extLst>
          </p:cNvPr>
          <p:cNvSpPr>
            <a:spLocks xmlns:a="http://schemas.openxmlformats.org/drawingml/2006/main" noGrp="1"/>
          </p:cNvSpPr>
          <p:nvPr/>
        </p:nvSpPr>
        <p:spPr>
          <a:xfrm xmlns:a="http://schemas.openxmlformats.org/drawingml/2006/main">
            <a:off x="857250" y="2819400"/>
            <a:ext cx="419100" cy="95250"/>
          </a:xfrm>
          <a:prstGeom xmlns:a="http://schemas.openxmlformats.org/drawingml/2006/main" prst="rect">
            <a:avLst/>
          </a:prstGeom>
          <a:solidFill xmlns:a="http://schemas.openxmlformats.org/drawingml/2006/main">
            <a:srgbClr val="2D76A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E98264F-224C-42A4-A924-CD10C1541BFB}"/>
              </a:ext>
            </a:extLst>
          </p:cNvPr>
          <p:cNvSpPr>
            <a:spLocks xmlns:a="http://schemas.openxmlformats.org/drawingml/2006/main" noGrp="1"/>
          </p:cNvSpPr>
          <p:nvPr/>
        </p:nvSpPr>
        <p:spPr>
          <a:xfrm xmlns:a="http://schemas.openxmlformats.org/drawingml/2006/main">
            <a:off x="742950" y="5010150"/>
            <a:ext cx="647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687B8C"/>
                </a:solidFill>
              </a:defRPr>
            </a:pPr>
            <a:r>
              <a:rPr sz="1125" b="1">
                <a:solidFill>
                  <a:srgbClr val="687B8C"/>
                </a:solidFill>
              </a:rPr>
              <a:t>0.04</a:t>
            </a:r>
          </a:p>
        </p:txBody>
      </p:sp>
      <p:sp>
        <p:nvSpPr>
          <p:cNvPr id="10" name="">
            <a:extLst xmlns:a="http://schemas.openxmlformats.org/drawingml/2006/main">
              <a:ext uri="{FF2B5EF4-FFF2-40B4-BE49-F238E27FC236}">
                <a16:creationId xmlns:a16="http://schemas.microsoft.com/office/drawing/2014/main" id="{7354A9A6-7C1D-490E-8AFF-D13CD149E63D}"/>
              </a:ext>
            </a:extLst>
          </p:cNvPr>
          <p:cNvSpPr>
            <a:spLocks xmlns:a="http://schemas.openxmlformats.org/drawingml/2006/main" noGrp="1"/>
          </p:cNvSpPr>
          <p:nvPr/>
        </p:nvSpPr>
        <p:spPr>
          <a:xfrm xmlns:a="http://schemas.openxmlformats.org/drawingml/2006/main">
            <a:off x="1695450" y="1600200"/>
            <a:ext cx="685800" cy="685800"/>
          </a:xfrm>
          <a:prstGeom xmlns:a="http://schemas.openxmlformats.org/drawingml/2006/main" prst="roundRect">
            <a:avLst>
              <a:gd name="adj" fmla="val 11111"/>
            </a:avLst>
          </a:prstGeom>
          <a:solidFill xmlns:a="http://schemas.openxmlformats.org/drawingml/2006/main">
            <a:srgbClr val="D8A16B"/>
          </a:solidFill>
          <a:ln xmlns:a="http://schemas.openxmlformats.org/drawingml/2006/main" w="9525">
            <a:solidFill>
              <a:srgbClr val="FFFFFF"/>
            </a:solidFill>
            <a:prstDash val="solid"/>
          </a:ln>
        </p:spPr>
      </p:sp>
      <p:sp>
        <p:nvSpPr>
          <p:cNvPr id="11" name="">
            <a:extLst xmlns:a="http://schemas.openxmlformats.org/drawingml/2006/main">
              <a:ext uri="{FF2B5EF4-FFF2-40B4-BE49-F238E27FC236}">
                <a16:creationId xmlns:a16="http://schemas.microsoft.com/office/drawing/2014/main" id="{9C51BF46-9D71-4054-98BF-89C2F87A032D}"/>
              </a:ext>
            </a:extLst>
          </p:cNvPr>
          <p:cNvSpPr>
            <a:spLocks xmlns:a="http://schemas.openxmlformats.org/drawingml/2006/main" noGrp="1"/>
          </p:cNvSpPr>
          <p:nvPr/>
        </p:nvSpPr>
        <p:spPr>
          <a:xfrm xmlns:a="http://schemas.openxmlformats.org/drawingml/2006/main">
            <a:off x="1695450" y="2400300"/>
            <a:ext cx="685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687B8C"/>
                </a:solidFill>
              </a:defRPr>
            </a:pPr>
            <a:r>
              <a:rPr sz="1200" b="1">
                <a:solidFill>
                  <a:srgbClr val="687B8C"/>
                </a:solidFill>
              </a:rPr>
              <a:t>α2</a:t>
            </a:r>
          </a:p>
        </p:txBody>
      </p:sp>
      <p:sp>
        <p:nvSpPr>
          <p:cNvPr id="12" name="">
            <a:extLst xmlns:a="http://schemas.openxmlformats.org/drawingml/2006/main">
              <a:ext uri="{FF2B5EF4-FFF2-40B4-BE49-F238E27FC236}">
                <a16:creationId xmlns:a16="http://schemas.microsoft.com/office/drawing/2014/main" id="{3F69B5B9-0DAF-4C66-837E-9D6C6AE2E60E}"/>
              </a:ext>
            </a:extLst>
          </p:cNvPr>
          <p:cNvSpPr>
            <a:spLocks xmlns:a="http://schemas.openxmlformats.org/drawingml/2006/main" noGrp="1"/>
          </p:cNvSpPr>
          <p:nvPr/>
        </p:nvSpPr>
        <p:spPr>
          <a:xfrm xmlns:a="http://schemas.openxmlformats.org/drawingml/2006/main">
            <a:off x="1828800" y="2819400"/>
            <a:ext cx="419100" cy="146685"/>
          </a:xfrm>
          <a:prstGeom xmlns:a="http://schemas.openxmlformats.org/drawingml/2006/main" prst="rect">
            <a:avLst/>
          </a:prstGeom>
          <a:solidFill xmlns:a="http://schemas.openxmlformats.org/drawingml/2006/main">
            <a:srgbClr val="2D76A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F0AC964-EA70-4FE1-AE00-DF5198BCA9AF}"/>
              </a:ext>
            </a:extLst>
          </p:cNvPr>
          <p:cNvSpPr>
            <a:spLocks xmlns:a="http://schemas.openxmlformats.org/drawingml/2006/main" noGrp="1"/>
          </p:cNvSpPr>
          <p:nvPr/>
        </p:nvSpPr>
        <p:spPr>
          <a:xfrm xmlns:a="http://schemas.openxmlformats.org/drawingml/2006/main">
            <a:off x="1714500" y="5010150"/>
            <a:ext cx="647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687B8C"/>
                </a:solidFill>
              </a:defRPr>
            </a:pPr>
            <a:r>
              <a:rPr sz="1125" b="1">
                <a:solidFill>
                  <a:srgbClr val="687B8C"/>
                </a:solidFill>
              </a:rPr>
              <a:t>0.07</a:t>
            </a:r>
          </a:p>
        </p:txBody>
      </p:sp>
      <p:sp>
        <p:nvSpPr>
          <p:cNvPr id="14" name="">
            <a:extLst xmlns:a="http://schemas.openxmlformats.org/drawingml/2006/main">
              <a:ext uri="{FF2B5EF4-FFF2-40B4-BE49-F238E27FC236}">
                <a16:creationId xmlns:a16="http://schemas.microsoft.com/office/drawing/2014/main" id="{894F537E-C996-4360-B882-B73F356E83AB}"/>
              </a:ext>
            </a:extLst>
          </p:cNvPr>
          <p:cNvSpPr>
            <a:spLocks xmlns:a="http://schemas.openxmlformats.org/drawingml/2006/main" noGrp="1"/>
          </p:cNvSpPr>
          <p:nvPr/>
        </p:nvSpPr>
        <p:spPr>
          <a:xfrm xmlns:a="http://schemas.openxmlformats.org/drawingml/2006/main">
            <a:off x="2667000" y="1600200"/>
            <a:ext cx="685800" cy="685800"/>
          </a:xfrm>
          <a:prstGeom xmlns:a="http://schemas.openxmlformats.org/drawingml/2006/main" prst="roundRect">
            <a:avLst>
              <a:gd name="adj" fmla="val 11111"/>
            </a:avLst>
          </a:prstGeom>
          <a:solidFill xmlns:a="http://schemas.openxmlformats.org/drawingml/2006/main">
            <a:srgbClr val="D986A5"/>
          </a:solidFill>
          <a:ln xmlns:a="http://schemas.openxmlformats.org/drawingml/2006/main" w="9525">
            <a:solidFill>
              <a:srgbClr val="FFFFFF"/>
            </a:solidFill>
            <a:prstDash val="solid"/>
          </a:ln>
        </p:spPr>
      </p:sp>
      <p:sp>
        <p:nvSpPr>
          <p:cNvPr id="15" name="">
            <a:extLst xmlns:a="http://schemas.openxmlformats.org/drawingml/2006/main">
              <a:ext uri="{FF2B5EF4-FFF2-40B4-BE49-F238E27FC236}">
                <a16:creationId xmlns:a16="http://schemas.microsoft.com/office/drawing/2014/main" id="{A9A651F3-D1E8-426B-B684-6DE2DAC2D169}"/>
              </a:ext>
            </a:extLst>
          </p:cNvPr>
          <p:cNvSpPr>
            <a:spLocks xmlns:a="http://schemas.openxmlformats.org/drawingml/2006/main" noGrp="1"/>
          </p:cNvSpPr>
          <p:nvPr/>
        </p:nvSpPr>
        <p:spPr>
          <a:xfrm xmlns:a="http://schemas.openxmlformats.org/drawingml/2006/main">
            <a:off x="2667000" y="2400300"/>
            <a:ext cx="685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687B8C"/>
                </a:solidFill>
              </a:defRPr>
            </a:pPr>
            <a:r>
              <a:rPr sz="1200" b="1">
                <a:solidFill>
                  <a:srgbClr val="687B8C"/>
                </a:solidFill>
              </a:rPr>
              <a:t>α3</a:t>
            </a:r>
          </a:p>
        </p:txBody>
      </p:sp>
      <p:sp>
        <p:nvSpPr>
          <p:cNvPr id="16" name="">
            <a:extLst xmlns:a="http://schemas.openxmlformats.org/drawingml/2006/main">
              <a:ext uri="{FF2B5EF4-FFF2-40B4-BE49-F238E27FC236}">
                <a16:creationId xmlns:a16="http://schemas.microsoft.com/office/drawing/2014/main" id="{8D48F8C3-321F-4E9B-9516-57E3267B693B}"/>
              </a:ext>
            </a:extLst>
          </p:cNvPr>
          <p:cNvSpPr>
            <a:spLocks xmlns:a="http://schemas.openxmlformats.org/drawingml/2006/main" noGrp="1"/>
          </p:cNvSpPr>
          <p:nvPr/>
        </p:nvSpPr>
        <p:spPr>
          <a:xfrm xmlns:a="http://schemas.openxmlformats.org/drawingml/2006/main">
            <a:off x="2800350" y="2819400"/>
            <a:ext cx="419100" cy="1005840"/>
          </a:xfrm>
          <a:prstGeom xmlns:a="http://schemas.openxmlformats.org/drawingml/2006/main" prst="rect">
            <a:avLst/>
          </a:prstGeom>
          <a:solidFill xmlns:a="http://schemas.openxmlformats.org/drawingml/2006/main">
            <a:srgbClr val="E66F6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C9BA3961-B820-451A-AA0B-FDD529583274}"/>
              </a:ext>
            </a:extLst>
          </p:cNvPr>
          <p:cNvSpPr>
            <a:spLocks xmlns:a="http://schemas.openxmlformats.org/drawingml/2006/main" noGrp="1"/>
          </p:cNvSpPr>
          <p:nvPr/>
        </p:nvSpPr>
        <p:spPr>
          <a:xfrm xmlns:a="http://schemas.openxmlformats.org/drawingml/2006/main">
            <a:off x="2686050" y="5010150"/>
            <a:ext cx="647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E66F6A"/>
                </a:solidFill>
              </a:defRPr>
            </a:pPr>
            <a:r>
              <a:rPr sz="1125" b="1">
                <a:solidFill>
                  <a:srgbClr val="E66F6A"/>
                </a:solidFill>
              </a:rPr>
              <a:t>0.48</a:t>
            </a:r>
          </a:p>
        </p:txBody>
      </p:sp>
      <p:sp>
        <p:nvSpPr>
          <p:cNvPr id="18" name="">
            <a:extLst xmlns:a="http://schemas.openxmlformats.org/drawingml/2006/main">
              <a:ext uri="{FF2B5EF4-FFF2-40B4-BE49-F238E27FC236}">
                <a16:creationId xmlns:a16="http://schemas.microsoft.com/office/drawing/2014/main" id="{3ECCFE80-7D75-4B00-840D-294F555F2A5B}"/>
              </a:ext>
            </a:extLst>
          </p:cNvPr>
          <p:cNvSpPr>
            <a:spLocks xmlns:a="http://schemas.openxmlformats.org/drawingml/2006/main" noGrp="1"/>
          </p:cNvSpPr>
          <p:nvPr/>
        </p:nvSpPr>
        <p:spPr>
          <a:xfrm xmlns:a="http://schemas.openxmlformats.org/drawingml/2006/main">
            <a:off x="3638550" y="1600200"/>
            <a:ext cx="685800" cy="685800"/>
          </a:xfrm>
          <a:prstGeom xmlns:a="http://schemas.openxmlformats.org/drawingml/2006/main" prst="roundRect">
            <a:avLst>
              <a:gd name="adj" fmla="val 11111"/>
            </a:avLst>
          </a:prstGeom>
          <a:solidFill xmlns:a="http://schemas.openxmlformats.org/drawingml/2006/main">
            <a:srgbClr val="9B7BB2"/>
          </a:solidFill>
          <a:ln xmlns:a="http://schemas.openxmlformats.org/drawingml/2006/main" w="9525">
            <a:solidFill>
              <a:srgbClr val="FFFFFF"/>
            </a:solidFill>
            <a:prstDash val="solid"/>
          </a:ln>
        </p:spPr>
      </p:sp>
      <p:sp>
        <p:nvSpPr>
          <p:cNvPr id="19" name="">
            <a:extLst xmlns:a="http://schemas.openxmlformats.org/drawingml/2006/main">
              <a:ext uri="{FF2B5EF4-FFF2-40B4-BE49-F238E27FC236}">
                <a16:creationId xmlns:a16="http://schemas.microsoft.com/office/drawing/2014/main" id="{A0A7F519-21AC-4A0B-A9D9-C0A13E43C32F}"/>
              </a:ext>
            </a:extLst>
          </p:cNvPr>
          <p:cNvSpPr>
            <a:spLocks xmlns:a="http://schemas.openxmlformats.org/drawingml/2006/main" noGrp="1"/>
          </p:cNvSpPr>
          <p:nvPr/>
        </p:nvSpPr>
        <p:spPr>
          <a:xfrm xmlns:a="http://schemas.openxmlformats.org/drawingml/2006/main">
            <a:off x="3638550" y="2400300"/>
            <a:ext cx="685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687B8C"/>
                </a:solidFill>
              </a:defRPr>
            </a:pPr>
            <a:r>
              <a:rPr sz="1200" b="1">
                <a:solidFill>
                  <a:srgbClr val="687B8C"/>
                </a:solidFill>
              </a:rPr>
              <a:t>α4</a:t>
            </a:r>
          </a:p>
        </p:txBody>
      </p:sp>
      <p:sp>
        <p:nvSpPr>
          <p:cNvPr id="20" name="">
            <a:extLst xmlns:a="http://schemas.openxmlformats.org/drawingml/2006/main">
              <a:ext uri="{FF2B5EF4-FFF2-40B4-BE49-F238E27FC236}">
                <a16:creationId xmlns:a16="http://schemas.microsoft.com/office/drawing/2014/main" id="{38702321-1C53-4A66-BDD3-A4093050C2EC}"/>
              </a:ext>
            </a:extLst>
          </p:cNvPr>
          <p:cNvSpPr>
            <a:spLocks xmlns:a="http://schemas.openxmlformats.org/drawingml/2006/main" noGrp="1"/>
          </p:cNvSpPr>
          <p:nvPr/>
        </p:nvSpPr>
        <p:spPr>
          <a:xfrm xmlns:a="http://schemas.openxmlformats.org/drawingml/2006/main">
            <a:off x="3771900" y="2819400"/>
            <a:ext cx="419100" cy="188595"/>
          </a:xfrm>
          <a:prstGeom xmlns:a="http://schemas.openxmlformats.org/drawingml/2006/main" prst="rect">
            <a:avLst/>
          </a:prstGeom>
          <a:solidFill xmlns:a="http://schemas.openxmlformats.org/drawingml/2006/main">
            <a:srgbClr val="2D76A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1FA9EF17-2E04-4D8D-A5C5-76DB82AD7398}"/>
              </a:ext>
            </a:extLst>
          </p:cNvPr>
          <p:cNvSpPr>
            <a:spLocks xmlns:a="http://schemas.openxmlformats.org/drawingml/2006/main" noGrp="1"/>
          </p:cNvSpPr>
          <p:nvPr/>
        </p:nvSpPr>
        <p:spPr>
          <a:xfrm xmlns:a="http://schemas.openxmlformats.org/drawingml/2006/main">
            <a:off x="3657600" y="5010150"/>
            <a:ext cx="647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687B8C"/>
                </a:solidFill>
              </a:defRPr>
            </a:pPr>
            <a:r>
              <a:rPr sz="1125" b="1">
                <a:solidFill>
                  <a:srgbClr val="687B8C"/>
                </a:solidFill>
              </a:rPr>
              <a:t>0.09</a:t>
            </a:r>
          </a:p>
        </p:txBody>
      </p:sp>
      <p:sp>
        <p:nvSpPr>
          <p:cNvPr id="22" name="">
            <a:extLst xmlns:a="http://schemas.openxmlformats.org/drawingml/2006/main">
              <a:ext uri="{FF2B5EF4-FFF2-40B4-BE49-F238E27FC236}">
                <a16:creationId xmlns:a16="http://schemas.microsoft.com/office/drawing/2014/main" id="{B6976C6B-EBD3-4935-B6E0-C965BF918A2B}"/>
              </a:ext>
            </a:extLst>
          </p:cNvPr>
          <p:cNvSpPr>
            <a:spLocks xmlns:a="http://schemas.openxmlformats.org/drawingml/2006/main" noGrp="1"/>
          </p:cNvSpPr>
          <p:nvPr/>
        </p:nvSpPr>
        <p:spPr>
          <a:xfrm xmlns:a="http://schemas.openxmlformats.org/drawingml/2006/main">
            <a:off x="4610100" y="1600200"/>
            <a:ext cx="685800" cy="685800"/>
          </a:xfrm>
          <a:prstGeom xmlns:a="http://schemas.openxmlformats.org/drawingml/2006/main" prst="roundRect">
            <a:avLst>
              <a:gd name="adj" fmla="val 11111"/>
            </a:avLst>
          </a:prstGeom>
          <a:solidFill xmlns:a="http://schemas.openxmlformats.org/drawingml/2006/main">
            <a:srgbClr val="6F9EB3"/>
          </a:solidFill>
          <a:ln xmlns:a="http://schemas.openxmlformats.org/drawingml/2006/main" w="9525">
            <a:solidFill>
              <a:srgbClr val="FFFFFF"/>
            </a:solidFill>
            <a:prstDash val="solid"/>
          </a:ln>
        </p:spPr>
      </p:sp>
      <p:sp>
        <p:nvSpPr>
          <p:cNvPr id="23" name="">
            <a:extLst xmlns:a="http://schemas.openxmlformats.org/drawingml/2006/main">
              <a:ext uri="{FF2B5EF4-FFF2-40B4-BE49-F238E27FC236}">
                <a16:creationId xmlns:a16="http://schemas.microsoft.com/office/drawing/2014/main" id="{D6CE6B71-A4D1-477D-81AF-CDAE508E5CFE}"/>
              </a:ext>
            </a:extLst>
          </p:cNvPr>
          <p:cNvSpPr>
            <a:spLocks xmlns:a="http://schemas.openxmlformats.org/drawingml/2006/main" noGrp="1"/>
          </p:cNvSpPr>
          <p:nvPr/>
        </p:nvSpPr>
        <p:spPr>
          <a:xfrm xmlns:a="http://schemas.openxmlformats.org/drawingml/2006/main">
            <a:off x="4610100" y="2400300"/>
            <a:ext cx="685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687B8C"/>
                </a:solidFill>
              </a:defRPr>
            </a:pPr>
            <a:r>
              <a:rPr sz="1200" b="1">
                <a:solidFill>
                  <a:srgbClr val="687B8C"/>
                </a:solidFill>
              </a:rPr>
              <a:t>α5</a:t>
            </a:r>
          </a:p>
        </p:txBody>
      </p:sp>
      <p:sp>
        <p:nvSpPr>
          <p:cNvPr id="24" name="">
            <a:extLst xmlns:a="http://schemas.openxmlformats.org/drawingml/2006/main">
              <a:ext uri="{FF2B5EF4-FFF2-40B4-BE49-F238E27FC236}">
                <a16:creationId xmlns:a16="http://schemas.microsoft.com/office/drawing/2014/main" id="{6E92ECB3-828F-4214-9F25-69741627C409}"/>
              </a:ext>
            </a:extLst>
          </p:cNvPr>
          <p:cNvSpPr>
            <a:spLocks xmlns:a="http://schemas.openxmlformats.org/drawingml/2006/main" noGrp="1"/>
          </p:cNvSpPr>
          <p:nvPr/>
        </p:nvSpPr>
        <p:spPr>
          <a:xfrm xmlns:a="http://schemas.openxmlformats.org/drawingml/2006/main">
            <a:off x="4743450" y="2819400"/>
            <a:ext cx="419100" cy="481965"/>
          </a:xfrm>
          <a:prstGeom xmlns:a="http://schemas.openxmlformats.org/drawingml/2006/main" prst="rect">
            <a:avLst/>
          </a:prstGeom>
          <a:solidFill xmlns:a="http://schemas.openxmlformats.org/drawingml/2006/main">
            <a:srgbClr val="2D76A8"/>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BD35DE6B-D3C2-426E-BB3D-F042BE33D953}"/>
              </a:ext>
            </a:extLst>
          </p:cNvPr>
          <p:cNvSpPr>
            <a:spLocks xmlns:a="http://schemas.openxmlformats.org/drawingml/2006/main" noGrp="1"/>
          </p:cNvSpPr>
          <p:nvPr/>
        </p:nvSpPr>
        <p:spPr>
          <a:xfrm xmlns:a="http://schemas.openxmlformats.org/drawingml/2006/main">
            <a:off x="4629150" y="5010150"/>
            <a:ext cx="647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687B8C"/>
                </a:solidFill>
              </a:defRPr>
            </a:pPr>
            <a:r>
              <a:rPr sz="1125" b="1">
                <a:solidFill>
                  <a:srgbClr val="687B8C"/>
                </a:solidFill>
              </a:rPr>
              <a:t>0.23</a:t>
            </a:r>
          </a:p>
        </p:txBody>
      </p:sp>
      <p:sp>
        <p:nvSpPr>
          <p:cNvPr id="26" name="">
            <a:extLst xmlns:a="http://schemas.openxmlformats.org/drawingml/2006/main">
              <a:ext uri="{FF2B5EF4-FFF2-40B4-BE49-F238E27FC236}">
                <a16:creationId xmlns:a16="http://schemas.microsoft.com/office/drawing/2014/main" id="{957DE9BE-7A47-4988-8655-07C937428AAE}"/>
              </a:ext>
            </a:extLst>
          </p:cNvPr>
          <p:cNvSpPr>
            <a:spLocks xmlns:a="http://schemas.openxmlformats.org/drawingml/2006/main" noGrp="1"/>
          </p:cNvSpPr>
          <p:nvPr/>
        </p:nvSpPr>
        <p:spPr>
          <a:xfrm xmlns:a="http://schemas.openxmlformats.org/drawingml/2006/main">
            <a:off x="5581650" y="1600200"/>
            <a:ext cx="685800" cy="685800"/>
          </a:xfrm>
          <a:prstGeom xmlns:a="http://schemas.openxmlformats.org/drawingml/2006/main" prst="roundRect">
            <a:avLst>
              <a:gd name="adj" fmla="val 11111"/>
            </a:avLst>
          </a:prstGeom>
          <a:solidFill xmlns:a="http://schemas.openxmlformats.org/drawingml/2006/main">
            <a:srgbClr val="D8A16B"/>
          </a:solidFill>
          <a:ln xmlns:a="http://schemas.openxmlformats.org/drawingml/2006/main" w="9525">
            <a:solidFill>
              <a:srgbClr val="FFFFFF"/>
            </a:solidFill>
            <a:prstDash val="solid"/>
          </a:ln>
        </p:spPr>
      </p:sp>
      <p:sp>
        <p:nvSpPr>
          <p:cNvPr id="27" name="">
            <a:extLst xmlns:a="http://schemas.openxmlformats.org/drawingml/2006/main">
              <a:ext uri="{FF2B5EF4-FFF2-40B4-BE49-F238E27FC236}">
                <a16:creationId xmlns:a16="http://schemas.microsoft.com/office/drawing/2014/main" id="{DBDFC3DF-3944-40C2-8326-CAEB483FF40E}"/>
              </a:ext>
            </a:extLst>
          </p:cNvPr>
          <p:cNvSpPr>
            <a:spLocks xmlns:a="http://schemas.openxmlformats.org/drawingml/2006/main" noGrp="1"/>
          </p:cNvSpPr>
          <p:nvPr/>
        </p:nvSpPr>
        <p:spPr>
          <a:xfrm xmlns:a="http://schemas.openxmlformats.org/drawingml/2006/main">
            <a:off x="5581650" y="2400300"/>
            <a:ext cx="685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687B8C"/>
                </a:solidFill>
              </a:defRPr>
            </a:pPr>
            <a:r>
              <a:rPr sz="1200" b="1">
                <a:solidFill>
                  <a:srgbClr val="687B8C"/>
                </a:solidFill>
              </a:rPr>
              <a:t>α6</a:t>
            </a:r>
          </a:p>
        </p:txBody>
      </p:sp>
      <p:sp>
        <p:nvSpPr>
          <p:cNvPr id="28" name="">
            <a:extLst xmlns:a="http://schemas.openxmlformats.org/drawingml/2006/main">
              <a:ext uri="{FF2B5EF4-FFF2-40B4-BE49-F238E27FC236}">
                <a16:creationId xmlns:a16="http://schemas.microsoft.com/office/drawing/2014/main" id="{1E5F3158-60A3-4F49-8A8A-0F3911C0ADD5}"/>
              </a:ext>
            </a:extLst>
          </p:cNvPr>
          <p:cNvSpPr>
            <a:spLocks xmlns:a="http://schemas.openxmlformats.org/drawingml/2006/main" noGrp="1"/>
          </p:cNvSpPr>
          <p:nvPr/>
        </p:nvSpPr>
        <p:spPr>
          <a:xfrm xmlns:a="http://schemas.openxmlformats.org/drawingml/2006/main">
            <a:off x="5715000" y="2819400"/>
            <a:ext cx="419100" cy="188595"/>
          </a:xfrm>
          <a:prstGeom xmlns:a="http://schemas.openxmlformats.org/drawingml/2006/main" prst="rect">
            <a:avLst/>
          </a:prstGeom>
          <a:solidFill xmlns:a="http://schemas.openxmlformats.org/drawingml/2006/main">
            <a:srgbClr val="2D76A8"/>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B1CC134F-C8F9-43B6-9DF6-6C2058900288}"/>
              </a:ext>
            </a:extLst>
          </p:cNvPr>
          <p:cNvSpPr>
            <a:spLocks xmlns:a="http://schemas.openxmlformats.org/drawingml/2006/main" noGrp="1"/>
          </p:cNvSpPr>
          <p:nvPr/>
        </p:nvSpPr>
        <p:spPr>
          <a:xfrm xmlns:a="http://schemas.openxmlformats.org/drawingml/2006/main">
            <a:off x="5600700" y="5010150"/>
            <a:ext cx="647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687B8C"/>
                </a:solidFill>
              </a:defRPr>
            </a:pPr>
            <a:r>
              <a:rPr sz="1125" b="1">
                <a:solidFill>
                  <a:srgbClr val="687B8C"/>
                </a:solidFill>
              </a:rPr>
              <a:t>0.09</a:t>
            </a:r>
          </a:p>
        </p:txBody>
      </p:sp>
      <p:sp>
        <p:nvSpPr>
          <p:cNvPr id="30" name="">
            <a:extLst xmlns:a="http://schemas.openxmlformats.org/drawingml/2006/main">
              <a:ext uri="{FF2B5EF4-FFF2-40B4-BE49-F238E27FC236}">
                <a16:creationId xmlns:a16="http://schemas.microsoft.com/office/drawing/2014/main" id="{033C3900-133D-4578-B4A2-92BD5AD3B9BC}"/>
              </a:ext>
            </a:extLst>
          </p:cNvPr>
          <p:cNvSpPr>
            <a:spLocks xmlns:a="http://schemas.openxmlformats.org/drawingml/2006/main" noGrp="1"/>
          </p:cNvSpPr>
          <p:nvPr/>
        </p:nvSpPr>
        <p:spPr>
          <a:xfrm xmlns:a="http://schemas.openxmlformats.org/drawingml/2006/main">
            <a:off x="6762750" y="3048000"/>
            <a:ext cx="704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3900" b="1">
                <a:solidFill>
                  <a:srgbClr val="F0A24A"/>
                </a:solidFill>
              </a:defRPr>
            </a:pPr>
            <a:r>
              <a:rPr sz="3900" b="1">
                <a:solidFill>
                  <a:srgbClr val="F0A24A"/>
                </a:solidFill>
              </a:rPr>
              <a:t>→</a:t>
            </a:r>
          </a:p>
        </p:txBody>
      </p:sp>
      <p:sp>
        <p:nvSpPr>
          <p:cNvPr id="31" name="">
            <a:extLst xmlns:a="http://schemas.openxmlformats.org/drawingml/2006/main">
              <a:ext uri="{FF2B5EF4-FFF2-40B4-BE49-F238E27FC236}">
                <a16:creationId xmlns:a16="http://schemas.microsoft.com/office/drawing/2014/main" id="{07900C7F-F746-4BA5-8BD9-E3ED1C080FD2}"/>
              </a:ext>
            </a:extLst>
          </p:cNvPr>
          <p:cNvSpPr>
            <a:spLocks xmlns:a="http://schemas.openxmlformats.org/drawingml/2006/main" noGrp="1"/>
          </p:cNvSpPr>
          <p:nvPr/>
        </p:nvSpPr>
        <p:spPr>
          <a:xfrm xmlns:a="http://schemas.openxmlformats.org/drawingml/2006/main">
            <a:off x="7696200" y="1790700"/>
            <a:ext cx="3562350" cy="2971800"/>
          </a:xfrm>
          <a:prstGeom xmlns:a="http://schemas.openxmlformats.org/drawingml/2006/main" prst="roundRect">
            <a:avLst>
              <a:gd name="adj" fmla="val 5128"/>
            </a:avLst>
          </a:prstGeom>
          <a:solidFill xmlns:a="http://schemas.openxmlformats.org/drawingml/2006/main">
            <a:srgbClr val="E9F7F4"/>
          </a:solidFill>
          <a:ln xmlns:a="http://schemas.openxmlformats.org/drawingml/2006/main" w="9525">
            <a:solidFill>
              <a:srgbClr val="28A99E"/>
            </a:solidFill>
            <a:prstDash val="solid"/>
          </a:ln>
        </p:spPr>
      </p:sp>
      <p:sp>
        <p:nvSpPr>
          <p:cNvPr id="32" name="">
            <a:extLst xmlns:a="http://schemas.openxmlformats.org/drawingml/2006/main">
              <a:ext uri="{FF2B5EF4-FFF2-40B4-BE49-F238E27FC236}">
                <a16:creationId xmlns:a16="http://schemas.microsoft.com/office/drawing/2014/main" id="{2A073F97-3C39-4E60-80D4-26E9D3481E03}"/>
              </a:ext>
            </a:extLst>
          </p:cNvPr>
          <p:cNvSpPr>
            <a:spLocks xmlns:a="http://schemas.openxmlformats.org/drawingml/2006/main" noGrp="1"/>
          </p:cNvSpPr>
          <p:nvPr/>
        </p:nvSpPr>
        <p:spPr>
          <a:xfrm xmlns:a="http://schemas.openxmlformats.org/drawingml/2006/main">
            <a:off x="7962900" y="2038350"/>
            <a:ext cx="3028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1">
                <a:solidFill>
                  <a:srgbClr val="28A99E"/>
                </a:solidFill>
              </a:defRPr>
            </a:pPr>
            <a:r>
              <a:rPr sz="1725" b="1">
                <a:solidFill>
                  <a:srgbClr val="28A99E"/>
                </a:solidFill>
              </a:rPr>
              <a:t>Slide embedding</a:t>
            </a:r>
          </a:p>
        </p:txBody>
      </p:sp>
      <p:sp>
        <p:nvSpPr>
          <p:cNvPr id="33" name="">
            <a:extLst xmlns:a="http://schemas.openxmlformats.org/drawingml/2006/main">
              <a:ext uri="{FF2B5EF4-FFF2-40B4-BE49-F238E27FC236}">
                <a16:creationId xmlns:a16="http://schemas.microsoft.com/office/drawing/2014/main" id="{7AF680AC-16F5-4D91-90D0-AEDE22443CF1}"/>
              </a:ext>
            </a:extLst>
          </p:cNvPr>
          <p:cNvSpPr>
            <a:spLocks xmlns:a="http://schemas.openxmlformats.org/drawingml/2006/main" noGrp="1"/>
          </p:cNvSpPr>
          <p:nvPr/>
        </p:nvSpPr>
        <p:spPr>
          <a:xfrm xmlns:a="http://schemas.openxmlformats.org/drawingml/2006/main">
            <a:off x="7962900" y="2667000"/>
            <a:ext cx="3028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550" b="1">
                <a:solidFill>
                  <a:srgbClr val="183247"/>
                </a:solidFill>
              </a:defRPr>
            </a:pPr>
            <a:r>
              <a:rPr sz="2550" b="1">
                <a:solidFill>
                  <a:srgbClr val="183247"/>
                </a:solidFill>
              </a:rPr>
              <a:t>z = Σᵢ αᵢ hᵢ</a:t>
            </a:r>
          </a:p>
        </p:txBody>
      </p:sp>
      <p:sp>
        <p:nvSpPr>
          <p:cNvPr id="34" name="">
            <a:extLst xmlns:a="http://schemas.openxmlformats.org/drawingml/2006/main">
              <a:ext uri="{FF2B5EF4-FFF2-40B4-BE49-F238E27FC236}">
                <a16:creationId xmlns:a16="http://schemas.microsoft.com/office/drawing/2014/main" id="{9123CC45-1D79-44AB-94E6-E2D1B6C5281B}"/>
              </a:ext>
            </a:extLst>
          </p:cNvPr>
          <p:cNvSpPr>
            <a:spLocks xmlns:a="http://schemas.openxmlformats.org/drawingml/2006/main" noGrp="1"/>
          </p:cNvSpPr>
          <p:nvPr/>
        </p:nvSpPr>
        <p:spPr>
          <a:xfrm xmlns:a="http://schemas.openxmlformats.org/drawingml/2006/main">
            <a:off x="7962900" y="3352800"/>
            <a:ext cx="3028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174A74"/>
                </a:solidFill>
              </a:defRPr>
            </a:pPr>
            <a:r>
              <a:rPr sz="1650" b="1">
                <a:solidFill>
                  <a:srgbClr val="174A74"/>
                </a:solidFill>
              </a:rPr>
              <a:t>αᵢ = exp(aᵢ) / Σⱼ exp(aⱼ)</a:t>
            </a:r>
          </a:p>
        </p:txBody>
      </p:sp>
      <p:sp>
        <p:nvSpPr>
          <p:cNvPr id="35" name="">
            <a:extLst xmlns:a="http://schemas.openxmlformats.org/drawingml/2006/main">
              <a:ext uri="{FF2B5EF4-FFF2-40B4-BE49-F238E27FC236}">
                <a16:creationId xmlns:a16="http://schemas.microsoft.com/office/drawing/2014/main" id="{67CBE64A-6D50-4584-B2ED-5DC21AAD58EF}"/>
              </a:ext>
            </a:extLst>
          </p:cNvPr>
          <p:cNvSpPr>
            <a:spLocks xmlns:a="http://schemas.openxmlformats.org/drawingml/2006/main" noGrp="1"/>
          </p:cNvSpPr>
          <p:nvPr/>
        </p:nvSpPr>
        <p:spPr>
          <a:xfrm xmlns:a="http://schemas.openxmlformats.org/drawingml/2006/main">
            <a:off x="7962900" y="4038600"/>
            <a:ext cx="3028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687B8C"/>
                </a:solidFill>
              </a:defRPr>
            </a:pPr>
            <a:r>
              <a:rPr sz="1275" b="0">
                <a:solidFill>
                  <a:srgbClr val="687B8C"/>
                </a:solidFill>
              </a:rPr>
              <a:t>softmax 保证 α 总和为 1</a:t>
            </a:r>
          </a:p>
        </p:txBody>
      </p:sp>
      <p:sp>
        <p:nvSpPr>
          <p:cNvPr id="36" name="">
            <a:extLst xmlns:a="http://schemas.openxmlformats.org/drawingml/2006/main">
              <a:ext uri="{FF2B5EF4-FFF2-40B4-BE49-F238E27FC236}">
                <a16:creationId xmlns:a16="http://schemas.microsoft.com/office/drawing/2014/main" id="{F0FB246C-501A-4FFC-9969-CE22CAF8C67B}"/>
              </a:ext>
            </a:extLst>
          </p:cNvPr>
          <p:cNvSpPr>
            <a:spLocks xmlns:a="http://schemas.openxmlformats.org/drawingml/2006/main" noGrp="1"/>
          </p:cNvSpPr>
          <p:nvPr/>
        </p:nvSpPr>
        <p:spPr>
          <a:xfrm xmlns:a="http://schemas.openxmlformats.org/drawingml/2006/main">
            <a:off x="1257300" y="5619750"/>
            <a:ext cx="9677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E66F6A"/>
                </a:solidFill>
              </a:defRPr>
            </a:pPr>
            <a:r>
              <a:rPr sz="1500" b="1">
                <a:solidFill>
                  <a:srgbClr val="E66F6A"/>
                </a:solidFill>
              </a:rPr>
              <a:t>高权重 patch 对 slide 表征贡献更大，但仍不能自动等价为像素级病灶边界。</a:t>
            </a:r>
          </a:p>
        </p:txBody>
      </p:sp>
    </p:spTree>
    <p:extLst>
      <p:ext uri="{BB962C8B-B14F-4D97-AF65-F5344CB8AC3E}">
        <p14:creationId xmlns:p14="http://schemas.microsoft.com/office/powerpoint/2010/main" val="97109747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21D71C00-DBDF-4AF6-9B43-B113B1223178}"/>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174A7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5FF06CE-4EBA-4258-A85C-CD0E0D8CF7EE}"/>
              </a:ext>
            </a:extLst>
          </p:cNvPr>
          <p:cNvSpPr>
            <a:spLocks xmlns:a="http://schemas.openxmlformats.org/drawingml/2006/main" noGrp="1"/>
          </p:cNvSpPr>
          <p:nvPr/>
        </p:nvSpPr>
        <p:spPr>
          <a:xfrm xmlns:a="http://schemas.openxmlformats.org/drawingml/2006/main">
            <a:off x="400050" y="19050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D76A8"/>
                </a:solidFill>
              </a:defRPr>
            </a:pPr>
            <a:r>
              <a:rPr sz="975" b="1">
                <a:solidFill>
                  <a:srgbClr val="2D76A8"/>
                </a:solidFill>
              </a:rPr>
              <a:t>02 · 多模态先验</a:t>
            </a:r>
          </a:p>
        </p:txBody>
      </p:sp>
      <p:sp>
        <p:nvSpPr>
          <p:cNvPr id="3" name="">
            <a:extLst xmlns:a="http://schemas.openxmlformats.org/drawingml/2006/main">
              <a:ext uri="{FF2B5EF4-FFF2-40B4-BE49-F238E27FC236}">
                <a16:creationId xmlns:a16="http://schemas.microsoft.com/office/drawing/2014/main" id="{FFA4C237-B13D-400E-A203-A3796F6ED6AE}"/>
              </a:ext>
            </a:extLst>
          </p:cNvPr>
          <p:cNvSpPr>
            <a:spLocks xmlns:a="http://schemas.openxmlformats.org/drawingml/2006/main" noGrp="1"/>
          </p:cNvSpPr>
          <p:nvPr/>
        </p:nvSpPr>
        <p:spPr>
          <a:xfrm xmlns:a="http://schemas.openxmlformats.org/drawingml/2006/main">
            <a:off x="400050" y="419100"/>
            <a:ext cx="11191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250" b="1">
                <a:solidFill>
                  <a:srgbClr val="183247"/>
                </a:solidFill>
              </a:defRPr>
            </a:pPr>
            <a:r>
              <a:rPr sz="2250" b="1">
                <a:solidFill>
                  <a:srgbClr val="183247"/>
                </a:solidFill>
              </a:rPr>
              <a:t>器官先验与视觉表征相加，缩小肿瘤来源的搜索空间</a:t>
            </a:r>
          </a:p>
        </p:txBody>
      </p:sp>
      <p:sp>
        <p:nvSpPr>
          <p:cNvPr id="4" name="">
            <a:extLst xmlns:a="http://schemas.openxmlformats.org/drawingml/2006/main">
              <a:ext uri="{FF2B5EF4-FFF2-40B4-BE49-F238E27FC236}">
                <a16:creationId xmlns:a16="http://schemas.microsoft.com/office/drawing/2014/main" id="{7FFFB9F4-14E9-4793-A6F0-A22F3367A283}"/>
              </a:ext>
            </a:extLst>
          </p:cNvPr>
          <p:cNvSpPr>
            <a:spLocks xmlns:a="http://schemas.openxmlformats.org/drawingml/2006/main" noGrp="1"/>
          </p:cNvSpPr>
          <p:nvPr/>
        </p:nvSpPr>
        <p:spPr>
          <a:xfrm xmlns:a="http://schemas.openxmlformats.org/drawingml/2006/main">
            <a:off x="400050" y="1009650"/>
            <a:ext cx="11391900" cy="9525"/>
          </a:xfrm>
          <a:prstGeom xmlns:a="http://schemas.openxmlformats.org/drawingml/2006/main" prst="rect">
            <a:avLst/>
          </a:prstGeom>
          <a:solidFill xmlns:a="http://schemas.openxmlformats.org/drawingml/2006/main">
            <a:srgbClr val="D8E2E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D01E433-A055-47A6-9FD3-3231F77262A0}"/>
              </a:ext>
            </a:extLst>
          </p:cNvPr>
          <p:cNvSpPr>
            <a:spLocks xmlns:a="http://schemas.openxmlformats.org/drawingml/2006/main" noGrp="1"/>
          </p:cNvSpPr>
          <p:nvPr/>
        </p:nvSpPr>
        <p:spPr>
          <a:xfrm xmlns:a="http://schemas.openxmlformats.org/drawingml/2006/main">
            <a:off x="11334750" y="6477000"/>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0">
                <a:solidFill>
                  <a:srgbClr val="687B8C"/>
                </a:solidFill>
              </a:defRPr>
            </a:pPr>
            <a:r>
              <a:rPr sz="900" b="0">
                <a:solidFill>
                  <a:srgbClr val="687B8C"/>
                </a:solidFill>
              </a:rPr>
              <a:t>11</a:t>
            </a:r>
          </a:p>
        </p:txBody>
      </p:sp>
      <p:sp>
        <p:nvSpPr>
          <p:cNvPr id="6" name="">
            <a:extLst xmlns:a="http://schemas.openxmlformats.org/drawingml/2006/main">
              <a:ext uri="{FF2B5EF4-FFF2-40B4-BE49-F238E27FC236}">
                <a16:creationId xmlns:a16="http://schemas.microsoft.com/office/drawing/2014/main" id="{6003E587-EB44-4877-961D-5F796D5B9E59}"/>
              </a:ext>
            </a:extLst>
          </p:cNvPr>
          <p:cNvSpPr>
            <a:spLocks xmlns:a="http://schemas.openxmlformats.org/drawingml/2006/main" noGrp="1"/>
          </p:cNvSpPr>
          <p:nvPr/>
        </p:nvSpPr>
        <p:spPr>
          <a:xfrm xmlns:a="http://schemas.openxmlformats.org/drawingml/2006/main">
            <a:off x="666750" y="1752600"/>
            <a:ext cx="2876550" cy="2057400"/>
          </a:xfrm>
          <a:prstGeom xmlns:a="http://schemas.openxmlformats.org/drawingml/2006/main" prst="roundRect">
            <a:avLst>
              <a:gd name="adj" fmla="val 7407"/>
            </a:avLst>
          </a:prstGeom>
          <a:solidFill xmlns:a="http://schemas.openxmlformats.org/drawingml/2006/main">
            <a:srgbClr val="EAF3F8"/>
          </a:solidFill>
          <a:ln xmlns:a="http://schemas.openxmlformats.org/drawingml/2006/main" w="9525">
            <a:solidFill>
              <a:srgbClr val="2D76A8"/>
            </a:solidFill>
            <a:prstDash val="solid"/>
          </a:ln>
        </p:spPr>
      </p:sp>
      <p:sp>
        <p:nvSpPr>
          <p:cNvPr id="7" name="">
            <a:extLst xmlns:a="http://schemas.openxmlformats.org/drawingml/2006/main">
              <a:ext uri="{FF2B5EF4-FFF2-40B4-BE49-F238E27FC236}">
                <a16:creationId xmlns:a16="http://schemas.microsoft.com/office/drawing/2014/main" id="{28106D45-6891-4F67-9C62-D2E391D4D4D5}"/>
              </a:ext>
            </a:extLst>
          </p:cNvPr>
          <p:cNvSpPr>
            <a:spLocks xmlns:a="http://schemas.openxmlformats.org/drawingml/2006/main" noGrp="1"/>
          </p:cNvSpPr>
          <p:nvPr/>
        </p:nvSpPr>
        <p:spPr>
          <a:xfrm xmlns:a="http://schemas.openxmlformats.org/drawingml/2006/main">
            <a:off x="895350" y="1924050"/>
            <a:ext cx="2419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2D76A8"/>
                </a:solidFill>
              </a:defRPr>
            </a:pPr>
            <a:r>
              <a:rPr sz="1500" b="1">
                <a:solidFill>
                  <a:srgbClr val="2D76A8"/>
                </a:solidFill>
              </a:rPr>
              <a:t>视觉聚合</a:t>
            </a:r>
          </a:p>
        </p:txBody>
      </p:sp>
      <p:sp>
        <p:nvSpPr>
          <p:cNvPr id="8" name="">
            <a:extLst xmlns:a="http://schemas.openxmlformats.org/drawingml/2006/main">
              <a:ext uri="{FF2B5EF4-FFF2-40B4-BE49-F238E27FC236}">
                <a16:creationId xmlns:a16="http://schemas.microsoft.com/office/drawing/2014/main" id="{EE07D967-AA17-4818-9D89-E5811302CC02}"/>
              </a:ext>
            </a:extLst>
          </p:cNvPr>
          <p:cNvSpPr>
            <a:spLocks xmlns:a="http://schemas.openxmlformats.org/drawingml/2006/main" noGrp="1"/>
          </p:cNvSpPr>
          <p:nvPr/>
        </p:nvSpPr>
        <p:spPr>
          <a:xfrm xmlns:a="http://schemas.openxmlformats.org/drawingml/2006/main">
            <a:off x="1371600" y="2362200"/>
            <a:ext cx="14668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3300" b="1">
                <a:solidFill>
                  <a:srgbClr val="174A74"/>
                </a:solidFill>
              </a:defRPr>
            </a:pPr>
            <a:r>
              <a:rPr sz="3300" b="1">
                <a:solidFill>
                  <a:srgbClr val="174A74"/>
                </a:solidFill>
              </a:rPr>
              <a:t>z</a:t>
            </a:r>
          </a:p>
        </p:txBody>
      </p:sp>
      <p:sp>
        <p:nvSpPr>
          <p:cNvPr id="9" name="">
            <a:extLst xmlns:a="http://schemas.openxmlformats.org/drawingml/2006/main">
              <a:ext uri="{FF2B5EF4-FFF2-40B4-BE49-F238E27FC236}">
                <a16:creationId xmlns:a16="http://schemas.microsoft.com/office/drawing/2014/main" id="{6D7B433C-C803-4E24-92B1-738484B2989E}"/>
              </a:ext>
            </a:extLst>
          </p:cNvPr>
          <p:cNvSpPr>
            <a:spLocks xmlns:a="http://schemas.openxmlformats.org/drawingml/2006/main" noGrp="1"/>
          </p:cNvSpPr>
          <p:nvPr/>
        </p:nvSpPr>
        <p:spPr>
          <a:xfrm xmlns:a="http://schemas.openxmlformats.org/drawingml/2006/main">
            <a:off x="895350" y="3143250"/>
            <a:ext cx="2419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0">
                <a:solidFill>
                  <a:srgbClr val="687B8C"/>
                </a:solidFill>
              </a:defRPr>
            </a:pPr>
            <a:r>
              <a:rPr sz="1350" b="0">
                <a:solidFill>
                  <a:srgbClr val="687B8C"/>
                </a:solidFill>
              </a:rPr>
              <a:t>1 × 512</a:t>
            </a:r>
          </a:p>
        </p:txBody>
      </p:sp>
      <p:sp>
        <p:nvSpPr>
          <p:cNvPr id="10" name="">
            <a:extLst xmlns:a="http://schemas.openxmlformats.org/drawingml/2006/main">
              <a:ext uri="{FF2B5EF4-FFF2-40B4-BE49-F238E27FC236}">
                <a16:creationId xmlns:a16="http://schemas.microsoft.com/office/drawing/2014/main" id="{9C55939D-106D-4802-96D3-B947F93DF251}"/>
              </a:ext>
            </a:extLst>
          </p:cNvPr>
          <p:cNvSpPr>
            <a:spLocks xmlns:a="http://schemas.openxmlformats.org/drawingml/2006/main" noGrp="1"/>
          </p:cNvSpPr>
          <p:nvPr/>
        </p:nvSpPr>
        <p:spPr>
          <a:xfrm xmlns:a="http://schemas.openxmlformats.org/drawingml/2006/main">
            <a:off x="3771900" y="2419350"/>
            <a:ext cx="685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3300" b="1">
                <a:solidFill>
                  <a:srgbClr val="F0A24A"/>
                </a:solidFill>
              </a:defRPr>
            </a:pPr>
            <a:r>
              <a:rPr sz="3300" b="1">
                <a:solidFill>
                  <a:srgbClr val="F0A24A"/>
                </a:solidFill>
              </a:rPr>
              <a:t>+</a:t>
            </a:r>
          </a:p>
        </p:txBody>
      </p:sp>
      <p:sp>
        <p:nvSpPr>
          <p:cNvPr id="11" name="">
            <a:extLst xmlns:a="http://schemas.openxmlformats.org/drawingml/2006/main">
              <a:ext uri="{FF2B5EF4-FFF2-40B4-BE49-F238E27FC236}">
                <a16:creationId xmlns:a16="http://schemas.microsoft.com/office/drawing/2014/main" id="{3D0E8230-DD18-4F80-B637-3D8970E61338}"/>
              </a:ext>
            </a:extLst>
          </p:cNvPr>
          <p:cNvSpPr>
            <a:spLocks xmlns:a="http://schemas.openxmlformats.org/drawingml/2006/main" noGrp="1"/>
          </p:cNvSpPr>
          <p:nvPr/>
        </p:nvSpPr>
        <p:spPr>
          <a:xfrm xmlns:a="http://schemas.openxmlformats.org/drawingml/2006/main">
            <a:off x="4686300" y="1428750"/>
            <a:ext cx="3124200" cy="2724150"/>
          </a:xfrm>
          <a:prstGeom xmlns:a="http://schemas.openxmlformats.org/drawingml/2006/main" prst="roundRect">
            <a:avLst>
              <a:gd name="adj" fmla="val 5594"/>
            </a:avLst>
          </a:prstGeom>
          <a:solidFill xmlns:a="http://schemas.openxmlformats.org/drawingml/2006/main">
            <a:srgbClr val="FFF4E7"/>
          </a:solidFill>
          <a:ln xmlns:a="http://schemas.openxmlformats.org/drawingml/2006/main" w="9525">
            <a:solidFill>
              <a:srgbClr val="F0A24A"/>
            </a:solidFill>
            <a:prstDash val="solid"/>
          </a:ln>
        </p:spPr>
      </p:sp>
      <p:sp>
        <p:nvSpPr>
          <p:cNvPr id="12" name="">
            <a:extLst xmlns:a="http://schemas.openxmlformats.org/drawingml/2006/main">
              <a:ext uri="{FF2B5EF4-FFF2-40B4-BE49-F238E27FC236}">
                <a16:creationId xmlns:a16="http://schemas.microsoft.com/office/drawing/2014/main" id="{0F5BD461-C538-437B-8633-C0CCAF4209CF}"/>
              </a:ext>
            </a:extLst>
          </p:cNvPr>
          <p:cNvSpPr>
            <a:spLocks xmlns:a="http://schemas.openxmlformats.org/drawingml/2006/main" noGrp="1"/>
          </p:cNvSpPr>
          <p:nvPr/>
        </p:nvSpPr>
        <p:spPr>
          <a:xfrm xmlns:a="http://schemas.openxmlformats.org/drawingml/2006/main">
            <a:off x="4914900" y="161925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F0A24A"/>
                </a:solidFill>
              </a:defRPr>
            </a:pPr>
            <a:r>
              <a:rPr sz="1500" b="1">
                <a:solidFill>
                  <a:srgbClr val="F0A24A"/>
                </a:solidFill>
              </a:rPr>
              <a:t>器官文本先验</a:t>
            </a:r>
          </a:p>
        </p:txBody>
      </p:sp>
      <p:sp>
        <p:nvSpPr>
          <p:cNvPr id="13" name="">
            <a:extLst xmlns:a="http://schemas.openxmlformats.org/drawingml/2006/main">
              <a:ext uri="{FF2B5EF4-FFF2-40B4-BE49-F238E27FC236}">
                <a16:creationId xmlns:a16="http://schemas.microsoft.com/office/drawing/2014/main" id="{AA4C2D57-F711-4744-A9A1-CBD954420815}"/>
              </a:ext>
            </a:extLst>
          </p:cNvPr>
          <p:cNvSpPr>
            <a:spLocks xmlns:a="http://schemas.openxmlformats.org/drawingml/2006/main" noGrp="1"/>
          </p:cNvSpPr>
          <p:nvPr/>
        </p:nvSpPr>
        <p:spPr>
          <a:xfrm xmlns:a="http://schemas.openxmlformats.org/drawingml/2006/main">
            <a:off x="5105400" y="2114550"/>
            <a:ext cx="2286000" cy="3238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F0A24A"/>
            </a:solidFill>
            <a:prstDash val="solid"/>
          </a:ln>
        </p:spPr>
      </p:sp>
      <p:sp>
        <p:nvSpPr>
          <p:cNvPr id="14" name="">
            <a:extLst xmlns:a="http://schemas.openxmlformats.org/drawingml/2006/main">
              <a:ext uri="{FF2B5EF4-FFF2-40B4-BE49-F238E27FC236}">
                <a16:creationId xmlns:a16="http://schemas.microsoft.com/office/drawing/2014/main" id="{49C17D7D-F256-41EA-AD30-D7F395395A59}"/>
              </a:ext>
            </a:extLst>
          </p:cNvPr>
          <p:cNvSpPr>
            <a:spLocks xmlns:a="http://schemas.openxmlformats.org/drawingml/2006/main" noGrp="1"/>
          </p:cNvSpPr>
          <p:nvPr/>
        </p:nvSpPr>
        <p:spPr>
          <a:xfrm xmlns:a="http://schemas.openxmlformats.org/drawingml/2006/main">
            <a:off x="5105400" y="2124075"/>
            <a:ext cx="2286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F0A24A"/>
                </a:solidFill>
              </a:defRPr>
            </a:pPr>
            <a:r>
              <a:rPr sz="1200" b="1">
                <a:solidFill>
                  <a:srgbClr val="F0A24A"/>
                </a:solidFill>
              </a:rPr>
              <a:t>Kidney / Lung / Colon …</a:t>
            </a:r>
          </a:p>
        </p:txBody>
      </p:sp>
      <p:sp>
        <p:nvSpPr>
          <p:cNvPr id="15" name="">
            <a:extLst xmlns:a="http://schemas.openxmlformats.org/drawingml/2006/main">
              <a:ext uri="{FF2B5EF4-FFF2-40B4-BE49-F238E27FC236}">
                <a16:creationId xmlns:a16="http://schemas.microsoft.com/office/drawing/2014/main" id="{A70B642A-9D28-4559-AB65-2BA008C01908}"/>
              </a:ext>
            </a:extLst>
          </p:cNvPr>
          <p:cNvSpPr>
            <a:spLocks xmlns:a="http://schemas.openxmlformats.org/drawingml/2006/main" noGrp="1"/>
          </p:cNvSpPr>
          <p:nvPr/>
        </p:nvSpPr>
        <p:spPr>
          <a:xfrm xmlns:a="http://schemas.openxmlformats.org/drawingml/2006/main">
            <a:off x="4914900" y="264795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83247"/>
                </a:solidFill>
              </a:defRPr>
            </a:pPr>
            <a:r>
              <a:rPr sz="1350" b="1">
                <a:solidFill>
                  <a:srgbClr val="183247"/>
                </a:solidFill>
              </a:rPr>
              <a:t>19 × 768 embedding</a:t>
            </a:r>
          </a:p>
        </p:txBody>
      </p:sp>
      <p:sp>
        <p:nvSpPr>
          <p:cNvPr id="16" name="">
            <a:extLst xmlns:a="http://schemas.openxmlformats.org/drawingml/2006/main">
              <a:ext uri="{FF2B5EF4-FFF2-40B4-BE49-F238E27FC236}">
                <a16:creationId xmlns:a16="http://schemas.microsoft.com/office/drawing/2014/main" id="{E114173A-2094-4B04-BAF8-368287F138A3}"/>
              </a:ext>
            </a:extLst>
          </p:cNvPr>
          <p:cNvSpPr>
            <a:spLocks xmlns:a="http://schemas.openxmlformats.org/drawingml/2006/main" noGrp="1"/>
          </p:cNvSpPr>
          <p:nvPr/>
        </p:nvSpPr>
        <p:spPr>
          <a:xfrm xmlns:a="http://schemas.openxmlformats.org/drawingml/2006/main">
            <a:off x="5924550" y="3038475"/>
            <a:ext cx="609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550" b="1">
                <a:solidFill>
                  <a:srgbClr val="F0A24A"/>
                </a:solidFill>
              </a:defRPr>
            </a:pPr>
            <a:r>
              <a:rPr sz="2550" b="1">
                <a:solidFill>
                  <a:srgbClr val="F0A24A"/>
                </a:solidFill>
              </a:rPr>
              <a:t>→</a:t>
            </a:r>
          </a:p>
        </p:txBody>
      </p:sp>
      <p:sp>
        <p:nvSpPr>
          <p:cNvPr id="17" name="">
            <a:extLst xmlns:a="http://schemas.openxmlformats.org/drawingml/2006/main">
              <a:ext uri="{FF2B5EF4-FFF2-40B4-BE49-F238E27FC236}">
                <a16:creationId xmlns:a16="http://schemas.microsoft.com/office/drawing/2014/main" id="{669D5315-B7C9-4E52-9FF4-0D753EDA7F31}"/>
              </a:ext>
            </a:extLst>
          </p:cNvPr>
          <p:cNvSpPr>
            <a:spLocks xmlns:a="http://schemas.openxmlformats.org/drawingml/2006/main" noGrp="1"/>
          </p:cNvSpPr>
          <p:nvPr/>
        </p:nvSpPr>
        <p:spPr>
          <a:xfrm xmlns:a="http://schemas.openxmlformats.org/drawingml/2006/main">
            <a:off x="4914900" y="339090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0">
                <a:solidFill>
                  <a:srgbClr val="687B8C"/>
                </a:solidFill>
              </a:defRPr>
            </a:pPr>
            <a:r>
              <a:rPr sz="1350" b="0">
                <a:solidFill>
                  <a:srgbClr val="687B8C"/>
                </a:solidFill>
              </a:rPr>
              <a:t>Linear 768→512 + ReLU</a:t>
            </a:r>
          </a:p>
        </p:txBody>
      </p:sp>
      <p:sp>
        <p:nvSpPr>
          <p:cNvPr id="18" name="">
            <a:extLst xmlns:a="http://schemas.openxmlformats.org/drawingml/2006/main">
              <a:ext uri="{FF2B5EF4-FFF2-40B4-BE49-F238E27FC236}">
                <a16:creationId xmlns:a16="http://schemas.microsoft.com/office/drawing/2014/main" id="{281EA64B-844C-479E-81CA-3657596C19E4}"/>
              </a:ext>
            </a:extLst>
          </p:cNvPr>
          <p:cNvSpPr>
            <a:spLocks xmlns:a="http://schemas.openxmlformats.org/drawingml/2006/main" noGrp="1"/>
          </p:cNvSpPr>
          <p:nvPr/>
        </p:nvSpPr>
        <p:spPr>
          <a:xfrm xmlns:a="http://schemas.openxmlformats.org/drawingml/2006/main">
            <a:off x="8039100" y="2419350"/>
            <a:ext cx="685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3300" b="1">
                <a:solidFill>
                  <a:srgbClr val="F0A24A"/>
                </a:solidFill>
              </a:defRPr>
            </a:pPr>
            <a:r>
              <a:rPr sz="3300" b="1">
                <a:solidFill>
                  <a:srgbClr val="F0A24A"/>
                </a:solidFill>
              </a:rPr>
              <a:t>→</a:t>
            </a:r>
          </a:p>
        </p:txBody>
      </p:sp>
      <p:sp>
        <p:nvSpPr>
          <p:cNvPr id="19" name="">
            <a:extLst xmlns:a="http://schemas.openxmlformats.org/drawingml/2006/main">
              <a:ext uri="{FF2B5EF4-FFF2-40B4-BE49-F238E27FC236}">
                <a16:creationId xmlns:a16="http://schemas.microsoft.com/office/drawing/2014/main" id="{6ABD38A1-BB2F-41BD-A3CC-5BA9AED01E17}"/>
              </a:ext>
            </a:extLst>
          </p:cNvPr>
          <p:cNvSpPr>
            <a:spLocks xmlns:a="http://schemas.openxmlformats.org/drawingml/2006/main" noGrp="1"/>
          </p:cNvSpPr>
          <p:nvPr/>
        </p:nvSpPr>
        <p:spPr>
          <a:xfrm xmlns:a="http://schemas.openxmlformats.org/drawingml/2006/main">
            <a:off x="8953500" y="1752600"/>
            <a:ext cx="2571750" cy="2057400"/>
          </a:xfrm>
          <a:prstGeom xmlns:a="http://schemas.openxmlformats.org/drawingml/2006/main" prst="roundRect">
            <a:avLst>
              <a:gd name="adj" fmla="val 7407"/>
            </a:avLst>
          </a:prstGeom>
          <a:solidFill xmlns:a="http://schemas.openxmlformats.org/drawingml/2006/main">
            <a:srgbClr val="E9F7F4"/>
          </a:solidFill>
          <a:ln xmlns:a="http://schemas.openxmlformats.org/drawingml/2006/main" w="9525">
            <a:solidFill>
              <a:srgbClr val="28A99E"/>
            </a:solidFill>
            <a:prstDash val="solid"/>
          </a:ln>
        </p:spPr>
      </p:sp>
      <p:sp>
        <p:nvSpPr>
          <p:cNvPr id="20" name="">
            <a:extLst xmlns:a="http://schemas.openxmlformats.org/drawingml/2006/main">
              <a:ext uri="{FF2B5EF4-FFF2-40B4-BE49-F238E27FC236}">
                <a16:creationId xmlns:a16="http://schemas.microsoft.com/office/drawing/2014/main" id="{BA7D14E7-7EF5-46A0-9322-800864A152B1}"/>
              </a:ext>
            </a:extLst>
          </p:cNvPr>
          <p:cNvSpPr>
            <a:spLocks xmlns:a="http://schemas.openxmlformats.org/drawingml/2006/main" noGrp="1"/>
          </p:cNvSpPr>
          <p:nvPr/>
        </p:nvSpPr>
        <p:spPr>
          <a:xfrm xmlns:a="http://schemas.openxmlformats.org/drawingml/2006/main">
            <a:off x="9182100" y="1924050"/>
            <a:ext cx="2114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28A99E"/>
                </a:solidFill>
              </a:defRPr>
            </a:pPr>
            <a:r>
              <a:rPr sz="1500" b="1">
                <a:solidFill>
                  <a:srgbClr val="28A99E"/>
                </a:solidFill>
              </a:rPr>
              <a:t>融合表征</a:t>
            </a:r>
          </a:p>
        </p:txBody>
      </p:sp>
      <p:sp>
        <p:nvSpPr>
          <p:cNvPr id="21" name="">
            <a:extLst xmlns:a="http://schemas.openxmlformats.org/drawingml/2006/main">
              <a:ext uri="{FF2B5EF4-FFF2-40B4-BE49-F238E27FC236}">
                <a16:creationId xmlns:a16="http://schemas.microsoft.com/office/drawing/2014/main" id="{FF578F6A-5989-4584-AEC8-4DB455263A1D}"/>
              </a:ext>
            </a:extLst>
          </p:cNvPr>
          <p:cNvSpPr>
            <a:spLocks xmlns:a="http://schemas.openxmlformats.org/drawingml/2006/main" noGrp="1"/>
          </p:cNvSpPr>
          <p:nvPr/>
        </p:nvSpPr>
        <p:spPr>
          <a:xfrm xmlns:a="http://schemas.openxmlformats.org/drawingml/2006/main">
            <a:off x="9182100" y="2400300"/>
            <a:ext cx="2114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475" b="1">
                <a:solidFill>
                  <a:srgbClr val="183247"/>
                </a:solidFill>
              </a:defRPr>
            </a:pPr>
            <a:r>
              <a:rPr sz="2475" b="1">
                <a:solidFill>
                  <a:srgbClr val="183247"/>
                </a:solidFill>
              </a:rPr>
              <a:t>z + eₒᵣg</a:t>
            </a:r>
          </a:p>
        </p:txBody>
      </p:sp>
      <p:sp>
        <p:nvSpPr>
          <p:cNvPr id="22" name="">
            <a:extLst xmlns:a="http://schemas.openxmlformats.org/drawingml/2006/main">
              <a:ext uri="{FF2B5EF4-FFF2-40B4-BE49-F238E27FC236}">
                <a16:creationId xmlns:a16="http://schemas.microsoft.com/office/drawing/2014/main" id="{9F4BC49F-57C8-4DF5-A64D-A08CB204B477}"/>
              </a:ext>
            </a:extLst>
          </p:cNvPr>
          <p:cNvSpPr>
            <a:spLocks xmlns:a="http://schemas.openxmlformats.org/drawingml/2006/main" noGrp="1"/>
          </p:cNvSpPr>
          <p:nvPr/>
        </p:nvSpPr>
        <p:spPr>
          <a:xfrm xmlns:a="http://schemas.openxmlformats.org/drawingml/2006/main">
            <a:off x="9182100" y="3105150"/>
            <a:ext cx="2114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28A99E"/>
                </a:solidFill>
              </a:defRPr>
            </a:pPr>
            <a:r>
              <a:rPr sz="1425" b="1">
                <a:solidFill>
                  <a:srgbClr val="28A99E"/>
                </a:solidFill>
              </a:rPr>
              <a:t>→ classifier</a:t>
            </a:r>
          </a:p>
        </p:txBody>
      </p:sp>
      <p:sp>
        <p:nvSpPr>
          <p:cNvPr id="23" name="">
            <a:extLst xmlns:a="http://schemas.openxmlformats.org/drawingml/2006/main">
              <a:ext uri="{FF2B5EF4-FFF2-40B4-BE49-F238E27FC236}">
                <a16:creationId xmlns:a16="http://schemas.microsoft.com/office/drawing/2014/main" id="{66017C99-F128-496A-9817-429988F52E2E}"/>
              </a:ext>
            </a:extLst>
          </p:cNvPr>
          <p:cNvSpPr>
            <a:spLocks xmlns:a="http://schemas.openxmlformats.org/drawingml/2006/main" noGrp="1"/>
          </p:cNvSpPr>
          <p:nvPr/>
        </p:nvSpPr>
        <p:spPr>
          <a:xfrm xmlns:a="http://schemas.openxmlformats.org/drawingml/2006/main">
            <a:off x="1447800" y="4895850"/>
            <a:ext cx="9296400" cy="723900"/>
          </a:xfrm>
          <a:prstGeom xmlns:a="http://schemas.openxmlformats.org/drawingml/2006/main" prst="roundRect">
            <a:avLst>
              <a:gd name="adj" fmla="val 15789"/>
            </a:avLst>
          </a:prstGeom>
          <a:solidFill xmlns:a="http://schemas.openxmlformats.org/drawingml/2006/main">
            <a:srgbClr val="F4F7FA"/>
          </a:solidFill>
          <a:ln xmlns:a="http://schemas.openxmlformats.org/drawingml/2006/main" w="9525">
            <a:solidFill>
              <a:srgbClr val="D8E2EA"/>
            </a:solidFill>
            <a:prstDash val="solid"/>
          </a:ln>
        </p:spPr>
      </p:sp>
      <p:sp>
        <p:nvSpPr>
          <p:cNvPr id="24" name="">
            <a:extLst xmlns:a="http://schemas.openxmlformats.org/drawingml/2006/main">
              <a:ext uri="{FF2B5EF4-FFF2-40B4-BE49-F238E27FC236}">
                <a16:creationId xmlns:a16="http://schemas.microsoft.com/office/drawing/2014/main" id="{70B6E661-A23E-40D8-B85E-29CE18E18620}"/>
              </a:ext>
            </a:extLst>
          </p:cNvPr>
          <p:cNvSpPr>
            <a:spLocks xmlns:a="http://schemas.openxmlformats.org/drawingml/2006/main" noGrp="1"/>
          </p:cNvSpPr>
          <p:nvPr/>
        </p:nvSpPr>
        <p:spPr>
          <a:xfrm xmlns:a="http://schemas.openxmlformats.org/drawingml/2006/main">
            <a:off x="1695450" y="5048250"/>
            <a:ext cx="8801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183247"/>
                </a:solidFill>
              </a:defRPr>
            </a:pPr>
            <a:r>
              <a:rPr sz="1425" b="1">
                <a:solidFill>
                  <a:srgbClr val="183247"/>
                </a:solidFill>
              </a:rPr>
              <a:t>直觉：已知取材器官后，模型不必在所有肿瘤来源中盲目搜索；但错误器官标签也会成为新的失效点。</a:t>
            </a:r>
          </a:p>
        </p:txBody>
      </p:sp>
    </p:spTree>
    <p:extLst>
      <p:ext uri="{BB962C8B-B14F-4D97-AF65-F5344CB8AC3E}">
        <p14:creationId xmlns:p14="http://schemas.microsoft.com/office/powerpoint/2010/main" val="66324930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D1534D51-6F04-4F4F-9E7D-069268FE79F4}"/>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174A7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A716BED-7A14-4F17-8F54-BB1A61BF8E75}"/>
              </a:ext>
            </a:extLst>
          </p:cNvPr>
          <p:cNvSpPr>
            <a:spLocks xmlns:a="http://schemas.openxmlformats.org/drawingml/2006/main" noGrp="1"/>
          </p:cNvSpPr>
          <p:nvPr/>
        </p:nvSpPr>
        <p:spPr>
          <a:xfrm xmlns:a="http://schemas.openxmlformats.org/drawingml/2006/main">
            <a:off x="400050" y="19050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D76A8"/>
                </a:solidFill>
              </a:defRPr>
            </a:pPr>
            <a:r>
              <a:rPr sz="975" b="1">
                <a:solidFill>
                  <a:srgbClr val="2D76A8"/>
                </a:solidFill>
              </a:rPr>
              <a:t>02 · 原论文结果</a:t>
            </a:r>
          </a:p>
        </p:txBody>
      </p:sp>
      <p:sp>
        <p:nvSpPr>
          <p:cNvPr id="3" name="">
            <a:extLst xmlns:a="http://schemas.openxmlformats.org/drawingml/2006/main">
              <a:ext uri="{FF2B5EF4-FFF2-40B4-BE49-F238E27FC236}">
                <a16:creationId xmlns:a16="http://schemas.microsoft.com/office/drawing/2014/main" id="{AD5DF856-3174-4C77-BE5C-1CC6BEBDF285}"/>
              </a:ext>
            </a:extLst>
          </p:cNvPr>
          <p:cNvSpPr>
            <a:spLocks xmlns:a="http://schemas.openxmlformats.org/drawingml/2006/main" noGrp="1"/>
          </p:cNvSpPr>
          <p:nvPr/>
        </p:nvSpPr>
        <p:spPr>
          <a:xfrm xmlns:a="http://schemas.openxmlformats.org/drawingml/2006/main">
            <a:off x="7810500" y="171450"/>
            <a:ext cx="3905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687B8C"/>
                </a:solidFill>
              </a:defRPr>
            </a:pPr>
            <a:r>
              <a:rPr sz="825" b="0">
                <a:solidFill>
                  <a:srgbClr val="687B8C"/>
                </a:solidFill>
              </a:rPr>
              <a:t>Nature Fig. 2 · s41586-024-07894-z</a:t>
            </a:r>
          </a:p>
        </p:txBody>
      </p:sp>
      <p:sp>
        <p:nvSpPr>
          <p:cNvPr id="4" name="">
            <a:extLst xmlns:a="http://schemas.openxmlformats.org/drawingml/2006/main">
              <a:ext uri="{FF2B5EF4-FFF2-40B4-BE49-F238E27FC236}">
                <a16:creationId xmlns:a16="http://schemas.microsoft.com/office/drawing/2014/main" id="{1A5E4A63-C245-4C1D-B891-3846807A9A01}"/>
              </a:ext>
            </a:extLst>
          </p:cNvPr>
          <p:cNvSpPr>
            <a:spLocks xmlns:a="http://schemas.openxmlformats.org/drawingml/2006/main" noGrp="1"/>
          </p:cNvSpPr>
          <p:nvPr/>
        </p:nvSpPr>
        <p:spPr>
          <a:xfrm xmlns:a="http://schemas.openxmlformats.org/drawingml/2006/main">
            <a:off x="400050" y="419100"/>
            <a:ext cx="11191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250" b="1">
                <a:solidFill>
                  <a:srgbClr val="183247"/>
                </a:solidFill>
              </a:defRPr>
            </a:pPr>
            <a:r>
              <a:rPr sz="2250" b="1">
                <a:solidFill>
                  <a:srgbClr val="183247"/>
                </a:solidFill>
              </a:rPr>
              <a:t>原论文的价值在跨任务、跨中心，而不是某一个单点指标</a:t>
            </a:r>
          </a:p>
        </p:txBody>
      </p:sp>
      <p:sp>
        <p:nvSpPr>
          <p:cNvPr id="5" name="">
            <a:extLst xmlns:a="http://schemas.openxmlformats.org/drawingml/2006/main">
              <a:ext uri="{FF2B5EF4-FFF2-40B4-BE49-F238E27FC236}">
                <a16:creationId xmlns:a16="http://schemas.microsoft.com/office/drawing/2014/main" id="{5592A371-2DD8-44DC-80A8-5F6F3529EC54}"/>
              </a:ext>
            </a:extLst>
          </p:cNvPr>
          <p:cNvSpPr>
            <a:spLocks xmlns:a="http://schemas.openxmlformats.org/drawingml/2006/main" noGrp="1"/>
          </p:cNvSpPr>
          <p:nvPr/>
        </p:nvSpPr>
        <p:spPr>
          <a:xfrm xmlns:a="http://schemas.openxmlformats.org/drawingml/2006/main">
            <a:off x="400050" y="1009650"/>
            <a:ext cx="11391900" cy="9525"/>
          </a:xfrm>
          <a:prstGeom xmlns:a="http://schemas.openxmlformats.org/drawingml/2006/main" prst="rect">
            <a:avLst/>
          </a:prstGeom>
          <a:solidFill xmlns:a="http://schemas.openxmlformats.org/drawingml/2006/main">
            <a:srgbClr val="D8E2EA"/>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41BA2DC3-D44D-4924-BF8F-265580FDE7D8}"/>
              </a:ext>
            </a:extLst>
          </p:cNvPr>
          <p:cNvSpPr>
            <a:spLocks xmlns:a="http://schemas.openxmlformats.org/drawingml/2006/main" noGrp="1"/>
          </p:cNvSpPr>
          <p:nvPr/>
        </p:nvSpPr>
        <p:spPr>
          <a:xfrm xmlns:a="http://schemas.openxmlformats.org/drawingml/2006/main">
            <a:off x="11334750" y="6477000"/>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0">
                <a:solidFill>
                  <a:srgbClr val="687B8C"/>
                </a:solidFill>
              </a:defRPr>
            </a:pPr>
            <a:r>
              <a:rPr sz="900" b="0">
                <a:solidFill>
                  <a:srgbClr val="687B8C"/>
                </a:solidFill>
              </a:rPr>
              <a:t>12</a:t>
            </a:r>
          </a:p>
        </p:txBody>
      </p:sp>
      <p:sp>
        <p:nvSpPr>
          <p:cNvPr id="7" name="">
            <a:extLst xmlns:a="http://schemas.openxmlformats.org/drawingml/2006/main">
              <a:ext uri="{FF2B5EF4-FFF2-40B4-BE49-F238E27FC236}">
                <a16:creationId xmlns:a16="http://schemas.microsoft.com/office/drawing/2014/main" id="{AA08F549-01AE-4DD7-B87C-F39A5D2F07A9}"/>
              </a:ext>
            </a:extLst>
          </p:cNvPr>
          <p:cNvSpPr>
            <a:spLocks xmlns:a="http://schemas.openxmlformats.org/drawingml/2006/main" noGrp="1"/>
          </p:cNvSpPr>
          <p:nvPr/>
        </p:nvSpPr>
        <p:spPr>
          <a:xfrm xmlns:a="http://schemas.openxmlformats.org/drawingml/2006/main">
            <a:off x="438150" y="1295400"/>
            <a:ext cx="7905750" cy="4495800"/>
          </a:xfrm>
          <a:prstGeom xmlns:a="http://schemas.openxmlformats.org/drawingml/2006/main" prst="roundRect">
            <a:avLst>
              <a:gd name="adj" fmla="val 2542"/>
            </a:avLst>
          </a:prstGeom>
          <a:solidFill xmlns:a="http://schemas.openxmlformats.org/drawingml/2006/main">
            <a:srgbClr val="FFFFFF"/>
          </a:solidFill>
          <a:ln xmlns:a="http://schemas.openxmlformats.org/drawingml/2006/main" w="9525">
            <a:solidFill>
              <a:srgbClr val="D8E2EA"/>
            </a:solidFill>
            <a:prstDash val="solid"/>
          </a:ln>
        </p:spPr>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1c58a65fe0e04e30"/>
          <a:stretch xmlns:a="http://schemas.openxmlformats.org/drawingml/2006/main"/>
        </p:blipFill>
        <p:spPr>
          <a:xfrm xmlns:a="http://schemas.openxmlformats.org/drawingml/2006/main">
            <a:off x="1783694" y="1390650"/>
            <a:ext cx="5214662" cy="43053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8D69B02A-4F1C-475D-9FF7-5754C8AD8741}"/>
              </a:ext>
            </a:extLst>
          </p:cNvPr>
          <p:cNvSpPr>
            <a:spLocks xmlns:a="http://schemas.openxmlformats.org/drawingml/2006/main" noGrp="1"/>
          </p:cNvSpPr>
          <p:nvPr/>
        </p:nvSpPr>
        <p:spPr>
          <a:xfrm xmlns:a="http://schemas.openxmlformats.org/drawingml/2006/main">
            <a:off x="8705850" y="1428750"/>
            <a:ext cx="2609850" cy="1104900"/>
          </a:xfrm>
          <a:prstGeom xmlns:a="http://schemas.openxmlformats.org/drawingml/2006/main" prst="roundRect">
            <a:avLst>
              <a:gd name="adj" fmla="val 10345"/>
            </a:avLst>
          </a:prstGeom>
          <a:solidFill xmlns:a="http://schemas.openxmlformats.org/drawingml/2006/main">
            <a:srgbClr val="FCEDEC"/>
          </a:solidFill>
          <a:ln xmlns:a="http://schemas.openxmlformats.org/drawingml/2006/main" w="0">
            <a:solidFill>
              <a:srgbClr val="FCEDEC"/>
            </a:solidFill>
            <a:prstDash val="solid"/>
          </a:ln>
        </p:spPr>
      </p:sp>
      <p:sp>
        <p:nvSpPr>
          <p:cNvPr id="10" name="">
            <a:extLst xmlns:a="http://schemas.openxmlformats.org/drawingml/2006/main">
              <a:ext uri="{FF2B5EF4-FFF2-40B4-BE49-F238E27FC236}">
                <a16:creationId xmlns:a16="http://schemas.microsoft.com/office/drawing/2014/main" id="{F20F7275-9D31-4F71-9639-660CF506D0E2}"/>
              </a:ext>
            </a:extLst>
          </p:cNvPr>
          <p:cNvSpPr>
            <a:spLocks xmlns:a="http://schemas.openxmlformats.org/drawingml/2006/main" noGrp="1"/>
          </p:cNvSpPr>
          <p:nvPr/>
        </p:nvSpPr>
        <p:spPr>
          <a:xfrm xmlns:a="http://schemas.openxmlformats.org/drawingml/2006/main">
            <a:off x="8858250" y="1524000"/>
            <a:ext cx="2305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687B8C"/>
                </a:solidFill>
              </a:defRPr>
            </a:pPr>
            <a:r>
              <a:rPr sz="1050" b="1">
                <a:solidFill>
                  <a:srgbClr val="687B8C"/>
                </a:solidFill>
              </a:rPr>
              <a:t>相对提升上限</a:t>
            </a:r>
          </a:p>
        </p:txBody>
      </p:sp>
      <p:sp>
        <p:nvSpPr>
          <p:cNvPr id="11" name="">
            <a:extLst xmlns:a="http://schemas.openxmlformats.org/drawingml/2006/main">
              <a:ext uri="{FF2B5EF4-FFF2-40B4-BE49-F238E27FC236}">
                <a16:creationId xmlns:a16="http://schemas.microsoft.com/office/drawing/2014/main" id="{3F666375-0943-40F3-B7B3-462EA5CE9A07}"/>
              </a:ext>
            </a:extLst>
          </p:cNvPr>
          <p:cNvSpPr>
            <a:spLocks xmlns:a="http://schemas.openxmlformats.org/drawingml/2006/main" noGrp="1"/>
          </p:cNvSpPr>
          <p:nvPr/>
        </p:nvSpPr>
        <p:spPr>
          <a:xfrm xmlns:a="http://schemas.openxmlformats.org/drawingml/2006/main">
            <a:off x="8858250" y="1752600"/>
            <a:ext cx="23050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325" b="1">
                <a:solidFill>
                  <a:srgbClr val="E66F6A"/>
                </a:solidFill>
              </a:defRPr>
            </a:pPr>
            <a:r>
              <a:rPr sz="2325" b="1">
                <a:solidFill>
                  <a:srgbClr val="E66F6A"/>
                </a:solidFill>
              </a:rPr>
              <a:t>36.1%</a:t>
            </a:r>
          </a:p>
        </p:txBody>
      </p:sp>
      <p:sp>
        <p:nvSpPr>
          <p:cNvPr id="12" name="">
            <a:extLst xmlns:a="http://schemas.openxmlformats.org/drawingml/2006/main">
              <a:ext uri="{FF2B5EF4-FFF2-40B4-BE49-F238E27FC236}">
                <a16:creationId xmlns:a16="http://schemas.microsoft.com/office/drawing/2014/main" id="{664AE558-BAA8-4D4C-B678-BEEA28B3DB25}"/>
              </a:ext>
            </a:extLst>
          </p:cNvPr>
          <p:cNvSpPr>
            <a:spLocks xmlns:a="http://schemas.openxmlformats.org/drawingml/2006/main" noGrp="1"/>
          </p:cNvSpPr>
          <p:nvPr/>
        </p:nvSpPr>
        <p:spPr>
          <a:xfrm xmlns:a="http://schemas.openxmlformats.org/drawingml/2006/main">
            <a:off x="8858250" y="2209800"/>
            <a:ext cx="2305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687B8C"/>
                </a:solidFill>
              </a:defRPr>
            </a:pPr>
            <a:r>
              <a:rPr sz="975" b="0">
                <a:solidFill>
                  <a:srgbClr val="687B8C"/>
                </a:solidFill>
              </a:rPr>
              <a:t>论文报告的最高幅度</a:t>
            </a:r>
          </a:p>
        </p:txBody>
      </p:sp>
      <p:sp>
        <p:nvSpPr>
          <p:cNvPr id="13" name="">
            <a:extLst xmlns:a="http://schemas.openxmlformats.org/drawingml/2006/main">
              <a:ext uri="{FF2B5EF4-FFF2-40B4-BE49-F238E27FC236}">
                <a16:creationId xmlns:a16="http://schemas.microsoft.com/office/drawing/2014/main" id="{BEE06A8C-0A19-47DA-AFB8-AF2F52C8E4A7}"/>
              </a:ext>
            </a:extLst>
          </p:cNvPr>
          <p:cNvSpPr>
            <a:spLocks xmlns:a="http://schemas.openxmlformats.org/drawingml/2006/main" noGrp="1"/>
          </p:cNvSpPr>
          <p:nvPr/>
        </p:nvSpPr>
        <p:spPr>
          <a:xfrm xmlns:a="http://schemas.openxmlformats.org/drawingml/2006/main">
            <a:off x="8705850" y="2724150"/>
            <a:ext cx="2609850" cy="2095500"/>
          </a:xfrm>
          <a:prstGeom xmlns:a="http://schemas.openxmlformats.org/drawingml/2006/main" prst="roundRect">
            <a:avLst>
              <a:gd name="adj" fmla="val 5455"/>
            </a:avLst>
          </a:prstGeom>
          <a:solidFill xmlns:a="http://schemas.openxmlformats.org/drawingml/2006/main">
            <a:srgbClr val="F4F7FA"/>
          </a:solidFill>
          <a:ln xmlns:a="http://schemas.openxmlformats.org/drawingml/2006/main" w="9525">
            <a:solidFill>
              <a:srgbClr val="D8E2EA"/>
            </a:solidFill>
            <a:prstDash val="solid"/>
          </a:ln>
        </p:spPr>
      </p:sp>
      <p:sp>
        <p:nvSpPr>
          <p:cNvPr id="14" name="">
            <a:extLst xmlns:a="http://schemas.openxmlformats.org/drawingml/2006/main">
              <a:ext uri="{FF2B5EF4-FFF2-40B4-BE49-F238E27FC236}">
                <a16:creationId xmlns:a16="http://schemas.microsoft.com/office/drawing/2014/main" id="{40DF89A2-5B78-4AB8-A27D-9943AF932934}"/>
              </a:ext>
            </a:extLst>
          </p:cNvPr>
          <p:cNvSpPr>
            <a:spLocks xmlns:a="http://schemas.openxmlformats.org/drawingml/2006/main" noGrp="1"/>
          </p:cNvSpPr>
          <p:nvPr/>
        </p:nvSpPr>
        <p:spPr>
          <a:xfrm xmlns:a="http://schemas.openxmlformats.org/drawingml/2006/main">
            <a:off x="8915400" y="28765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2D76A8"/>
                </a:solidFill>
              </a:defRPr>
            </a:pPr>
            <a:r>
              <a:rPr sz="1350" b="1">
                <a:solidFill>
                  <a:srgbClr val="2D76A8"/>
                </a:solidFill>
              </a:rPr>
              <a:t>覆盖任务</a:t>
            </a:r>
          </a:p>
        </p:txBody>
      </p:sp>
      <p:sp>
        <p:nvSpPr>
          <p:cNvPr id="15" name="">
            <a:extLst xmlns:a="http://schemas.openxmlformats.org/drawingml/2006/main">
              <a:ext uri="{FF2B5EF4-FFF2-40B4-BE49-F238E27FC236}">
                <a16:creationId xmlns:a16="http://schemas.microsoft.com/office/drawing/2014/main" id="{C7D6DCEA-50BD-478A-B4E3-A26B97DB5918}"/>
              </a:ext>
            </a:extLst>
          </p:cNvPr>
          <p:cNvSpPr>
            <a:spLocks xmlns:a="http://schemas.openxmlformats.org/drawingml/2006/main" noGrp="1"/>
          </p:cNvSpPr>
          <p:nvPr/>
        </p:nvSpPr>
        <p:spPr>
          <a:xfrm xmlns:a="http://schemas.openxmlformats.org/drawingml/2006/main">
            <a:off x="8915400" y="3257550"/>
            <a:ext cx="219075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183247"/>
                </a:solidFill>
              </a:defRPr>
            </a:pPr>
            <a:r>
              <a:rPr sz="1275" b="0">
                <a:solidFill>
                  <a:srgbClr val="183247"/>
                </a:solidFill>
              </a:rPr>
              <a:t>• 癌细胞检测</a:t>
            </a:r>
          </a:p>
          <a:p xmlns:a="http://schemas.openxmlformats.org/drawingml/2006/main">
            <a:pPr algn="l">
              <a:defRPr sz="1275" b="0">
                <a:solidFill>
                  <a:srgbClr val="183247"/>
                </a:solidFill>
              </a:defRPr>
            </a:pPr>
            <a:r>
              <a:rPr sz="1275" b="0">
                <a:solidFill>
                  <a:srgbClr val="183247"/>
                </a:solidFill>
              </a:rPr>
              <a:t>• 肿瘤来源</a:t>
            </a:r>
          </a:p>
          <a:p xmlns:a="http://schemas.openxmlformats.org/drawingml/2006/main">
            <a:pPr algn="l">
              <a:defRPr sz="1275" b="0">
                <a:solidFill>
                  <a:srgbClr val="183247"/>
                </a:solidFill>
              </a:defRPr>
            </a:pPr>
            <a:r>
              <a:rPr sz="1275" b="0">
                <a:solidFill>
                  <a:srgbClr val="183247"/>
                </a:solidFill>
              </a:rPr>
              <a:t>• 分子突变 / IDH / MSI</a:t>
            </a:r>
          </a:p>
          <a:p xmlns:a="http://schemas.openxmlformats.org/drawingml/2006/main">
            <a:pPr algn="l">
              <a:defRPr sz="1275" b="0">
                <a:solidFill>
                  <a:srgbClr val="183247"/>
                </a:solidFill>
              </a:defRPr>
            </a:pPr>
            <a:r>
              <a:rPr sz="1275" b="0">
                <a:solidFill>
                  <a:srgbClr val="183247"/>
                </a:solidFill>
              </a:rPr>
              <a:t>• 生存预后</a:t>
            </a:r>
          </a:p>
        </p:txBody>
      </p:sp>
      <p:sp>
        <p:nvSpPr>
          <p:cNvPr id="16" name="">
            <a:extLst xmlns:a="http://schemas.openxmlformats.org/drawingml/2006/main">
              <a:ext uri="{FF2B5EF4-FFF2-40B4-BE49-F238E27FC236}">
                <a16:creationId xmlns:a16="http://schemas.microsoft.com/office/drawing/2014/main" id="{64CC8382-8490-4812-8A51-BAE954D9374E}"/>
              </a:ext>
            </a:extLst>
          </p:cNvPr>
          <p:cNvSpPr>
            <a:spLocks xmlns:a="http://schemas.openxmlformats.org/drawingml/2006/main" noGrp="1"/>
          </p:cNvSpPr>
          <p:nvPr/>
        </p:nvSpPr>
        <p:spPr>
          <a:xfrm xmlns:a="http://schemas.openxmlformats.org/drawingml/2006/main">
            <a:off x="8705850" y="5010150"/>
            <a:ext cx="2609850" cy="781050"/>
          </a:xfrm>
          <a:prstGeom xmlns:a="http://schemas.openxmlformats.org/drawingml/2006/main" prst="roundRect">
            <a:avLst>
              <a:gd name="adj" fmla="val 14634"/>
            </a:avLst>
          </a:prstGeom>
          <a:solidFill xmlns:a="http://schemas.openxmlformats.org/drawingml/2006/main">
            <a:srgbClr val="FFF4E7"/>
          </a:solidFill>
          <a:ln xmlns:a="http://schemas.openxmlformats.org/drawingml/2006/main" w="9525">
            <a:solidFill>
              <a:srgbClr val="F0A24A"/>
            </a:solidFill>
            <a:prstDash val="solid"/>
          </a:ln>
        </p:spPr>
      </p:sp>
      <p:sp>
        <p:nvSpPr>
          <p:cNvPr id="17" name="">
            <a:extLst xmlns:a="http://schemas.openxmlformats.org/drawingml/2006/main">
              <a:ext uri="{FF2B5EF4-FFF2-40B4-BE49-F238E27FC236}">
                <a16:creationId xmlns:a16="http://schemas.microsoft.com/office/drawing/2014/main" id="{7447C738-DDEA-464D-9B6D-0E21A78B06F3}"/>
              </a:ext>
            </a:extLst>
          </p:cNvPr>
          <p:cNvSpPr>
            <a:spLocks xmlns:a="http://schemas.openxmlformats.org/drawingml/2006/main" noGrp="1"/>
          </p:cNvSpPr>
          <p:nvPr/>
        </p:nvSpPr>
        <p:spPr>
          <a:xfrm xmlns:a="http://schemas.openxmlformats.org/drawingml/2006/main">
            <a:off x="8877300" y="5133975"/>
            <a:ext cx="2266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0A24A"/>
                </a:solidFill>
              </a:defRPr>
            </a:pPr>
            <a:r>
              <a:rPr sz="1275" b="1">
                <a:solidFill>
                  <a:srgbClr val="F0A24A"/>
                </a:solidFill>
              </a:rPr>
              <a:t>重点是多数据集一致领先，</a:t>
            </a:r>
          </a:p>
          <a:p xmlns:a="http://schemas.openxmlformats.org/drawingml/2006/main">
            <a:pPr algn="ctr">
              <a:defRPr sz="1275" b="1">
                <a:solidFill>
                  <a:srgbClr val="F0A24A"/>
                </a:solidFill>
              </a:defRPr>
            </a:pPr>
            <a:r>
              <a:rPr sz="1275" b="1">
                <a:solidFill>
                  <a:srgbClr val="F0A24A"/>
                </a:solidFill>
              </a:rPr>
              <a:t>不是挑一个最好看的数字。</a:t>
            </a:r>
          </a:p>
        </p:txBody>
      </p:sp>
    </p:spTree>
    <p:extLst>
      <p:ext uri="{BB962C8B-B14F-4D97-AF65-F5344CB8AC3E}">
        <p14:creationId xmlns:p14="http://schemas.microsoft.com/office/powerpoint/2010/main" val="103556896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68589D5-F3DC-49A0-9D22-6F9018DB5042}"/>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174A7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CA15A95-7136-4285-9F1F-682F0DBBC019}"/>
              </a:ext>
            </a:extLst>
          </p:cNvPr>
          <p:cNvSpPr>
            <a:spLocks xmlns:a="http://schemas.openxmlformats.org/drawingml/2006/main" noGrp="1"/>
          </p:cNvSpPr>
          <p:nvPr/>
        </p:nvSpPr>
        <p:spPr>
          <a:xfrm xmlns:a="http://schemas.openxmlformats.org/drawingml/2006/main">
            <a:off x="400050" y="19050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D76A8"/>
                </a:solidFill>
              </a:defRPr>
            </a:pPr>
            <a:r>
              <a:rPr sz="975" b="1">
                <a:solidFill>
                  <a:srgbClr val="2D76A8"/>
                </a:solidFill>
              </a:rPr>
              <a:t>03 · 复现范围</a:t>
            </a:r>
          </a:p>
        </p:txBody>
      </p:sp>
      <p:sp>
        <p:nvSpPr>
          <p:cNvPr id="3" name="">
            <a:extLst xmlns:a="http://schemas.openxmlformats.org/drawingml/2006/main">
              <a:ext uri="{FF2B5EF4-FFF2-40B4-BE49-F238E27FC236}">
                <a16:creationId xmlns:a16="http://schemas.microsoft.com/office/drawing/2014/main" id="{A23B9BC8-84B4-4116-B15B-0D51D5274946}"/>
              </a:ext>
            </a:extLst>
          </p:cNvPr>
          <p:cNvSpPr>
            <a:spLocks xmlns:a="http://schemas.openxmlformats.org/drawingml/2006/main" noGrp="1"/>
          </p:cNvSpPr>
          <p:nvPr/>
        </p:nvSpPr>
        <p:spPr>
          <a:xfrm xmlns:a="http://schemas.openxmlformats.org/drawingml/2006/main">
            <a:off x="400050" y="419100"/>
            <a:ext cx="11191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250" b="1">
                <a:solidFill>
                  <a:srgbClr val="183247"/>
                </a:solidFill>
              </a:defRPr>
            </a:pPr>
            <a:r>
              <a:rPr sz="2250" b="1">
                <a:solidFill>
                  <a:srgbClr val="183247"/>
                </a:solidFill>
              </a:rPr>
              <a:t>复现边界先说清：我们对齐的是 WSI 级 CHIEF 核心</a:t>
            </a:r>
          </a:p>
        </p:txBody>
      </p:sp>
      <p:sp>
        <p:nvSpPr>
          <p:cNvPr id="4" name="">
            <a:extLst xmlns:a="http://schemas.openxmlformats.org/drawingml/2006/main">
              <a:ext uri="{FF2B5EF4-FFF2-40B4-BE49-F238E27FC236}">
                <a16:creationId xmlns:a16="http://schemas.microsoft.com/office/drawing/2014/main" id="{F47A3613-32DA-45A3-9C5A-1482C1C9AD98}"/>
              </a:ext>
            </a:extLst>
          </p:cNvPr>
          <p:cNvSpPr>
            <a:spLocks xmlns:a="http://schemas.openxmlformats.org/drawingml/2006/main" noGrp="1"/>
          </p:cNvSpPr>
          <p:nvPr/>
        </p:nvSpPr>
        <p:spPr>
          <a:xfrm xmlns:a="http://schemas.openxmlformats.org/drawingml/2006/main">
            <a:off x="400050" y="1009650"/>
            <a:ext cx="11391900" cy="9525"/>
          </a:xfrm>
          <a:prstGeom xmlns:a="http://schemas.openxmlformats.org/drawingml/2006/main" prst="rect">
            <a:avLst/>
          </a:prstGeom>
          <a:solidFill xmlns:a="http://schemas.openxmlformats.org/drawingml/2006/main">
            <a:srgbClr val="D8E2E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254D7C4-669E-4D03-95DA-BF07370758DF}"/>
              </a:ext>
            </a:extLst>
          </p:cNvPr>
          <p:cNvSpPr>
            <a:spLocks xmlns:a="http://schemas.openxmlformats.org/drawingml/2006/main" noGrp="1"/>
          </p:cNvSpPr>
          <p:nvPr/>
        </p:nvSpPr>
        <p:spPr>
          <a:xfrm xmlns:a="http://schemas.openxmlformats.org/drawingml/2006/main">
            <a:off x="11334750" y="6477000"/>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0">
                <a:solidFill>
                  <a:srgbClr val="687B8C"/>
                </a:solidFill>
              </a:defRPr>
            </a:pPr>
            <a:r>
              <a:rPr sz="900" b="0">
                <a:solidFill>
                  <a:srgbClr val="687B8C"/>
                </a:solidFill>
              </a:rPr>
              <a:t>13</a:t>
            </a:r>
          </a:p>
        </p:txBody>
      </p:sp>
      <p:sp>
        <p:nvSpPr>
          <p:cNvPr id="6" name="">
            <a:extLst xmlns:a="http://schemas.openxmlformats.org/drawingml/2006/main">
              <a:ext uri="{FF2B5EF4-FFF2-40B4-BE49-F238E27FC236}">
                <a16:creationId xmlns:a16="http://schemas.microsoft.com/office/drawing/2014/main" id="{949E9E87-B61E-435B-872E-236B43958631}"/>
              </a:ext>
            </a:extLst>
          </p:cNvPr>
          <p:cNvSpPr>
            <a:spLocks xmlns:a="http://schemas.openxmlformats.org/drawingml/2006/main" noGrp="1"/>
          </p:cNvSpPr>
          <p:nvPr/>
        </p:nvSpPr>
        <p:spPr>
          <a:xfrm xmlns:a="http://schemas.openxmlformats.org/drawingml/2006/main">
            <a:off x="590550" y="1428750"/>
            <a:ext cx="5162550" cy="4038600"/>
          </a:xfrm>
          <a:prstGeom xmlns:a="http://schemas.openxmlformats.org/drawingml/2006/main" prst="roundRect">
            <a:avLst>
              <a:gd name="adj" fmla="val 3774"/>
            </a:avLst>
          </a:prstGeom>
          <a:solidFill xmlns:a="http://schemas.openxmlformats.org/drawingml/2006/main">
            <a:srgbClr val="E9F7F4"/>
          </a:solidFill>
          <a:ln xmlns:a="http://schemas.openxmlformats.org/drawingml/2006/main" w="9525">
            <a:solidFill>
              <a:srgbClr val="28A99E"/>
            </a:solidFill>
            <a:prstDash val="solid"/>
          </a:ln>
        </p:spPr>
      </p:sp>
      <p:sp>
        <p:nvSpPr>
          <p:cNvPr id="7" name="">
            <a:extLst xmlns:a="http://schemas.openxmlformats.org/drawingml/2006/main">
              <a:ext uri="{FF2B5EF4-FFF2-40B4-BE49-F238E27FC236}">
                <a16:creationId xmlns:a16="http://schemas.microsoft.com/office/drawing/2014/main" id="{39849D2A-5BD1-4F2A-91CE-95EB0A6AE160}"/>
              </a:ext>
            </a:extLst>
          </p:cNvPr>
          <p:cNvSpPr>
            <a:spLocks xmlns:a="http://schemas.openxmlformats.org/drawingml/2006/main" noGrp="1"/>
          </p:cNvSpPr>
          <p:nvPr/>
        </p:nvSpPr>
        <p:spPr>
          <a:xfrm xmlns:a="http://schemas.openxmlformats.org/drawingml/2006/main">
            <a:off x="838200" y="1619250"/>
            <a:ext cx="4667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28A99E"/>
                </a:solidFill>
              </a:defRPr>
            </a:pPr>
            <a:r>
              <a:rPr sz="1725" b="1">
                <a:solidFill>
                  <a:srgbClr val="28A99E"/>
                </a:solidFill>
              </a:rPr>
              <a:t>本项目已复现</a:t>
            </a:r>
          </a:p>
        </p:txBody>
      </p:sp>
      <p:sp>
        <p:nvSpPr>
          <p:cNvPr id="8" name="">
            <a:extLst xmlns:a="http://schemas.openxmlformats.org/drawingml/2006/main">
              <a:ext uri="{FF2B5EF4-FFF2-40B4-BE49-F238E27FC236}">
                <a16:creationId xmlns:a16="http://schemas.microsoft.com/office/drawing/2014/main" id="{49679752-5C62-4D79-96AB-090C15A897F1}"/>
              </a:ext>
            </a:extLst>
          </p:cNvPr>
          <p:cNvSpPr>
            <a:spLocks xmlns:a="http://schemas.openxmlformats.org/drawingml/2006/main" noGrp="1"/>
          </p:cNvSpPr>
          <p:nvPr/>
        </p:nvSpPr>
        <p:spPr>
          <a:xfrm xmlns:a="http://schemas.openxmlformats.org/drawingml/2006/main">
            <a:off x="857250" y="2133600"/>
            <a:ext cx="45720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183247"/>
                </a:solidFill>
              </a:defRPr>
            </a:pPr>
            <a:r>
              <a:rPr sz="1425" b="0">
                <a:solidFill>
                  <a:srgbClr val="183247"/>
                </a:solidFill>
              </a:rPr>
              <a:t>✓ 768→512 特征映射</a:t>
            </a:r>
          </a:p>
          <a:p xmlns:a="http://schemas.openxmlformats.org/drawingml/2006/main">
            <a:pPr algn="l">
              <a:defRPr sz="1425" b="0">
                <a:solidFill>
                  <a:srgbClr val="183247"/>
                </a:solidFill>
              </a:defRPr>
            </a:pPr>
            <a:r>
              <a:rPr sz="1425" b="0">
                <a:solidFill>
                  <a:srgbClr val="183247"/>
                </a:solidFill>
              </a:rPr>
              <a:t>✓ Gated attention MIL</a:t>
            </a:r>
          </a:p>
          <a:p xmlns:a="http://schemas.openxmlformats.org/drawingml/2006/main">
            <a:pPr algn="l">
              <a:defRPr sz="1425" b="0">
                <a:solidFill>
                  <a:srgbClr val="183247"/>
                </a:solidFill>
              </a:defRPr>
            </a:pPr>
            <a:r>
              <a:rPr sz="1425" b="0">
                <a:solidFill>
                  <a:srgbClr val="183247"/>
                </a:solidFill>
              </a:rPr>
              <a:t>✓ Slide 加权聚合</a:t>
            </a:r>
          </a:p>
          <a:p xmlns:a="http://schemas.openxmlformats.org/drawingml/2006/main">
            <a:pPr algn="l">
              <a:defRPr sz="1425" b="0">
                <a:solidFill>
                  <a:srgbClr val="183247"/>
                </a:solidFill>
              </a:defRPr>
            </a:pPr>
            <a:r>
              <a:rPr sz="1425" b="0">
                <a:solidFill>
                  <a:srgbClr val="183247"/>
                </a:solidFill>
              </a:rPr>
              <a:t>✓ 19 类器官先验融合</a:t>
            </a:r>
          </a:p>
          <a:p xmlns:a="http://schemas.openxmlformats.org/drawingml/2006/main">
            <a:pPr algn="l">
              <a:defRPr sz="1425" b="0">
                <a:solidFill>
                  <a:srgbClr val="183247"/>
                </a:solidFill>
              </a:defRPr>
            </a:pPr>
            <a:r>
              <a:rPr sz="1425" b="0">
                <a:solidFill>
                  <a:srgbClr val="183247"/>
                </a:solidFill>
              </a:rPr>
              <a:t>✓ checkpoint / feature 转换</a:t>
            </a:r>
          </a:p>
          <a:p xmlns:a="http://schemas.openxmlformats.org/drawingml/2006/main">
            <a:pPr algn="l">
              <a:defRPr sz="1425" b="0">
                <a:solidFill>
                  <a:srgbClr val="183247"/>
                </a:solidFill>
              </a:defRPr>
            </a:pPr>
            <a:r>
              <a:rPr sz="1425" b="0">
                <a:solidFill>
                  <a:srgbClr val="183247"/>
                </a:solidFill>
              </a:rPr>
              <a:t>✓ 训练、测试、注意力可视化</a:t>
            </a:r>
          </a:p>
          <a:p xmlns:a="http://schemas.openxmlformats.org/drawingml/2006/main">
            <a:pPr algn="l">
              <a:defRPr sz="1425" b="0">
                <a:solidFill>
                  <a:srgbClr val="183247"/>
                </a:solidFill>
              </a:defRPr>
            </a:pPr>
            <a:r>
              <a:rPr sz="1425" b="0">
                <a:solidFill>
                  <a:srgbClr val="183247"/>
                </a:solidFill>
              </a:rPr>
              <a:t>✓ PyTorch–Jittor 三层对齐</a:t>
            </a:r>
          </a:p>
        </p:txBody>
      </p:sp>
      <p:sp>
        <p:nvSpPr>
          <p:cNvPr id="9" name="">
            <a:extLst xmlns:a="http://schemas.openxmlformats.org/drawingml/2006/main">
              <a:ext uri="{FF2B5EF4-FFF2-40B4-BE49-F238E27FC236}">
                <a16:creationId xmlns:a16="http://schemas.microsoft.com/office/drawing/2014/main" id="{13195FDE-2D44-459C-937F-80B9DF1EAD1E}"/>
              </a:ext>
            </a:extLst>
          </p:cNvPr>
          <p:cNvSpPr>
            <a:spLocks xmlns:a="http://schemas.openxmlformats.org/drawingml/2006/main" noGrp="1"/>
          </p:cNvSpPr>
          <p:nvPr/>
        </p:nvSpPr>
        <p:spPr>
          <a:xfrm xmlns:a="http://schemas.openxmlformats.org/drawingml/2006/main">
            <a:off x="6438900" y="1428750"/>
            <a:ext cx="5162550" cy="4038600"/>
          </a:xfrm>
          <a:prstGeom xmlns:a="http://schemas.openxmlformats.org/drawingml/2006/main" prst="roundRect">
            <a:avLst>
              <a:gd name="adj" fmla="val 3774"/>
            </a:avLst>
          </a:prstGeom>
          <a:solidFill xmlns:a="http://schemas.openxmlformats.org/drawingml/2006/main">
            <a:srgbClr val="FCEDEC"/>
          </a:solidFill>
          <a:ln xmlns:a="http://schemas.openxmlformats.org/drawingml/2006/main" w="9525">
            <a:solidFill>
              <a:srgbClr val="E66F6A"/>
            </a:solidFill>
            <a:prstDash val="solid"/>
          </a:ln>
        </p:spPr>
      </p:sp>
      <p:sp>
        <p:nvSpPr>
          <p:cNvPr id="10" name="">
            <a:extLst xmlns:a="http://schemas.openxmlformats.org/drawingml/2006/main">
              <a:ext uri="{FF2B5EF4-FFF2-40B4-BE49-F238E27FC236}">
                <a16:creationId xmlns:a16="http://schemas.microsoft.com/office/drawing/2014/main" id="{744227BC-B65B-4AC4-BFB5-53F0E7277DBC}"/>
              </a:ext>
            </a:extLst>
          </p:cNvPr>
          <p:cNvSpPr>
            <a:spLocks xmlns:a="http://schemas.openxmlformats.org/drawingml/2006/main" noGrp="1"/>
          </p:cNvSpPr>
          <p:nvPr/>
        </p:nvSpPr>
        <p:spPr>
          <a:xfrm xmlns:a="http://schemas.openxmlformats.org/drawingml/2006/main">
            <a:off x="6686550" y="1619250"/>
            <a:ext cx="4667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E66F6A"/>
                </a:solidFill>
              </a:defRPr>
            </a:pPr>
            <a:r>
              <a:rPr sz="1725" b="1">
                <a:solidFill>
                  <a:srgbClr val="E66F6A"/>
                </a:solidFill>
              </a:rPr>
              <a:t>本项目未声称复现</a:t>
            </a:r>
          </a:p>
        </p:txBody>
      </p:sp>
      <p:sp>
        <p:nvSpPr>
          <p:cNvPr id="11" name="">
            <a:extLst xmlns:a="http://schemas.openxmlformats.org/drawingml/2006/main">
              <a:ext uri="{FF2B5EF4-FFF2-40B4-BE49-F238E27FC236}">
                <a16:creationId xmlns:a16="http://schemas.microsoft.com/office/drawing/2014/main" id="{3E593759-112B-44BD-ADDE-7252D43D75C7}"/>
              </a:ext>
            </a:extLst>
          </p:cNvPr>
          <p:cNvSpPr>
            <a:spLocks xmlns:a="http://schemas.openxmlformats.org/drawingml/2006/main" noGrp="1"/>
          </p:cNvSpPr>
          <p:nvPr/>
        </p:nvSpPr>
        <p:spPr>
          <a:xfrm xmlns:a="http://schemas.openxmlformats.org/drawingml/2006/main">
            <a:off x="6705600" y="2133600"/>
            <a:ext cx="4572000" cy="2362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183247"/>
                </a:solidFill>
              </a:defRPr>
            </a:pPr>
            <a:r>
              <a:rPr sz="1425" b="0">
                <a:solidFill>
                  <a:srgbClr val="183247"/>
                </a:solidFill>
              </a:rPr>
              <a:t>× 44 TB 全量预训练</a:t>
            </a:r>
          </a:p>
          <a:p xmlns:a="http://schemas.openxmlformats.org/drawingml/2006/main">
            <a:pPr algn="l">
              <a:defRPr sz="1425" b="0">
                <a:solidFill>
                  <a:srgbClr val="183247"/>
                </a:solidFill>
              </a:defRPr>
            </a:pPr>
            <a:r>
              <a:rPr sz="1425" b="0">
                <a:solidFill>
                  <a:srgbClr val="183247"/>
                </a:solidFill>
              </a:rPr>
              <a:t>× Tile encoder 的无监督训练</a:t>
            </a:r>
          </a:p>
          <a:p xmlns:a="http://schemas.openxmlformats.org/drawingml/2006/main">
            <a:pPr algn="l">
              <a:defRPr sz="1425" b="0">
                <a:solidFill>
                  <a:srgbClr val="183247"/>
                </a:solidFill>
              </a:defRPr>
            </a:pPr>
            <a:r>
              <a:rPr sz="1425" b="0">
                <a:solidFill>
                  <a:srgbClr val="183247"/>
                </a:solidFill>
              </a:rPr>
              <a:t>× 60,530 张 WSI 的完整开发过程</a:t>
            </a:r>
          </a:p>
          <a:p xmlns:a="http://schemas.openxmlformats.org/drawingml/2006/main">
            <a:pPr algn="l">
              <a:defRPr sz="1425" b="0">
                <a:solidFill>
                  <a:srgbClr val="183247"/>
                </a:solidFill>
              </a:defRPr>
            </a:pPr>
            <a:r>
              <a:rPr sz="1425" b="0">
                <a:solidFill>
                  <a:srgbClr val="183247"/>
                </a:solidFill>
              </a:rPr>
              <a:t>× 24 家医院的临床外部验证</a:t>
            </a:r>
          </a:p>
          <a:p xmlns:a="http://schemas.openxmlformats.org/drawingml/2006/main">
            <a:pPr algn="l">
              <a:defRPr sz="1425" b="0">
                <a:solidFill>
                  <a:srgbClr val="183247"/>
                </a:solidFill>
              </a:defRPr>
            </a:pPr>
            <a:r>
              <a:rPr sz="1425" b="0">
                <a:solidFill>
                  <a:srgbClr val="183247"/>
                </a:solidFill>
              </a:rPr>
              <a:t>× 原论文所有下游任务与置信区间</a:t>
            </a:r>
          </a:p>
        </p:txBody>
      </p:sp>
      <p:sp>
        <p:nvSpPr>
          <p:cNvPr id="12" name="">
            <a:extLst xmlns:a="http://schemas.openxmlformats.org/drawingml/2006/main">
              <a:ext uri="{FF2B5EF4-FFF2-40B4-BE49-F238E27FC236}">
                <a16:creationId xmlns:a16="http://schemas.microsoft.com/office/drawing/2014/main" id="{D83E8890-E420-46B2-AE41-33591792B01D}"/>
              </a:ext>
            </a:extLst>
          </p:cNvPr>
          <p:cNvSpPr>
            <a:spLocks xmlns:a="http://schemas.openxmlformats.org/drawingml/2006/main" noGrp="1"/>
          </p:cNvSpPr>
          <p:nvPr/>
        </p:nvSpPr>
        <p:spPr>
          <a:xfrm xmlns:a="http://schemas.openxmlformats.org/drawingml/2006/main">
            <a:off x="1981200" y="5734050"/>
            <a:ext cx="8229600" cy="457200"/>
          </a:xfrm>
          <a:prstGeom xmlns:a="http://schemas.openxmlformats.org/drawingml/2006/main" prst="roundRect">
            <a:avLst>
              <a:gd name="adj" fmla="val 50000"/>
            </a:avLst>
          </a:prstGeom>
          <a:solidFill xmlns:a="http://schemas.openxmlformats.org/drawingml/2006/main">
            <a:srgbClr val="0F3555"/>
          </a:solidFill>
          <a:ln xmlns:a="http://schemas.openxmlformats.org/drawingml/2006/main" w="0">
            <a:solidFill>
              <a:srgbClr val="0F3555"/>
            </a:solidFill>
            <a:prstDash val="solid"/>
          </a:ln>
        </p:spPr>
      </p:sp>
      <p:sp>
        <p:nvSpPr>
          <p:cNvPr id="13" name="">
            <a:extLst xmlns:a="http://schemas.openxmlformats.org/drawingml/2006/main">
              <a:ext uri="{FF2B5EF4-FFF2-40B4-BE49-F238E27FC236}">
                <a16:creationId xmlns:a16="http://schemas.microsoft.com/office/drawing/2014/main" id="{FC0C729A-4BD8-4F14-BB1B-7A89C66405AB}"/>
              </a:ext>
            </a:extLst>
          </p:cNvPr>
          <p:cNvSpPr>
            <a:spLocks xmlns:a="http://schemas.openxmlformats.org/drawingml/2006/main" noGrp="1"/>
          </p:cNvSpPr>
          <p:nvPr/>
        </p:nvSpPr>
        <p:spPr>
          <a:xfrm xmlns:a="http://schemas.openxmlformats.org/drawingml/2006/main">
            <a:off x="2095500" y="5791200"/>
            <a:ext cx="8001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a:solidFill>
                  <a:srgbClr val="FFFFFF"/>
                </a:solidFill>
              </a:defRPr>
            </a:pPr>
            <a:r>
              <a:rPr sz="1575" b="1">
                <a:solidFill>
                  <a:srgbClr val="FFFFFF"/>
                </a:solidFill>
              </a:rPr>
              <a:t>工程等价性 ≠ 临床效果完全复现</a:t>
            </a:r>
          </a:p>
        </p:txBody>
      </p:sp>
    </p:spTree>
    <p:extLst>
      <p:ext uri="{BB962C8B-B14F-4D97-AF65-F5344CB8AC3E}">
        <p14:creationId xmlns:p14="http://schemas.microsoft.com/office/powerpoint/2010/main" val="121805123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6CBDDDCA-F914-4E9F-A675-BCF6D89F19BE}"/>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174A7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9EAF92C-2806-4836-AF21-22E383774799}"/>
              </a:ext>
            </a:extLst>
          </p:cNvPr>
          <p:cNvSpPr>
            <a:spLocks xmlns:a="http://schemas.openxmlformats.org/drawingml/2006/main" noGrp="1"/>
          </p:cNvSpPr>
          <p:nvPr/>
        </p:nvSpPr>
        <p:spPr>
          <a:xfrm xmlns:a="http://schemas.openxmlformats.org/drawingml/2006/main">
            <a:off x="400050" y="19050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D76A8"/>
                </a:solidFill>
              </a:defRPr>
            </a:pPr>
            <a:r>
              <a:rPr sz="975" b="1">
                <a:solidFill>
                  <a:srgbClr val="2D76A8"/>
                </a:solidFill>
              </a:rPr>
              <a:t>03 · 复现策略</a:t>
            </a:r>
          </a:p>
        </p:txBody>
      </p:sp>
      <p:sp>
        <p:nvSpPr>
          <p:cNvPr id="3" name="">
            <a:extLst xmlns:a="http://schemas.openxmlformats.org/drawingml/2006/main">
              <a:ext uri="{FF2B5EF4-FFF2-40B4-BE49-F238E27FC236}">
                <a16:creationId xmlns:a16="http://schemas.microsoft.com/office/drawing/2014/main" id="{DB3488D6-A90A-4EBA-AD45-04C55387945E}"/>
              </a:ext>
            </a:extLst>
          </p:cNvPr>
          <p:cNvSpPr>
            <a:spLocks xmlns:a="http://schemas.openxmlformats.org/drawingml/2006/main" noGrp="1"/>
          </p:cNvSpPr>
          <p:nvPr/>
        </p:nvSpPr>
        <p:spPr>
          <a:xfrm xmlns:a="http://schemas.openxmlformats.org/drawingml/2006/main">
            <a:off x="400050" y="419100"/>
            <a:ext cx="11191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250" b="1">
                <a:solidFill>
                  <a:srgbClr val="183247"/>
                </a:solidFill>
              </a:defRPr>
            </a:pPr>
            <a:r>
              <a:rPr sz="2250" b="1">
                <a:solidFill>
                  <a:srgbClr val="183247"/>
                </a:solidFill>
              </a:rPr>
              <a:t>加入“干净 PyTorch 参考层”，避免直接移植时失去基准</a:t>
            </a:r>
          </a:p>
        </p:txBody>
      </p:sp>
      <p:sp>
        <p:nvSpPr>
          <p:cNvPr id="4" name="">
            <a:extLst xmlns:a="http://schemas.openxmlformats.org/drawingml/2006/main">
              <a:ext uri="{FF2B5EF4-FFF2-40B4-BE49-F238E27FC236}">
                <a16:creationId xmlns:a16="http://schemas.microsoft.com/office/drawing/2014/main" id="{D43351D4-A950-4073-9081-FB3BD11F1324}"/>
              </a:ext>
            </a:extLst>
          </p:cNvPr>
          <p:cNvSpPr>
            <a:spLocks xmlns:a="http://schemas.openxmlformats.org/drawingml/2006/main" noGrp="1"/>
          </p:cNvSpPr>
          <p:nvPr/>
        </p:nvSpPr>
        <p:spPr>
          <a:xfrm xmlns:a="http://schemas.openxmlformats.org/drawingml/2006/main">
            <a:off x="400050" y="1009650"/>
            <a:ext cx="11391900" cy="9525"/>
          </a:xfrm>
          <a:prstGeom xmlns:a="http://schemas.openxmlformats.org/drawingml/2006/main" prst="rect">
            <a:avLst/>
          </a:prstGeom>
          <a:solidFill xmlns:a="http://schemas.openxmlformats.org/drawingml/2006/main">
            <a:srgbClr val="D8E2E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7DB87EB-9CAC-4D9E-92ED-AAB09E9E93EF}"/>
              </a:ext>
            </a:extLst>
          </p:cNvPr>
          <p:cNvSpPr>
            <a:spLocks xmlns:a="http://schemas.openxmlformats.org/drawingml/2006/main" noGrp="1"/>
          </p:cNvSpPr>
          <p:nvPr/>
        </p:nvSpPr>
        <p:spPr>
          <a:xfrm xmlns:a="http://schemas.openxmlformats.org/drawingml/2006/main">
            <a:off x="11334750" y="6477000"/>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0">
                <a:solidFill>
                  <a:srgbClr val="687B8C"/>
                </a:solidFill>
              </a:defRPr>
            </a:pPr>
            <a:r>
              <a:rPr sz="900" b="0">
                <a:solidFill>
                  <a:srgbClr val="687B8C"/>
                </a:solidFill>
              </a:rPr>
              <a:t>14</a:t>
            </a:r>
          </a:p>
        </p:txBody>
      </p:sp>
      <p:sp>
        <p:nvSpPr>
          <p:cNvPr id="6" name="">
            <a:extLst xmlns:a="http://schemas.openxmlformats.org/drawingml/2006/main">
              <a:ext uri="{FF2B5EF4-FFF2-40B4-BE49-F238E27FC236}">
                <a16:creationId xmlns:a16="http://schemas.microsoft.com/office/drawing/2014/main" id="{444A7955-A3A4-4B64-B11F-543D97E79B38}"/>
              </a:ext>
            </a:extLst>
          </p:cNvPr>
          <p:cNvSpPr>
            <a:spLocks xmlns:a="http://schemas.openxmlformats.org/drawingml/2006/main" noGrp="1"/>
          </p:cNvSpPr>
          <p:nvPr/>
        </p:nvSpPr>
        <p:spPr>
          <a:xfrm xmlns:a="http://schemas.openxmlformats.org/drawingml/2006/main">
            <a:off x="590550" y="1943100"/>
            <a:ext cx="2247900" cy="1676400"/>
          </a:xfrm>
          <a:prstGeom xmlns:a="http://schemas.openxmlformats.org/drawingml/2006/main" prst="roundRect">
            <a:avLst>
              <a:gd name="adj" fmla="val 9091"/>
            </a:avLst>
          </a:prstGeom>
          <a:solidFill xmlns:a="http://schemas.openxmlformats.org/drawingml/2006/main">
            <a:srgbClr val="EAF3F8"/>
          </a:solidFill>
          <a:ln xmlns:a="http://schemas.openxmlformats.org/drawingml/2006/main" w="9525">
            <a:solidFill>
              <a:srgbClr val="2D76A8"/>
            </a:solidFill>
            <a:prstDash val="solid"/>
          </a:ln>
        </p:spPr>
      </p:sp>
      <p:sp>
        <p:nvSpPr>
          <p:cNvPr id="7" name="">
            <a:extLst xmlns:a="http://schemas.openxmlformats.org/drawingml/2006/main">
              <a:ext uri="{FF2B5EF4-FFF2-40B4-BE49-F238E27FC236}">
                <a16:creationId xmlns:a16="http://schemas.microsoft.com/office/drawing/2014/main" id="{BA67AA4A-4BF0-46BF-B97D-EB32A8B5A282}"/>
              </a:ext>
            </a:extLst>
          </p:cNvPr>
          <p:cNvSpPr>
            <a:spLocks xmlns:a="http://schemas.openxmlformats.org/drawingml/2006/main" noGrp="1"/>
          </p:cNvSpPr>
          <p:nvPr/>
        </p:nvSpPr>
        <p:spPr>
          <a:xfrm xmlns:a="http://schemas.openxmlformats.org/drawingml/2006/main">
            <a:off x="762000" y="20955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D76A8"/>
                </a:solidFill>
              </a:defRPr>
            </a:pPr>
            <a:r>
              <a:rPr sz="1350" b="1">
                <a:solidFill>
                  <a:srgbClr val="2D76A8"/>
                </a:solidFill>
              </a:rPr>
              <a:t>1</a:t>
            </a:r>
          </a:p>
        </p:txBody>
      </p:sp>
      <p:sp>
        <p:nvSpPr>
          <p:cNvPr id="8" name="">
            <a:extLst xmlns:a="http://schemas.openxmlformats.org/drawingml/2006/main">
              <a:ext uri="{FF2B5EF4-FFF2-40B4-BE49-F238E27FC236}">
                <a16:creationId xmlns:a16="http://schemas.microsoft.com/office/drawing/2014/main" id="{5AE8769C-5D67-4775-B6CE-3B2AE1D670CE}"/>
              </a:ext>
            </a:extLst>
          </p:cNvPr>
          <p:cNvSpPr>
            <a:spLocks xmlns:a="http://schemas.openxmlformats.org/drawingml/2006/main" noGrp="1"/>
          </p:cNvSpPr>
          <p:nvPr/>
        </p:nvSpPr>
        <p:spPr>
          <a:xfrm xmlns:a="http://schemas.openxmlformats.org/drawingml/2006/main">
            <a:off x="762000" y="2514600"/>
            <a:ext cx="190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a:solidFill>
                  <a:srgbClr val="2D76A8"/>
                </a:solidFill>
              </a:defRPr>
            </a:pPr>
            <a:r>
              <a:rPr sz="1575" b="1">
                <a:solidFill>
                  <a:srgbClr val="2D76A8"/>
                </a:solidFill>
              </a:rPr>
              <a:t>官方 CHIEF</a:t>
            </a:r>
          </a:p>
        </p:txBody>
      </p:sp>
      <p:sp>
        <p:nvSpPr>
          <p:cNvPr id="9" name="">
            <a:extLst xmlns:a="http://schemas.openxmlformats.org/drawingml/2006/main">
              <a:ext uri="{FF2B5EF4-FFF2-40B4-BE49-F238E27FC236}">
                <a16:creationId xmlns:a16="http://schemas.microsoft.com/office/drawing/2014/main" id="{F43294BF-33AB-421C-9CA3-1D0E639844BB}"/>
              </a:ext>
            </a:extLst>
          </p:cNvPr>
          <p:cNvSpPr>
            <a:spLocks xmlns:a="http://schemas.openxmlformats.org/drawingml/2006/main" noGrp="1"/>
          </p:cNvSpPr>
          <p:nvPr/>
        </p:nvSpPr>
        <p:spPr>
          <a:xfrm xmlns:a="http://schemas.openxmlformats.org/drawingml/2006/main">
            <a:off x="762000" y="3009900"/>
            <a:ext cx="1905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687B8C"/>
                </a:solidFill>
              </a:defRPr>
            </a:pPr>
            <a:r>
              <a:rPr sz="1125" b="0">
                <a:solidFill>
                  <a:srgbClr val="687B8C"/>
                </a:solidFill>
              </a:rPr>
              <a:t>models/CHIEF.py</a:t>
            </a:r>
          </a:p>
        </p:txBody>
      </p:sp>
      <p:sp>
        <p:nvSpPr>
          <p:cNvPr id="10" name="">
            <a:extLst xmlns:a="http://schemas.openxmlformats.org/drawingml/2006/main">
              <a:ext uri="{FF2B5EF4-FFF2-40B4-BE49-F238E27FC236}">
                <a16:creationId xmlns:a16="http://schemas.microsoft.com/office/drawing/2014/main" id="{C09D1861-0BA0-4A31-9A99-CDDF4A57E7A8}"/>
              </a:ext>
            </a:extLst>
          </p:cNvPr>
          <p:cNvSpPr>
            <a:spLocks xmlns:a="http://schemas.openxmlformats.org/drawingml/2006/main" noGrp="1"/>
          </p:cNvSpPr>
          <p:nvPr/>
        </p:nvSpPr>
        <p:spPr>
          <a:xfrm xmlns:a="http://schemas.openxmlformats.org/drawingml/2006/main">
            <a:off x="2857500" y="2552700"/>
            <a:ext cx="419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550" b="1">
                <a:solidFill>
                  <a:srgbClr val="F0A24A"/>
                </a:solidFill>
              </a:defRPr>
            </a:pPr>
            <a:r>
              <a:rPr sz="2550" b="1">
                <a:solidFill>
                  <a:srgbClr val="F0A24A"/>
                </a:solidFill>
              </a:rPr>
              <a:t>→</a:t>
            </a:r>
          </a:p>
        </p:txBody>
      </p:sp>
      <p:sp>
        <p:nvSpPr>
          <p:cNvPr id="11" name="">
            <a:extLst xmlns:a="http://schemas.openxmlformats.org/drawingml/2006/main">
              <a:ext uri="{FF2B5EF4-FFF2-40B4-BE49-F238E27FC236}">
                <a16:creationId xmlns:a16="http://schemas.microsoft.com/office/drawing/2014/main" id="{5AD5A2AE-5279-4574-AD31-263829EA9381}"/>
              </a:ext>
            </a:extLst>
          </p:cNvPr>
          <p:cNvSpPr>
            <a:spLocks xmlns:a="http://schemas.openxmlformats.org/drawingml/2006/main" noGrp="1"/>
          </p:cNvSpPr>
          <p:nvPr/>
        </p:nvSpPr>
        <p:spPr>
          <a:xfrm xmlns:a="http://schemas.openxmlformats.org/drawingml/2006/main">
            <a:off x="3276600" y="1943100"/>
            <a:ext cx="2247900" cy="1676400"/>
          </a:xfrm>
          <a:prstGeom xmlns:a="http://schemas.openxmlformats.org/drawingml/2006/main" prst="roundRect">
            <a:avLst>
              <a:gd name="adj" fmla="val 9091"/>
            </a:avLst>
          </a:prstGeom>
          <a:solidFill xmlns:a="http://schemas.openxmlformats.org/drawingml/2006/main">
            <a:srgbClr val="F4F7FA"/>
          </a:solidFill>
          <a:ln xmlns:a="http://schemas.openxmlformats.org/drawingml/2006/main" w="9525">
            <a:solidFill>
              <a:srgbClr val="174A74"/>
            </a:solidFill>
            <a:prstDash val="solid"/>
          </a:ln>
        </p:spPr>
      </p:sp>
      <p:sp>
        <p:nvSpPr>
          <p:cNvPr id="12" name="">
            <a:extLst xmlns:a="http://schemas.openxmlformats.org/drawingml/2006/main">
              <a:ext uri="{FF2B5EF4-FFF2-40B4-BE49-F238E27FC236}">
                <a16:creationId xmlns:a16="http://schemas.microsoft.com/office/drawing/2014/main" id="{6EC1A489-072B-43C6-8D17-ADF8436E5C9E}"/>
              </a:ext>
            </a:extLst>
          </p:cNvPr>
          <p:cNvSpPr>
            <a:spLocks xmlns:a="http://schemas.openxmlformats.org/drawingml/2006/main" noGrp="1"/>
          </p:cNvSpPr>
          <p:nvPr/>
        </p:nvSpPr>
        <p:spPr>
          <a:xfrm xmlns:a="http://schemas.openxmlformats.org/drawingml/2006/main">
            <a:off x="3448050" y="20955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74A74"/>
                </a:solidFill>
              </a:defRPr>
            </a:pPr>
            <a:r>
              <a:rPr sz="1350" b="1">
                <a:solidFill>
                  <a:srgbClr val="174A74"/>
                </a:solidFill>
              </a:rPr>
              <a:t>2</a:t>
            </a:r>
          </a:p>
        </p:txBody>
      </p:sp>
      <p:sp>
        <p:nvSpPr>
          <p:cNvPr id="13" name="">
            <a:extLst xmlns:a="http://schemas.openxmlformats.org/drawingml/2006/main">
              <a:ext uri="{FF2B5EF4-FFF2-40B4-BE49-F238E27FC236}">
                <a16:creationId xmlns:a16="http://schemas.microsoft.com/office/drawing/2014/main" id="{DC326C99-DB85-4BE3-A86C-1C8E88FCDA6B}"/>
              </a:ext>
            </a:extLst>
          </p:cNvPr>
          <p:cNvSpPr>
            <a:spLocks xmlns:a="http://schemas.openxmlformats.org/drawingml/2006/main" noGrp="1"/>
          </p:cNvSpPr>
          <p:nvPr/>
        </p:nvSpPr>
        <p:spPr>
          <a:xfrm xmlns:a="http://schemas.openxmlformats.org/drawingml/2006/main">
            <a:off x="3448050" y="2514600"/>
            <a:ext cx="190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a:solidFill>
                  <a:srgbClr val="174A74"/>
                </a:solidFill>
              </a:defRPr>
            </a:pPr>
            <a:r>
              <a:rPr sz="1575" b="1">
                <a:solidFill>
                  <a:srgbClr val="174A74"/>
                </a:solidFill>
              </a:rPr>
              <a:t>Clean PyTorch</a:t>
            </a:r>
          </a:p>
        </p:txBody>
      </p:sp>
      <p:sp>
        <p:nvSpPr>
          <p:cNvPr id="14" name="">
            <a:extLst xmlns:a="http://schemas.openxmlformats.org/drawingml/2006/main">
              <a:ext uri="{FF2B5EF4-FFF2-40B4-BE49-F238E27FC236}">
                <a16:creationId xmlns:a16="http://schemas.microsoft.com/office/drawing/2014/main" id="{A891A380-BC17-43CB-B229-243012CD6AD6}"/>
              </a:ext>
            </a:extLst>
          </p:cNvPr>
          <p:cNvSpPr>
            <a:spLocks xmlns:a="http://schemas.openxmlformats.org/drawingml/2006/main" noGrp="1"/>
          </p:cNvSpPr>
          <p:nvPr/>
        </p:nvSpPr>
        <p:spPr>
          <a:xfrm xmlns:a="http://schemas.openxmlformats.org/drawingml/2006/main">
            <a:off x="3448050" y="3009900"/>
            <a:ext cx="1905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687B8C"/>
                </a:solidFill>
              </a:defRPr>
            </a:pPr>
            <a:r>
              <a:rPr sz="1125" b="0">
                <a:solidFill>
                  <a:srgbClr val="687B8C"/>
                </a:solidFill>
              </a:rPr>
              <a:t>独立可测参考实现</a:t>
            </a:r>
          </a:p>
        </p:txBody>
      </p:sp>
      <p:sp>
        <p:nvSpPr>
          <p:cNvPr id="15" name="">
            <a:extLst xmlns:a="http://schemas.openxmlformats.org/drawingml/2006/main">
              <a:ext uri="{FF2B5EF4-FFF2-40B4-BE49-F238E27FC236}">
                <a16:creationId xmlns:a16="http://schemas.microsoft.com/office/drawing/2014/main" id="{8F9F3E88-F06D-4DF2-BBD8-10C9A5C6DD90}"/>
              </a:ext>
            </a:extLst>
          </p:cNvPr>
          <p:cNvSpPr>
            <a:spLocks xmlns:a="http://schemas.openxmlformats.org/drawingml/2006/main" noGrp="1"/>
          </p:cNvSpPr>
          <p:nvPr/>
        </p:nvSpPr>
        <p:spPr>
          <a:xfrm xmlns:a="http://schemas.openxmlformats.org/drawingml/2006/main">
            <a:off x="5543550" y="2552700"/>
            <a:ext cx="419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550" b="1">
                <a:solidFill>
                  <a:srgbClr val="F0A24A"/>
                </a:solidFill>
              </a:defRPr>
            </a:pPr>
            <a:r>
              <a:rPr sz="2550" b="1">
                <a:solidFill>
                  <a:srgbClr val="F0A24A"/>
                </a:solidFill>
              </a:rPr>
              <a:t>→</a:t>
            </a:r>
          </a:p>
        </p:txBody>
      </p:sp>
      <p:sp>
        <p:nvSpPr>
          <p:cNvPr id="16" name="">
            <a:extLst xmlns:a="http://schemas.openxmlformats.org/drawingml/2006/main">
              <a:ext uri="{FF2B5EF4-FFF2-40B4-BE49-F238E27FC236}">
                <a16:creationId xmlns:a16="http://schemas.microsoft.com/office/drawing/2014/main" id="{6CDB0FF9-1C54-49D3-9A19-57F690A0872B}"/>
              </a:ext>
            </a:extLst>
          </p:cNvPr>
          <p:cNvSpPr>
            <a:spLocks xmlns:a="http://schemas.openxmlformats.org/drawingml/2006/main" noGrp="1"/>
          </p:cNvSpPr>
          <p:nvPr/>
        </p:nvSpPr>
        <p:spPr>
          <a:xfrm xmlns:a="http://schemas.openxmlformats.org/drawingml/2006/main">
            <a:off x="5962650" y="1943100"/>
            <a:ext cx="2247900" cy="1676400"/>
          </a:xfrm>
          <a:prstGeom xmlns:a="http://schemas.openxmlformats.org/drawingml/2006/main" prst="roundRect">
            <a:avLst>
              <a:gd name="adj" fmla="val 9091"/>
            </a:avLst>
          </a:prstGeom>
          <a:solidFill xmlns:a="http://schemas.openxmlformats.org/drawingml/2006/main">
            <a:srgbClr val="FFF4E7"/>
          </a:solidFill>
          <a:ln xmlns:a="http://schemas.openxmlformats.org/drawingml/2006/main" w="9525">
            <a:solidFill>
              <a:srgbClr val="F0A24A"/>
            </a:solidFill>
            <a:prstDash val="solid"/>
          </a:ln>
        </p:spPr>
      </p:sp>
      <p:sp>
        <p:nvSpPr>
          <p:cNvPr id="17" name="">
            <a:extLst xmlns:a="http://schemas.openxmlformats.org/drawingml/2006/main">
              <a:ext uri="{FF2B5EF4-FFF2-40B4-BE49-F238E27FC236}">
                <a16:creationId xmlns:a16="http://schemas.microsoft.com/office/drawing/2014/main" id="{424F6710-CB1A-450A-A6AC-291B0C494B34}"/>
              </a:ext>
            </a:extLst>
          </p:cNvPr>
          <p:cNvSpPr>
            <a:spLocks xmlns:a="http://schemas.openxmlformats.org/drawingml/2006/main" noGrp="1"/>
          </p:cNvSpPr>
          <p:nvPr/>
        </p:nvSpPr>
        <p:spPr>
          <a:xfrm xmlns:a="http://schemas.openxmlformats.org/drawingml/2006/main">
            <a:off x="6134100" y="20955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0A24A"/>
                </a:solidFill>
              </a:defRPr>
            </a:pPr>
            <a:r>
              <a:rPr sz="1350" b="1">
                <a:solidFill>
                  <a:srgbClr val="F0A24A"/>
                </a:solidFill>
              </a:rPr>
              <a:t>3</a:t>
            </a:r>
          </a:p>
        </p:txBody>
      </p:sp>
      <p:sp>
        <p:nvSpPr>
          <p:cNvPr id="18" name="">
            <a:extLst xmlns:a="http://schemas.openxmlformats.org/drawingml/2006/main">
              <a:ext uri="{FF2B5EF4-FFF2-40B4-BE49-F238E27FC236}">
                <a16:creationId xmlns:a16="http://schemas.microsoft.com/office/drawing/2014/main" id="{DD992E72-640A-4E87-9C1F-6D4A0D83CD7C}"/>
              </a:ext>
            </a:extLst>
          </p:cNvPr>
          <p:cNvSpPr>
            <a:spLocks xmlns:a="http://schemas.openxmlformats.org/drawingml/2006/main" noGrp="1"/>
          </p:cNvSpPr>
          <p:nvPr/>
        </p:nvSpPr>
        <p:spPr>
          <a:xfrm xmlns:a="http://schemas.openxmlformats.org/drawingml/2006/main">
            <a:off x="6134100" y="2514600"/>
            <a:ext cx="190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a:solidFill>
                  <a:srgbClr val="F0A24A"/>
                </a:solidFill>
              </a:defRPr>
            </a:pPr>
            <a:r>
              <a:rPr sz="1575" b="1">
                <a:solidFill>
                  <a:srgbClr val="F0A24A"/>
                </a:solidFill>
              </a:rPr>
              <a:t>Common Init</a:t>
            </a:r>
          </a:p>
        </p:txBody>
      </p:sp>
      <p:sp>
        <p:nvSpPr>
          <p:cNvPr id="19" name="">
            <a:extLst xmlns:a="http://schemas.openxmlformats.org/drawingml/2006/main">
              <a:ext uri="{FF2B5EF4-FFF2-40B4-BE49-F238E27FC236}">
                <a16:creationId xmlns:a16="http://schemas.microsoft.com/office/drawing/2014/main" id="{D7F123DD-3597-4A46-BA9D-65504B5A4BFC}"/>
              </a:ext>
            </a:extLst>
          </p:cNvPr>
          <p:cNvSpPr>
            <a:spLocks xmlns:a="http://schemas.openxmlformats.org/drawingml/2006/main" noGrp="1"/>
          </p:cNvSpPr>
          <p:nvPr/>
        </p:nvSpPr>
        <p:spPr>
          <a:xfrm xmlns:a="http://schemas.openxmlformats.org/drawingml/2006/main">
            <a:off x="6134100" y="3009900"/>
            <a:ext cx="1905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687B8C"/>
                </a:solidFill>
              </a:defRPr>
            </a:pPr>
            <a:r>
              <a:rPr sz="1125" b="0">
                <a:solidFill>
                  <a:srgbClr val="687B8C"/>
                </a:solidFill>
              </a:rPr>
              <a:t>同一组初始权重</a:t>
            </a:r>
          </a:p>
        </p:txBody>
      </p:sp>
      <p:sp>
        <p:nvSpPr>
          <p:cNvPr id="20" name="">
            <a:extLst xmlns:a="http://schemas.openxmlformats.org/drawingml/2006/main">
              <a:ext uri="{FF2B5EF4-FFF2-40B4-BE49-F238E27FC236}">
                <a16:creationId xmlns:a16="http://schemas.microsoft.com/office/drawing/2014/main" id="{234FE15F-39CE-461D-BF9F-2FE531E2B30D}"/>
              </a:ext>
            </a:extLst>
          </p:cNvPr>
          <p:cNvSpPr>
            <a:spLocks xmlns:a="http://schemas.openxmlformats.org/drawingml/2006/main" noGrp="1"/>
          </p:cNvSpPr>
          <p:nvPr/>
        </p:nvSpPr>
        <p:spPr>
          <a:xfrm xmlns:a="http://schemas.openxmlformats.org/drawingml/2006/main">
            <a:off x="8229600" y="2552700"/>
            <a:ext cx="419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550" b="1">
                <a:solidFill>
                  <a:srgbClr val="F0A24A"/>
                </a:solidFill>
              </a:defRPr>
            </a:pPr>
            <a:r>
              <a:rPr sz="2550" b="1">
                <a:solidFill>
                  <a:srgbClr val="F0A24A"/>
                </a:solidFill>
              </a:rPr>
              <a:t>→</a:t>
            </a:r>
          </a:p>
        </p:txBody>
      </p:sp>
      <p:sp>
        <p:nvSpPr>
          <p:cNvPr id="21" name="">
            <a:extLst xmlns:a="http://schemas.openxmlformats.org/drawingml/2006/main">
              <a:ext uri="{FF2B5EF4-FFF2-40B4-BE49-F238E27FC236}">
                <a16:creationId xmlns:a16="http://schemas.microsoft.com/office/drawing/2014/main" id="{E132080C-4D1F-42BD-AE94-08BC1A42D4EC}"/>
              </a:ext>
            </a:extLst>
          </p:cNvPr>
          <p:cNvSpPr>
            <a:spLocks xmlns:a="http://schemas.openxmlformats.org/drawingml/2006/main" noGrp="1"/>
          </p:cNvSpPr>
          <p:nvPr/>
        </p:nvSpPr>
        <p:spPr>
          <a:xfrm xmlns:a="http://schemas.openxmlformats.org/drawingml/2006/main">
            <a:off x="8648700" y="1943100"/>
            <a:ext cx="2247900" cy="1676400"/>
          </a:xfrm>
          <a:prstGeom xmlns:a="http://schemas.openxmlformats.org/drawingml/2006/main" prst="roundRect">
            <a:avLst>
              <a:gd name="adj" fmla="val 9091"/>
            </a:avLst>
          </a:prstGeom>
          <a:solidFill xmlns:a="http://schemas.openxmlformats.org/drawingml/2006/main">
            <a:srgbClr val="E9F7F4"/>
          </a:solidFill>
          <a:ln xmlns:a="http://schemas.openxmlformats.org/drawingml/2006/main" w="9525">
            <a:solidFill>
              <a:srgbClr val="28A99E"/>
            </a:solidFill>
            <a:prstDash val="solid"/>
          </a:ln>
        </p:spPr>
      </p:sp>
      <p:sp>
        <p:nvSpPr>
          <p:cNvPr id="22" name="">
            <a:extLst xmlns:a="http://schemas.openxmlformats.org/drawingml/2006/main">
              <a:ext uri="{FF2B5EF4-FFF2-40B4-BE49-F238E27FC236}">
                <a16:creationId xmlns:a16="http://schemas.microsoft.com/office/drawing/2014/main" id="{4D340006-25C3-4D25-895D-27A813CB6C51}"/>
              </a:ext>
            </a:extLst>
          </p:cNvPr>
          <p:cNvSpPr>
            <a:spLocks xmlns:a="http://schemas.openxmlformats.org/drawingml/2006/main" noGrp="1"/>
          </p:cNvSpPr>
          <p:nvPr/>
        </p:nvSpPr>
        <p:spPr>
          <a:xfrm xmlns:a="http://schemas.openxmlformats.org/drawingml/2006/main">
            <a:off x="8820150" y="20955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8A99E"/>
                </a:solidFill>
              </a:defRPr>
            </a:pPr>
            <a:r>
              <a:rPr sz="1350" b="1">
                <a:solidFill>
                  <a:srgbClr val="28A99E"/>
                </a:solidFill>
              </a:rPr>
              <a:t>4</a:t>
            </a:r>
          </a:p>
        </p:txBody>
      </p:sp>
      <p:sp>
        <p:nvSpPr>
          <p:cNvPr id="23" name="">
            <a:extLst xmlns:a="http://schemas.openxmlformats.org/drawingml/2006/main">
              <a:ext uri="{FF2B5EF4-FFF2-40B4-BE49-F238E27FC236}">
                <a16:creationId xmlns:a16="http://schemas.microsoft.com/office/drawing/2014/main" id="{E8B76C01-CCCF-4F65-A15F-1FABB0910CCD}"/>
              </a:ext>
            </a:extLst>
          </p:cNvPr>
          <p:cNvSpPr>
            <a:spLocks xmlns:a="http://schemas.openxmlformats.org/drawingml/2006/main" noGrp="1"/>
          </p:cNvSpPr>
          <p:nvPr/>
        </p:nvSpPr>
        <p:spPr>
          <a:xfrm xmlns:a="http://schemas.openxmlformats.org/drawingml/2006/main">
            <a:off x="8820150" y="2514600"/>
            <a:ext cx="190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a:solidFill>
                  <a:srgbClr val="28A99E"/>
                </a:solidFill>
              </a:defRPr>
            </a:pPr>
            <a:r>
              <a:rPr sz="1575" b="1">
                <a:solidFill>
                  <a:srgbClr val="28A99E"/>
                </a:solidFill>
              </a:rPr>
              <a:t>Jittor Port</a:t>
            </a:r>
          </a:p>
        </p:txBody>
      </p:sp>
      <p:sp>
        <p:nvSpPr>
          <p:cNvPr id="24" name="">
            <a:extLst xmlns:a="http://schemas.openxmlformats.org/drawingml/2006/main">
              <a:ext uri="{FF2B5EF4-FFF2-40B4-BE49-F238E27FC236}">
                <a16:creationId xmlns:a16="http://schemas.microsoft.com/office/drawing/2014/main" id="{C1E3D3C8-DDC6-46F1-A8A1-96CA764E094D}"/>
              </a:ext>
            </a:extLst>
          </p:cNvPr>
          <p:cNvSpPr>
            <a:spLocks xmlns:a="http://schemas.openxmlformats.org/drawingml/2006/main" noGrp="1"/>
          </p:cNvSpPr>
          <p:nvPr/>
        </p:nvSpPr>
        <p:spPr>
          <a:xfrm xmlns:a="http://schemas.openxmlformats.org/drawingml/2006/main">
            <a:off x="8820150" y="3009900"/>
            <a:ext cx="1905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687B8C"/>
                </a:solidFill>
              </a:defRPr>
            </a:pPr>
            <a:r>
              <a:rPr sz="1125" b="0">
                <a:solidFill>
                  <a:srgbClr val="687B8C"/>
                </a:solidFill>
              </a:rPr>
              <a:t>chief_jittor/model.py</a:t>
            </a:r>
          </a:p>
        </p:txBody>
      </p:sp>
      <p:sp>
        <p:nvSpPr>
          <p:cNvPr id="25" name="">
            <a:extLst xmlns:a="http://schemas.openxmlformats.org/drawingml/2006/main">
              <a:ext uri="{FF2B5EF4-FFF2-40B4-BE49-F238E27FC236}">
                <a16:creationId xmlns:a16="http://schemas.microsoft.com/office/drawing/2014/main" id="{5684CC43-2EA1-4F77-9D3F-8A170A145EFC}"/>
              </a:ext>
            </a:extLst>
          </p:cNvPr>
          <p:cNvSpPr>
            <a:spLocks xmlns:a="http://schemas.openxmlformats.org/drawingml/2006/main" noGrp="1"/>
          </p:cNvSpPr>
          <p:nvPr/>
        </p:nvSpPr>
        <p:spPr>
          <a:xfrm xmlns:a="http://schemas.openxmlformats.org/drawingml/2006/main">
            <a:off x="1562100" y="4286250"/>
            <a:ext cx="9067800" cy="1028700"/>
          </a:xfrm>
          <a:prstGeom xmlns:a="http://schemas.openxmlformats.org/drawingml/2006/main" prst="roundRect">
            <a:avLst>
              <a:gd name="adj" fmla="val 11111"/>
            </a:avLst>
          </a:prstGeom>
          <a:solidFill xmlns:a="http://schemas.openxmlformats.org/drawingml/2006/main">
            <a:srgbClr val="F4F7FA"/>
          </a:solidFill>
          <a:ln xmlns:a="http://schemas.openxmlformats.org/drawingml/2006/main" w="9525">
            <a:solidFill>
              <a:srgbClr val="D8E2EA"/>
            </a:solidFill>
            <a:prstDash val="solid"/>
          </a:ln>
        </p:spPr>
      </p:sp>
      <p:sp>
        <p:nvSpPr>
          <p:cNvPr id="26" name="">
            <a:extLst xmlns:a="http://schemas.openxmlformats.org/drawingml/2006/main">
              <a:ext uri="{FF2B5EF4-FFF2-40B4-BE49-F238E27FC236}">
                <a16:creationId xmlns:a16="http://schemas.microsoft.com/office/drawing/2014/main" id="{237EB499-4572-4263-82E2-9BDFE01E908D}"/>
              </a:ext>
            </a:extLst>
          </p:cNvPr>
          <p:cNvSpPr>
            <a:spLocks xmlns:a="http://schemas.openxmlformats.org/drawingml/2006/main" noGrp="1"/>
          </p:cNvSpPr>
          <p:nvPr/>
        </p:nvSpPr>
        <p:spPr>
          <a:xfrm xmlns:a="http://schemas.openxmlformats.org/drawingml/2006/main">
            <a:off x="1790700" y="443865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2D76A8"/>
                </a:solidFill>
              </a:defRPr>
            </a:pPr>
            <a:r>
              <a:rPr sz="1350" b="1">
                <a:solidFill>
                  <a:srgbClr val="2D76A8"/>
                </a:solidFill>
              </a:rPr>
              <a:t>逐项比较 4 类中间输出</a:t>
            </a:r>
          </a:p>
        </p:txBody>
      </p:sp>
      <p:sp>
        <p:nvSpPr>
          <p:cNvPr id="27" name="">
            <a:extLst xmlns:a="http://schemas.openxmlformats.org/drawingml/2006/main">
              <a:ext uri="{FF2B5EF4-FFF2-40B4-BE49-F238E27FC236}">
                <a16:creationId xmlns:a16="http://schemas.microsoft.com/office/drawing/2014/main" id="{65AEDD0F-EE33-4214-A649-5DB5241FDD7C}"/>
              </a:ext>
            </a:extLst>
          </p:cNvPr>
          <p:cNvSpPr>
            <a:spLocks xmlns:a="http://schemas.openxmlformats.org/drawingml/2006/main" noGrp="1"/>
          </p:cNvSpPr>
          <p:nvPr/>
        </p:nvSpPr>
        <p:spPr>
          <a:xfrm xmlns:a="http://schemas.openxmlformats.org/drawingml/2006/main">
            <a:off x="4686300" y="4438650"/>
            <a:ext cx="1238250" cy="3238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D8E2EA"/>
            </a:solidFill>
            <a:prstDash val="solid"/>
          </a:ln>
        </p:spPr>
      </p:sp>
      <p:sp>
        <p:nvSpPr>
          <p:cNvPr id="28" name="">
            <a:extLst xmlns:a="http://schemas.openxmlformats.org/drawingml/2006/main">
              <a:ext uri="{FF2B5EF4-FFF2-40B4-BE49-F238E27FC236}">
                <a16:creationId xmlns:a16="http://schemas.microsoft.com/office/drawing/2014/main" id="{0D3E38C8-A23B-46BA-8D52-A986B41AD009}"/>
              </a:ext>
            </a:extLst>
          </p:cNvPr>
          <p:cNvSpPr>
            <a:spLocks xmlns:a="http://schemas.openxmlformats.org/drawingml/2006/main" noGrp="1"/>
          </p:cNvSpPr>
          <p:nvPr/>
        </p:nvSpPr>
        <p:spPr>
          <a:xfrm xmlns:a="http://schemas.openxmlformats.org/drawingml/2006/main">
            <a:off x="4686300" y="4448175"/>
            <a:ext cx="1238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174A74"/>
                </a:solidFill>
              </a:defRPr>
            </a:pPr>
            <a:r>
              <a:rPr sz="1200" b="1">
                <a:solidFill>
                  <a:srgbClr val="174A74"/>
                </a:solidFill>
              </a:rPr>
              <a:t>bag_logits</a:t>
            </a:r>
          </a:p>
        </p:txBody>
      </p:sp>
      <p:sp>
        <p:nvSpPr>
          <p:cNvPr id="29" name="">
            <a:extLst xmlns:a="http://schemas.openxmlformats.org/drawingml/2006/main">
              <a:ext uri="{FF2B5EF4-FFF2-40B4-BE49-F238E27FC236}">
                <a16:creationId xmlns:a16="http://schemas.microsoft.com/office/drawing/2014/main" id="{4A90D707-F550-47E3-BA2E-C43E68FF6953}"/>
              </a:ext>
            </a:extLst>
          </p:cNvPr>
          <p:cNvSpPr>
            <a:spLocks xmlns:a="http://schemas.openxmlformats.org/drawingml/2006/main" noGrp="1"/>
          </p:cNvSpPr>
          <p:nvPr/>
        </p:nvSpPr>
        <p:spPr>
          <a:xfrm xmlns:a="http://schemas.openxmlformats.org/drawingml/2006/main">
            <a:off x="6057900" y="4438650"/>
            <a:ext cx="1504950" cy="3238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D8E2EA"/>
            </a:solidFill>
            <a:prstDash val="solid"/>
          </a:ln>
        </p:spPr>
      </p:sp>
      <p:sp>
        <p:nvSpPr>
          <p:cNvPr id="30" name="">
            <a:extLst xmlns:a="http://schemas.openxmlformats.org/drawingml/2006/main">
              <a:ext uri="{FF2B5EF4-FFF2-40B4-BE49-F238E27FC236}">
                <a16:creationId xmlns:a16="http://schemas.microsoft.com/office/drawing/2014/main" id="{58F5BBBA-8141-4B15-856A-206D898E54BE}"/>
              </a:ext>
            </a:extLst>
          </p:cNvPr>
          <p:cNvSpPr>
            <a:spLocks xmlns:a="http://schemas.openxmlformats.org/drawingml/2006/main" noGrp="1"/>
          </p:cNvSpPr>
          <p:nvPr/>
        </p:nvSpPr>
        <p:spPr>
          <a:xfrm xmlns:a="http://schemas.openxmlformats.org/drawingml/2006/main">
            <a:off x="6057900" y="4448175"/>
            <a:ext cx="15049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174A74"/>
                </a:solidFill>
              </a:defRPr>
            </a:pPr>
            <a:r>
              <a:rPr sz="1200" b="1">
                <a:solidFill>
                  <a:srgbClr val="174A74"/>
                </a:solidFill>
              </a:rPr>
              <a:t>attention_raw</a:t>
            </a:r>
          </a:p>
        </p:txBody>
      </p:sp>
      <p:sp>
        <p:nvSpPr>
          <p:cNvPr id="31" name="">
            <a:extLst xmlns:a="http://schemas.openxmlformats.org/drawingml/2006/main">
              <a:ext uri="{FF2B5EF4-FFF2-40B4-BE49-F238E27FC236}">
                <a16:creationId xmlns:a16="http://schemas.microsoft.com/office/drawing/2014/main" id="{0E56A49F-958E-425E-8B44-4587A3D0F8F2}"/>
              </a:ext>
            </a:extLst>
          </p:cNvPr>
          <p:cNvSpPr>
            <a:spLocks xmlns:a="http://schemas.openxmlformats.org/drawingml/2006/main" noGrp="1"/>
          </p:cNvSpPr>
          <p:nvPr/>
        </p:nvSpPr>
        <p:spPr>
          <a:xfrm xmlns:a="http://schemas.openxmlformats.org/drawingml/2006/main">
            <a:off x="7696200" y="4438650"/>
            <a:ext cx="1381125" cy="3238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D8E2EA"/>
            </a:solidFill>
            <a:prstDash val="solid"/>
          </a:ln>
        </p:spPr>
      </p:sp>
      <p:sp>
        <p:nvSpPr>
          <p:cNvPr id="32" name="">
            <a:extLst xmlns:a="http://schemas.openxmlformats.org/drawingml/2006/main">
              <a:ext uri="{FF2B5EF4-FFF2-40B4-BE49-F238E27FC236}">
                <a16:creationId xmlns:a16="http://schemas.microsoft.com/office/drawing/2014/main" id="{E69C21E6-ADA7-4887-94A7-17FAFD545EB5}"/>
              </a:ext>
            </a:extLst>
          </p:cNvPr>
          <p:cNvSpPr>
            <a:spLocks xmlns:a="http://schemas.openxmlformats.org/drawingml/2006/main" noGrp="1"/>
          </p:cNvSpPr>
          <p:nvPr/>
        </p:nvSpPr>
        <p:spPr>
          <a:xfrm xmlns:a="http://schemas.openxmlformats.org/drawingml/2006/main">
            <a:off x="7696200" y="4448175"/>
            <a:ext cx="13811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174A74"/>
                </a:solidFill>
              </a:defRPr>
            </a:pPr>
            <a:r>
              <a:rPr sz="1200" b="1">
                <a:solidFill>
                  <a:srgbClr val="174A74"/>
                </a:solidFill>
              </a:rPr>
              <a:t>WSI_feature</a:t>
            </a:r>
          </a:p>
        </p:txBody>
      </p:sp>
      <p:sp>
        <p:nvSpPr>
          <p:cNvPr id="33" name="">
            <a:extLst xmlns:a="http://schemas.openxmlformats.org/drawingml/2006/main">
              <a:ext uri="{FF2B5EF4-FFF2-40B4-BE49-F238E27FC236}">
                <a16:creationId xmlns:a16="http://schemas.microsoft.com/office/drawing/2014/main" id="{B1B0C607-AA4A-4E8D-BB23-3B00254397C5}"/>
              </a:ext>
            </a:extLst>
          </p:cNvPr>
          <p:cNvSpPr>
            <a:spLocks xmlns:a="http://schemas.openxmlformats.org/drawingml/2006/main" noGrp="1"/>
          </p:cNvSpPr>
          <p:nvPr/>
        </p:nvSpPr>
        <p:spPr>
          <a:xfrm xmlns:a="http://schemas.openxmlformats.org/drawingml/2006/main">
            <a:off x="9210675" y="4438650"/>
            <a:ext cx="1190625" cy="3238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D8E2EA"/>
            </a:solidFill>
            <a:prstDash val="solid"/>
          </a:ln>
        </p:spPr>
      </p:sp>
      <p:sp>
        <p:nvSpPr>
          <p:cNvPr id="34" name="">
            <a:extLst xmlns:a="http://schemas.openxmlformats.org/drawingml/2006/main">
              <a:ext uri="{FF2B5EF4-FFF2-40B4-BE49-F238E27FC236}">
                <a16:creationId xmlns:a16="http://schemas.microsoft.com/office/drawing/2014/main" id="{9A4BA342-6B58-4918-9896-1B9CF871042C}"/>
              </a:ext>
            </a:extLst>
          </p:cNvPr>
          <p:cNvSpPr>
            <a:spLocks xmlns:a="http://schemas.openxmlformats.org/drawingml/2006/main" noGrp="1"/>
          </p:cNvSpPr>
          <p:nvPr/>
        </p:nvSpPr>
        <p:spPr>
          <a:xfrm xmlns:a="http://schemas.openxmlformats.org/drawingml/2006/main">
            <a:off x="9210675" y="4448175"/>
            <a:ext cx="1190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174A74"/>
                </a:solidFill>
              </a:defRPr>
            </a:pPr>
            <a:r>
              <a:rPr sz="1200" b="1">
                <a:solidFill>
                  <a:srgbClr val="174A74"/>
                </a:solidFill>
              </a:rPr>
              <a:t>anatomical</a:t>
            </a:r>
          </a:p>
        </p:txBody>
      </p:sp>
      <p:sp>
        <p:nvSpPr>
          <p:cNvPr id="35" name="">
            <a:extLst xmlns:a="http://schemas.openxmlformats.org/drawingml/2006/main">
              <a:ext uri="{FF2B5EF4-FFF2-40B4-BE49-F238E27FC236}">
                <a16:creationId xmlns:a16="http://schemas.microsoft.com/office/drawing/2014/main" id="{3B4CD479-967D-49DE-9387-4AC17E8D6831}"/>
              </a:ext>
            </a:extLst>
          </p:cNvPr>
          <p:cNvSpPr>
            <a:spLocks xmlns:a="http://schemas.openxmlformats.org/drawingml/2006/main" noGrp="1"/>
          </p:cNvSpPr>
          <p:nvPr/>
        </p:nvSpPr>
        <p:spPr>
          <a:xfrm xmlns:a="http://schemas.openxmlformats.org/drawingml/2006/main">
            <a:off x="1790700" y="4953000"/>
            <a:ext cx="838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E66F6A"/>
                </a:solidFill>
              </a:defRPr>
            </a:pPr>
            <a:r>
              <a:rPr sz="1425" b="1">
                <a:solidFill>
                  <a:srgbClr val="E66F6A"/>
                </a:solidFill>
              </a:rPr>
              <a:t>先证明参考层等于官方，再让 Jittor 对齐参考层，证据链才闭合。</a:t>
            </a:r>
          </a:p>
        </p:txBody>
      </p:sp>
    </p:spTree>
    <p:extLst>
      <p:ext uri="{BB962C8B-B14F-4D97-AF65-F5344CB8AC3E}">
        <p14:creationId xmlns:p14="http://schemas.microsoft.com/office/powerpoint/2010/main" val="38716154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4518F895-94D9-4939-B29E-EE671E102274}"/>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174A7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48F44C1-B671-4EB6-AF33-9B7B064596A2}"/>
              </a:ext>
            </a:extLst>
          </p:cNvPr>
          <p:cNvSpPr>
            <a:spLocks xmlns:a="http://schemas.openxmlformats.org/drawingml/2006/main" noGrp="1"/>
          </p:cNvSpPr>
          <p:nvPr/>
        </p:nvSpPr>
        <p:spPr>
          <a:xfrm xmlns:a="http://schemas.openxmlformats.org/drawingml/2006/main">
            <a:off x="400050" y="19050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D76A8"/>
                </a:solidFill>
              </a:defRPr>
            </a:pPr>
            <a:r>
              <a:rPr sz="975" b="1">
                <a:solidFill>
                  <a:srgbClr val="2D76A8"/>
                </a:solidFill>
              </a:rPr>
              <a:t>03 · Jittor 实现</a:t>
            </a:r>
          </a:p>
        </p:txBody>
      </p:sp>
      <p:sp>
        <p:nvSpPr>
          <p:cNvPr id="3" name="">
            <a:extLst xmlns:a="http://schemas.openxmlformats.org/drawingml/2006/main">
              <a:ext uri="{FF2B5EF4-FFF2-40B4-BE49-F238E27FC236}">
                <a16:creationId xmlns:a16="http://schemas.microsoft.com/office/drawing/2014/main" id="{D5BA3F01-B331-448A-A786-FB20773273BF}"/>
              </a:ext>
            </a:extLst>
          </p:cNvPr>
          <p:cNvSpPr>
            <a:spLocks xmlns:a="http://schemas.openxmlformats.org/drawingml/2006/main" noGrp="1"/>
          </p:cNvSpPr>
          <p:nvPr/>
        </p:nvSpPr>
        <p:spPr>
          <a:xfrm xmlns:a="http://schemas.openxmlformats.org/drawingml/2006/main">
            <a:off x="400050" y="419100"/>
            <a:ext cx="11191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250" b="1">
                <a:solidFill>
                  <a:srgbClr val="183247"/>
                </a:solidFill>
              </a:defRPr>
            </a:pPr>
            <a:r>
              <a:rPr sz="2250" b="1">
                <a:solidFill>
                  <a:srgbClr val="183247"/>
                </a:solidFill>
              </a:rPr>
              <a:t>层级、张量形状和输出语义保持一一对应</a:t>
            </a:r>
          </a:p>
        </p:txBody>
      </p:sp>
      <p:sp>
        <p:nvSpPr>
          <p:cNvPr id="4" name="">
            <a:extLst xmlns:a="http://schemas.openxmlformats.org/drawingml/2006/main">
              <a:ext uri="{FF2B5EF4-FFF2-40B4-BE49-F238E27FC236}">
                <a16:creationId xmlns:a16="http://schemas.microsoft.com/office/drawing/2014/main" id="{8BE84B37-1384-4DEA-B025-2E2AD6946F6A}"/>
              </a:ext>
            </a:extLst>
          </p:cNvPr>
          <p:cNvSpPr>
            <a:spLocks xmlns:a="http://schemas.openxmlformats.org/drawingml/2006/main" noGrp="1"/>
          </p:cNvSpPr>
          <p:nvPr/>
        </p:nvSpPr>
        <p:spPr>
          <a:xfrm xmlns:a="http://schemas.openxmlformats.org/drawingml/2006/main">
            <a:off x="400050" y="1009650"/>
            <a:ext cx="11391900" cy="9525"/>
          </a:xfrm>
          <a:prstGeom xmlns:a="http://schemas.openxmlformats.org/drawingml/2006/main" prst="rect">
            <a:avLst/>
          </a:prstGeom>
          <a:solidFill xmlns:a="http://schemas.openxmlformats.org/drawingml/2006/main">
            <a:srgbClr val="D8E2E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D43432C-7808-4ADC-96F3-6C1C206CE58A}"/>
              </a:ext>
            </a:extLst>
          </p:cNvPr>
          <p:cNvSpPr>
            <a:spLocks xmlns:a="http://schemas.openxmlformats.org/drawingml/2006/main" noGrp="1"/>
          </p:cNvSpPr>
          <p:nvPr/>
        </p:nvSpPr>
        <p:spPr>
          <a:xfrm xmlns:a="http://schemas.openxmlformats.org/drawingml/2006/main">
            <a:off x="11334750" y="6477000"/>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0">
                <a:solidFill>
                  <a:srgbClr val="687B8C"/>
                </a:solidFill>
              </a:defRPr>
            </a:pPr>
            <a:r>
              <a:rPr sz="900" b="0">
                <a:solidFill>
                  <a:srgbClr val="687B8C"/>
                </a:solidFill>
              </a:rPr>
              <a:t>15</a:t>
            </a:r>
          </a:p>
        </p:txBody>
      </p:sp>
      <p:sp>
        <p:nvSpPr>
          <p:cNvPr id="6" name="">
            <a:extLst xmlns:a="http://schemas.openxmlformats.org/drawingml/2006/main">
              <a:ext uri="{FF2B5EF4-FFF2-40B4-BE49-F238E27FC236}">
                <a16:creationId xmlns:a16="http://schemas.microsoft.com/office/drawing/2014/main" id="{7C6EAAEE-EBC9-41B2-8E1A-928BAE9C23D3}"/>
              </a:ext>
            </a:extLst>
          </p:cNvPr>
          <p:cNvSpPr>
            <a:spLocks xmlns:a="http://schemas.openxmlformats.org/drawingml/2006/main" noGrp="1"/>
          </p:cNvSpPr>
          <p:nvPr/>
        </p:nvSpPr>
        <p:spPr>
          <a:xfrm xmlns:a="http://schemas.openxmlformats.org/drawingml/2006/main">
            <a:off x="552450" y="1581150"/>
            <a:ext cx="2038350" cy="933450"/>
          </a:xfrm>
          <a:prstGeom xmlns:a="http://schemas.openxmlformats.org/drawingml/2006/main" prst="roundRect">
            <a:avLst>
              <a:gd name="adj" fmla="val 12245"/>
            </a:avLst>
          </a:prstGeom>
          <a:solidFill xmlns:a="http://schemas.openxmlformats.org/drawingml/2006/main">
            <a:srgbClr val="F4F7FA"/>
          </a:solidFill>
          <a:ln xmlns:a="http://schemas.openxmlformats.org/drawingml/2006/main" w="9525">
            <a:solidFill>
              <a:srgbClr val="2D76A8"/>
            </a:solidFill>
            <a:prstDash val="solid"/>
          </a:ln>
        </p:spPr>
      </p:sp>
      <p:sp>
        <p:nvSpPr>
          <p:cNvPr id="7" name="">
            <a:extLst xmlns:a="http://schemas.openxmlformats.org/drawingml/2006/main">
              <a:ext uri="{FF2B5EF4-FFF2-40B4-BE49-F238E27FC236}">
                <a16:creationId xmlns:a16="http://schemas.microsoft.com/office/drawing/2014/main" id="{91040474-CA1B-4264-B10C-032A92DE4812}"/>
              </a:ext>
            </a:extLst>
          </p:cNvPr>
          <p:cNvSpPr>
            <a:spLocks xmlns:a="http://schemas.openxmlformats.org/drawingml/2006/main" noGrp="1"/>
          </p:cNvSpPr>
          <p:nvPr/>
        </p:nvSpPr>
        <p:spPr>
          <a:xfrm xmlns:a="http://schemas.openxmlformats.org/drawingml/2006/main">
            <a:off x="685800" y="1714500"/>
            <a:ext cx="1771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D76A8"/>
                </a:solidFill>
              </a:defRPr>
            </a:pPr>
            <a:r>
              <a:rPr sz="1275" b="1">
                <a:solidFill>
                  <a:srgbClr val="2D76A8"/>
                </a:solidFill>
              </a:rPr>
              <a:t>输入 features</a:t>
            </a:r>
          </a:p>
        </p:txBody>
      </p:sp>
      <p:sp>
        <p:nvSpPr>
          <p:cNvPr id="8" name="">
            <a:extLst xmlns:a="http://schemas.openxmlformats.org/drawingml/2006/main">
              <a:ext uri="{FF2B5EF4-FFF2-40B4-BE49-F238E27FC236}">
                <a16:creationId xmlns:a16="http://schemas.microsoft.com/office/drawing/2014/main" id="{E9FCE828-FB61-43E6-8BEC-56C085BB65DC}"/>
              </a:ext>
            </a:extLst>
          </p:cNvPr>
          <p:cNvSpPr>
            <a:spLocks xmlns:a="http://schemas.openxmlformats.org/drawingml/2006/main" noGrp="1"/>
          </p:cNvSpPr>
          <p:nvPr/>
        </p:nvSpPr>
        <p:spPr>
          <a:xfrm xmlns:a="http://schemas.openxmlformats.org/drawingml/2006/main">
            <a:off x="685800" y="2076450"/>
            <a:ext cx="1771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183247"/>
                </a:solidFill>
              </a:defRPr>
            </a:pPr>
            <a:r>
              <a:rPr sz="1650" b="1">
                <a:solidFill>
                  <a:srgbClr val="183247"/>
                </a:solidFill>
              </a:rPr>
              <a:t>N × 768</a:t>
            </a:r>
          </a:p>
        </p:txBody>
      </p:sp>
      <p:sp>
        <p:nvSpPr>
          <p:cNvPr id="9" name="">
            <a:extLst xmlns:a="http://schemas.openxmlformats.org/drawingml/2006/main">
              <a:ext uri="{FF2B5EF4-FFF2-40B4-BE49-F238E27FC236}">
                <a16:creationId xmlns:a16="http://schemas.microsoft.com/office/drawing/2014/main" id="{E81965C3-4FAC-48D6-AD30-392374CDCBC3}"/>
              </a:ext>
            </a:extLst>
          </p:cNvPr>
          <p:cNvSpPr>
            <a:spLocks xmlns:a="http://schemas.openxmlformats.org/drawingml/2006/main" noGrp="1"/>
          </p:cNvSpPr>
          <p:nvPr/>
        </p:nvSpPr>
        <p:spPr>
          <a:xfrm xmlns:a="http://schemas.openxmlformats.org/drawingml/2006/main">
            <a:off x="2590800" y="1838325"/>
            <a:ext cx="228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a:solidFill>
                  <a:srgbClr val="F0A24A"/>
                </a:solidFill>
              </a:defRPr>
            </a:pPr>
            <a:r>
              <a:rPr sz="1800" b="1">
                <a:solidFill>
                  <a:srgbClr val="F0A24A"/>
                </a:solidFill>
              </a:rPr>
              <a:t>→</a:t>
            </a:r>
          </a:p>
        </p:txBody>
      </p:sp>
      <p:sp>
        <p:nvSpPr>
          <p:cNvPr id="10" name="">
            <a:extLst xmlns:a="http://schemas.openxmlformats.org/drawingml/2006/main">
              <a:ext uri="{FF2B5EF4-FFF2-40B4-BE49-F238E27FC236}">
                <a16:creationId xmlns:a16="http://schemas.microsoft.com/office/drawing/2014/main" id="{79834DBB-967F-471C-960A-C9C80A6DC222}"/>
              </a:ext>
            </a:extLst>
          </p:cNvPr>
          <p:cNvSpPr>
            <a:spLocks xmlns:a="http://schemas.openxmlformats.org/drawingml/2006/main" noGrp="1"/>
          </p:cNvSpPr>
          <p:nvPr/>
        </p:nvSpPr>
        <p:spPr>
          <a:xfrm xmlns:a="http://schemas.openxmlformats.org/drawingml/2006/main">
            <a:off x="2819400" y="1581150"/>
            <a:ext cx="2038350" cy="933450"/>
          </a:xfrm>
          <a:prstGeom xmlns:a="http://schemas.openxmlformats.org/drawingml/2006/main" prst="roundRect">
            <a:avLst>
              <a:gd name="adj" fmla="val 12245"/>
            </a:avLst>
          </a:prstGeom>
          <a:solidFill xmlns:a="http://schemas.openxmlformats.org/drawingml/2006/main">
            <a:srgbClr val="FFFFFF"/>
          </a:solidFill>
          <a:ln xmlns:a="http://schemas.openxmlformats.org/drawingml/2006/main" w="9525">
            <a:solidFill>
              <a:srgbClr val="174A74"/>
            </a:solidFill>
            <a:prstDash val="solid"/>
          </a:ln>
        </p:spPr>
      </p:sp>
      <p:sp>
        <p:nvSpPr>
          <p:cNvPr id="11" name="">
            <a:extLst xmlns:a="http://schemas.openxmlformats.org/drawingml/2006/main">
              <a:ext uri="{FF2B5EF4-FFF2-40B4-BE49-F238E27FC236}">
                <a16:creationId xmlns:a16="http://schemas.microsoft.com/office/drawing/2014/main" id="{0F044BF0-CF09-43E1-A653-8186758B90B6}"/>
              </a:ext>
            </a:extLst>
          </p:cNvPr>
          <p:cNvSpPr>
            <a:spLocks xmlns:a="http://schemas.openxmlformats.org/drawingml/2006/main" noGrp="1"/>
          </p:cNvSpPr>
          <p:nvPr/>
        </p:nvSpPr>
        <p:spPr>
          <a:xfrm xmlns:a="http://schemas.openxmlformats.org/drawingml/2006/main">
            <a:off x="2952750" y="1714500"/>
            <a:ext cx="1771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174A74"/>
                </a:solidFill>
              </a:defRPr>
            </a:pPr>
            <a:r>
              <a:rPr sz="1275" b="1">
                <a:solidFill>
                  <a:srgbClr val="174A74"/>
                </a:solidFill>
              </a:rPr>
              <a:t>fc + ReLU + dropout</a:t>
            </a:r>
          </a:p>
        </p:txBody>
      </p:sp>
      <p:sp>
        <p:nvSpPr>
          <p:cNvPr id="12" name="">
            <a:extLst xmlns:a="http://schemas.openxmlformats.org/drawingml/2006/main">
              <a:ext uri="{FF2B5EF4-FFF2-40B4-BE49-F238E27FC236}">
                <a16:creationId xmlns:a16="http://schemas.microsoft.com/office/drawing/2014/main" id="{006E22A5-52E1-4726-A070-85FCE2C2613A}"/>
              </a:ext>
            </a:extLst>
          </p:cNvPr>
          <p:cNvSpPr>
            <a:spLocks xmlns:a="http://schemas.openxmlformats.org/drawingml/2006/main" noGrp="1"/>
          </p:cNvSpPr>
          <p:nvPr/>
        </p:nvSpPr>
        <p:spPr>
          <a:xfrm xmlns:a="http://schemas.openxmlformats.org/drawingml/2006/main">
            <a:off x="2952750" y="2076450"/>
            <a:ext cx="1771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183247"/>
                </a:solidFill>
              </a:defRPr>
            </a:pPr>
            <a:r>
              <a:rPr sz="1650" b="1">
                <a:solidFill>
                  <a:srgbClr val="183247"/>
                </a:solidFill>
              </a:rPr>
              <a:t>N × 512</a:t>
            </a:r>
          </a:p>
        </p:txBody>
      </p:sp>
      <p:sp>
        <p:nvSpPr>
          <p:cNvPr id="13" name="">
            <a:extLst xmlns:a="http://schemas.openxmlformats.org/drawingml/2006/main">
              <a:ext uri="{FF2B5EF4-FFF2-40B4-BE49-F238E27FC236}">
                <a16:creationId xmlns:a16="http://schemas.microsoft.com/office/drawing/2014/main" id="{2BD4B184-118F-4338-AC64-85A745748621}"/>
              </a:ext>
            </a:extLst>
          </p:cNvPr>
          <p:cNvSpPr>
            <a:spLocks xmlns:a="http://schemas.openxmlformats.org/drawingml/2006/main" noGrp="1"/>
          </p:cNvSpPr>
          <p:nvPr/>
        </p:nvSpPr>
        <p:spPr>
          <a:xfrm xmlns:a="http://schemas.openxmlformats.org/drawingml/2006/main">
            <a:off x="4857750" y="1838325"/>
            <a:ext cx="228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a:solidFill>
                  <a:srgbClr val="F0A24A"/>
                </a:solidFill>
              </a:defRPr>
            </a:pPr>
            <a:r>
              <a:rPr sz="1800" b="1">
                <a:solidFill>
                  <a:srgbClr val="F0A24A"/>
                </a:solidFill>
              </a:rPr>
              <a:t>→</a:t>
            </a:r>
          </a:p>
        </p:txBody>
      </p:sp>
      <p:sp>
        <p:nvSpPr>
          <p:cNvPr id="14" name="">
            <a:extLst xmlns:a="http://schemas.openxmlformats.org/drawingml/2006/main">
              <a:ext uri="{FF2B5EF4-FFF2-40B4-BE49-F238E27FC236}">
                <a16:creationId xmlns:a16="http://schemas.microsoft.com/office/drawing/2014/main" id="{0DB221CB-B800-4D25-AE30-F2C861C7D616}"/>
              </a:ext>
            </a:extLst>
          </p:cNvPr>
          <p:cNvSpPr>
            <a:spLocks xmlns:a="http://schemas.openxmlformats.org/drawingml/2006/main" noGrp="1"/>
          </p:cNvSpPr>
          <p:nvPr/>
        </p:nvSpPr>
        <p:spPr>
          <a:xfrm xmlns:a="http://schemas.openxmlformats.org/drawingml/2006/main">
            <a:off x="5086350" y="1581150"/>
            <a:ext cx="2038350" cy="933450"/>
          </a:xfrm>
          <a:prstGeom xmlns:a="http://schemas.openxmlformats.org/drawingml/2006/main" prst="roundRect">
            <a:avLst>
              <a:gd name="adj" fmla="val 12245"/>
            </a:avLst>
          </a:prstGeom>
          <a:solidFill xmlns:a="http://schemas.openxmlformats.org/drawingml/2006/main">
            <a:srgbClr val="F4F7FA"/>
          </a:solidFill>
          <a:ln xmlns:a="http://schemas.openxmlformats.org/drawingml/2006/main" w="9525">
            <a:solidFill>
              <a:srgbClr val="F0A24A"/>
            </a:solidFill>
            <a:prstDash val="solid"/>
          </a:ln>
        </p:spPr>
      </p:sp>
      <p:sp>
        <p:nvSpPr>
          <p:cNvPr id="15" name="">
            <a:extLst xmlns:a="http://schemas.openxmlformats.org/drawingml/2006/main">
              <a:ext uri="{FF2B5EF4-FFF2-40B4-BE49-F238E27FC236}">
                <a16:creationId xmlns:a16="http://schemas.microsoft.com/office/drawing/2014/main" id="{A55F428D-BDDC-4540-AA5C-C19A7907695A}"/>
              </a:ext>
            </a:extLst>
          </p:cNvPr>
          <p:cNvSpPr>
            <a:spLocks xmlns:a="http://schemas.openxmlformats.org/drawingml/2006/main" noGrp="1"/>
          </p:cNvSpPr>
          <p:nvPr/>
        </p:nvSpPr>
        <p:spPr>
          <a:xfrm xmlns:a="http://schemas.openxmlformats.org/drawingml/2006/main">
            <a:off x="5219700" y="1714500"/>
            <a:ext cx="1771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0A24A"/>
                </a:solidFill>
              </a:defRPr>
            </a:pPr>
            <a:r>
              <a:rPr sz="1275" b="1">
                <a:solidFill>
                  <a:srgbClr val="F0A24A"/>
                </a:solidFill>
              </a:rPr>
              <a:t>gated_attention</a:t>
            </a:r>
          </a:p>
        </p:txBody>
      </p:sp>
      <p:sp>
        <p:nvSpPr>
          <p:cNvPr id="16" name="">
            <a:extLst xmlns:a="http://schemas.openxmlformats.org/drawingml/2006/main">
              <a:ext uri="{FF2B5EF4-FFF2-40B4-BE49-F238E27FC236}">
                <a16:creationId xmlns:a16="http://schemas.microsoft.com/office/drawing/2014/main" id="{93E2050A-37F9-4B1E-BD44-6811C9CA5D50}"/>
              </a:ext>
            </a:extLst>
          </p:cNvPr>
          <p:cNvSpPr>
            <a:spLocks xmlns:a="http://schemas.openxmlformats.org/drawingml/2006/main" noGrp="1"/>
          </p:cNvSpPr>
          <p:nvPr/>
        </p:nvSpPr>
        <p:spPr>
          <a:xfrm xmlns:a="http://schemas.openxmlformats.org/drawingml/2006/main">
            <a:off x="5219700" y="2076450"/>
            <a:ext cx="1771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183247"/>
                </a:solidFill>
              </a:defRPr>
            </a:pPr>
            <a:r>
              <a:rPr sz="1650" b="1">
                <a:solidFill>
                  <a:srgbClr val="183247"/>
                </a:solidFill>
              </a:rPr>
              <a:t>1 × N</a:t>
            </a:r>
          </a:p>
        </p:txBody>
      </p:sp>
      <p:sp>
        <p:nvSpPr>
          <p:cNvPr id="17" name="">
            <a:extLst xmlns:a="http://schemas.openxmlformats.org/drawingml/2006/main">
              <a:ext uri="{FF2B5EF4-FFF2-40B4-BE49-F238E27FC236}">
                <a16:creationId xmlns:a16="http://schemas.microsoft.com/office/drawing/2014/main" id="{989C0A27-EA88-4B76-B46A-711F4EC23AC6}"/>
              </a:ext>
            </a:extLst>
          </p:cNvPr>
          <p:cNvSpPr>
            <a:spLocks xmlns:a="http://schemas.openxmlformats.org/drawingml/2006/main" noGrp="1"/>
          </p:cNvSpPr>
          <p:nvPr/>
        </p:nvSpPr>
        <p:spPr>
          <a:xfrm xmlns:a="http://schemas.openxmlformats.org/drawingml/2006/main">
            <a:off x="7124700" y="1838325"/>
            <a:ext cx="228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a:solidFill>
                  <a:srgbClr val="F0A24A"/>
                </a:solidFill>
              </a:defRPr>
            </a:pPr>
            <a:r>
              <a:rPr sz="1800" b="1">
                <a:solidFill>
                  <a:srgbClr val="F0A24A"/>
                </a:solidFill>
              </a:rPr>
              <a:t>→</a:t>
            </a:r>
          </a:p>
        </p:txBody>
      </p:sp>
      <p:sp>
        <p:nvSpPr>
          <p:cNvPr id="18" name="">
            <a:extLst xmlns:a="http://schemas.openxmlformats.org/drawingml/2006/main">
              <a:ext uri="{FF2B5EF4-FFF2-40B4-BE49-F238E27FC236}">
                <a16:creationId xmlns:a16="http://schemas.microsoft.com/office/drawing/2014/main" id="{CCE9C05A-A13E-49B9-927F-1F4B3A946E2C}"/>
              </a:ext>
            </a:extLst>
          </p:cNvPr>
          <p:cNvSpPr>
            <a:spLocks xmlns:a="http://schemas.openxmlformats.org/drawingml/2006/main" noGrp="1"/>
          </p:cNvSpPr>
          <p:nvPr/>
        </p:nvSpPr>
        <p:spPr>
          <a:xfrm xmlns:a="http://schemas.openxmlformats.org/drawingml/2006/main">
            <a:off x="7353300" y="1581150"/>
            <a:ext cx="2038350" cy="933450"/>
          </a:xfrm>
          <a:prstGeom xmlns:a="http://schemas.openxmlformats.org/drawingml/2006/main" prst="roundRect">
            <a:avLst>
              <a:gd name="adj" fmla="val 12245"/>
            </a:avLst>
          </a:prstGeom>
          <a:solidFill xmlns:a="http://schemas.openxmlformats.org/drawingml/2006/main">
            <a:srgbClr val="FFFFFF"/>
          </a:solidFill>
          <a:ln xmlns:a="http://schemas.openxmlformats.org/drawingml/2006/main" w="9525">
            <a:solidFill>
              <a:srgbClr val="28A99E"/>
            </a:solidFill>
            <a:prstDash val="solid"/>
          </a:ln>
        </p:spPr>
      </p:sp>
      <p:sp>
        <p:nvSpPr>
          <p:cNvPr id="19" name="">
            <a:extLst xmlns:a="http://schemas.openxmlformats.org/drawingml/2006/main">
              <a:ext uri="{FF2B5EF4-FFF2-40B4-BE49-F238E27FC236}">
                <a16:creationId xmlns:a16="http://schemas.microsoft.com/office/drawing/2014/main" id="{93F4A63F-35BB-424E-8128-2C9C7868CB8B}"/>
              </a:ext>
            </a:extLst>
          </p:cNvPr>
          <p:cNvSpPr>
            <a:spLocks xmlns:a="http://schemas.openxmlformats.org/drawingml/2006/main" noGrp="1"/>
          </p:cNvSpPr>
          <p:nvPr/>
        </p:nvSpPr>
        <p:spPr>
          <a:xfrm xmlns:a="http://schemas.openxmlformats.org/drawingml/2006/main">
            <a:off x="7486650" y="1714500"/>
            <a:ext cx="1771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8A99E"/>
                </a:solidFill>
              </a:defRPr>
            </a:pPr>
            <a:r>
              <a:rPr sz="1275" b="1">
                <a:solidFill>
                  <a:srgbClr val="28A99E"/>
                </a:solidFill>
              </a:rPr>
              <a:t>softmax + matmul</a:t>
            </a:r>
          </a:p>
        </p:txBody>
      </p:sp>
      <p:sp>
        <p:nvSpPr>
          <p:cNvPr id="20" name="">
            <a:extLst xmlns:a="http://schemas.openxmlformats.org/drawingml/2006/main">
              <a:ext uri="{FF2B5EF4-FFF2-40B4-BE49-F238E27FC236}">
                <a16:creationId xmlns:a16="http://schemas.microsoft.com/office/drawing/2014/main" id="{4904F850-743A-4203-8840-BB4DDAF9C5A0}"/>
              </a:ext>
            </a:extLst>
          </p:cNvPr>
          <p:cNvSpPr>
            <a:spLocks xmlns:a="http://schemas.openxmlformats.org/drawingml/2006/main" noGrp="1"/>
          </p:cNvSpPr>
          <p:nvPr/>
        </p:nvSpPr>
        <p:spPr>
          <a:xfrm xmlns:a="http://schemas.openxmlformats.org/drawingml/2006/main">
            <a:off x="7486650" y="2076450"/>
            <a:ext cx="1771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183247"/>
                </a:solidFill>
              </a:defRPr>
            </a:pPr>
            <a:r>
              <a:rPr sz="1650" b="1">
                <a:solidFill>
                  <a:srgbClr val="183247"/>
                </a:solidFill>
              </a:rPr>
              <a:t>1 × 512</a:t>
            </a:r>
          </a:p>
        </p:txBody>
      </p:sp>
      <p:sp>
        <p:nvSpPr>
          <p:cNvPr id="21" name="">
            <a:extLst xmlns:a="http://schemas.openxmlformats.org/drawingml/2006/main">
              <a:ext uri="{FF2B5EF4-FFF2-40B4-BE49-F238E27FC236}">
                <a16:creationId xmlns:a16="http://schemas.microsoft.com/office/drawing/2014/main" id="{21320EE9-5646-4343-A21A-FACC03B9BDD7}"/>
              </a:ext>
            </a:extLst>
          </p:cNvPr>
          <p:cNvSpPr>
            <a:spLocks xmlns:a="http://schemas.openxmlformats.org/drawingml/2006/main" noGrp="1"/>
          </p:cNvSpPr>
          <p:nvPr/>
        </p:nvSpPr>
        <p:spPr>
          <a:xfrm xmlns:a="http://schemas.openxmlformats.org/drawingml/2006/main">
            <a:off x="9391650" y="1838325"/>
            <a:ext cx="228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a:solidFill>
                  <a:srgbClr val="F0A24A"/>
                </a:solidFill>
              </a:defRPr>
            </a:pPr>
            <a:r>
              <a:rPr sz="1800" b="1">
                <a:solidFill>
                  <a:srgbClr val="F0A24A"/>
                </a:solidFill>
              </a:rPr>
              <a:t>→</a:t>
            </a:r>
          </a:p>
        </p:txBody>
      </p:sp>
      <p:sp>
        <p:nvSpPr>
          <p:cNvPr id="22" name="">
            <a:extLst xmlns:a="http://schemas.openxmlformats.org/drawingml/2006/main">
              <a:ext uri="{FF2B5EF4-FFF2-40B4-BE49-F238E27FC236}">
                <a16:creationId xmlns:a16="http://schemas.microsoft.com/office/drawing/2014/main" id="{4620B446-9F85-45D1-9D7D-FB5707216FD3}"/>
              </a:ext>
            </a:extLst>
          </p:cNvPr>
          <p:cNvSpPr>
            <a:spLocks xmlns:a="http://schemas.openxmlformats.org/drawingml/2006/main" noGrp="1"/>
          </p:cNvSpPr>
          <p:nvPr/>
        </p:nvSpPr>
        <p:spPr>
          <a:xfrm xmlns:a="http://schemas.openxmlformats.org/drawingml/2006/main">
            <a:off x="9620250" y="1581150"/>
            <a:ext cx="2038350" cy="933450"/>
          </a:xfrm>
          <a:prstGeom xmlns:a="http://schemas.openxmlformats.org/drawingml/2006/main" prst="roundRect">
            <a:avLst>
              <a:gd name="adj" fmla="val 12245"/>
            </a:avLst>
          </a:prstGeom>
          <a:solidFill xmlns:a="http://schemas.openxmlformats.org/drawingml/2006/main">
            <a:srgbClr val="F4F7FA"/>
          </a:solidFill>
          <a:ln xmlns:a="http://schemas.openxmlformats.org/drawingml/2006/main" w="9525">
            <a:solidFill>
              <a:srgbClr val="E66F6A"/>
            </a:solidFill>
            <a:prstDash val="solid"/>
          </a:ln>
        </p:spPr>
      </p:sp>
      <p:sp>
        <p:nvSpPr>
          <p:cNvPr id="23" name="">
            <a:extLst xmlns:a="http://schemas.openxmlformats.org/drawingml/2006/main">
              <a:ext uri="{FF2B5EF4-FFF2-40B4-BE49-F238E27FC236}">
                <a16:creationId xmlns:a16="http://schemas.microsoft.com/office/drawing/2014/main" id="{A6BFE053-1427-491D-8E72-7A0B3E5877BA}"/>
              </a:ext>
            </a:extLst>
          </p:cNvPr>
          <p:cNvSpPr>
            <a:spLocks xmlns:a="http://schemas.openxmlformats.org/drawingml/2006/main" noGrp="1"/>
          </p:cNvSpPr>
          <p:nvPr/>
        </p:nvSpPr>
        <p:spPr>
          <a:xfrm xmlns:a="http://schemas.openxmlformats.org/drawingml/2006/main">
            <a:off x="9753600" y="1714500"/>
            <a:ext cx="1771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E66F6A"/>
                </a:solidFill>
              </a:defRPr>
            </a:pPr>
            <a:r>
              <a:rPr sz="1275" b="1">
                <a:solidFill>
                  <a:srgbClr val="E66F6A"/>
                </a:solidFill>
              </a:rPr>
              <a:t>organ fusion + classifier</a:t>
            </a:r>
          </a:p>
        </p:txBody>
      </p:sp>
      <p:sp>
        <p:nvSpPr>
          <p:cNvPr id="24" name="">
            <a:extLst xmlns:a="http://schemas.openxmlformats.org/drawingml/2006/main">
              <a:ext uri="{FF2B5EF4-FFF2-40B4-BE49-F238E27FC236}">
                <a16:creationId xmlns:a16="http://schemas.microsoft.com/office/drawing/2014/main" id="{47031EBE-C982-40A4-A197-4949C0D9A30A}"/>
              </a:ext>
            </a:extLst>
          </p:cNvPr>
          <p:cNvSpPr>
            <a:spLocks xmlns:a="http://schemas.openxmlformats.org/drawingml/2006/main" noGrp="1"/>
          </p:cNvSpPr>
          <p:nvPr/>
        </p:nvSpPr>
        <p:spPr>
          <a:xfrm xmlns:a="http://schemas.openxmlformats.org/drawingml/2006/main">
            <a:off x="9753600" y="2076450"/>
            <a:ext cx="1771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183247"/>
                </a:solidFill>
              </a:defRPr>
            </a:pPr>
            <a:r>
              <a:rPr sz="1650" b="1">
                <a:solidFill>
                  <a:srgbClr val="183247"/>
                </a:solidFill>
              </a:rPr>
              <a:t>1 × C</a:t>
            </a:r>
          </a:p>
        </p:txBody>
      </p:sp>
      <p:sp>
        <p:nvSpPr>
          <p:cNvPr id="25" name="">
            <a:extLst xmlns:a="http://schemas.openxmlformats.org/drawingml/2006/main">
              <a:ext uri="{FF2B5EF4-FFF2-40B4-BE49-F238E27FC236}">
                <a16:creationId xmlns:a16="http://schemas.microsoft.com/office/drawing/2014/main" id="{848AEF7A-6824-44D9-9CFB-D90F649EA564}"/>
              </a:ext>
            </a:extLst>
          </p:cNvPr>
          <p:cNvSpPr>
            <a:spLocks xmlns:a="http://schemas.openxmlformats.org/drawingml/2006/main" noGrp="1"/>
          </p:cNvSpPr>
          <p:nvPr/>
        </p:nvSpPr>
        <p:spPr>
          <a:xfrm xmlns:a="http://schemas.openxmlformats.org/drawingml/2006/main">
            <a:off x="685800" y="3028950"/>
            <a:ext cx="10820400" cy="2495550"/>
          </a:xfrm>
          <a:prstGeom xmlns:a="http://schemas.openxmlformats.org/drawingml/2006/main" prst="roundRect">
            <a:avLst>
              <a:gd name="adj" fmla="val 6107"/>
            </a:avLst>
          </a:prstGeom>
          <a:solidFill xmlns:a="http://schemas.openxmlformats.org/drawingml/2006/main">
            <a:srgbClr val="0F3555"/>
          </a:solidFill>
          <a:ln xmlns:a="http://schemas.openxmlformats.org/drawingml/2006/main" w="0">
            <a:solidFill>
              <a:srgbClr val="0F3555"/>
            </a:solidFill>
            <a:prstDash val="solid"/>
          </a:ln>
        </p:spPr>
      </p:sp>
      <p:sp>
        <p:nvSpPr>
          <p:cNvPr id="26" name="">
            <a:extLst xmlns:a="http://schemas.openxmlformats.org/drawingml/2006/main">
              <a:ext uri="{FF2B5EF4-FFF2-40B4-BE49-F238E27FC236}">
                <a16:creationId xmlns:a16="http://schemas.microsoft.com/office/drawing/2014/main" id="{E7E0F300-FBED-4575-AE48-D5BF9612CB69}"/>
              </a:ext>
            </a:extLst>
          </p:cNvPr>
          <p:cNvSpPr>
            <a:spLocks xmlns:a="http://schemas.openxmlformats.org/drawingml/2006/main" noGrp="1"/>
          </p:cNvSpPr>
          <p:nvPr/>
        </p:nvSpPr>
        <p:spPr>
          <a:xfrm xmlns:a="http://schemas.openxmlformats.org/drawingml/2006/main">
            <a:off x="914400" y="320040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A9D2E0"/>
                </a:solidFill>
              </a:defRPr>
            </a:pPr>
            <a:r>
              <a:rPr sz="1350" b="1">
                <a:solidFill>
                  <a:srgbClr val="A9D2E0"/>
                </a:solidFill>
              </a:rPr>
              <a:t>Jittor 核心执行路径</a:t>
            </a:r>
          </a:p>
        </p:txBody>
      </p:sp>
      <p:sp>
        <p:nvSpPr>
          <p:cNvPr id="27" name="">
            <a:extLst xmlns:a="http://schemas.openxmlformats.org/drawingml/2006/main">
              <a:ext uri="{FF2B5EF4-FFF2-40B4-BE49-F238E27FC236}">
                <a16:creationId xmlns:a16="http://schemas.microsoft.com/office/drawing/2014/main" id="{92F70466-60FC-4468-ACEF-914E1B6E78B8}"/>
              </a:ext>
            </a:extLst>
          </p:cNvPr>
          <p:cNvSpPr>
            <a:spLocks xmlns:a="http://schemas.openxmlformats.org/drawingml/2006/main" noGrp="1"/>
          </p:cNvSpPr>
          <p:nvPr/>
        </p:nvSpPr>
        <p:spPr>
          <a:xfrm xmlns:a="http://schemas.openxmlformats.org/drawingml/2006/main">
            <a:off x="933450" y="3600450"/>
            <a:ext cx="100965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FFFFFF"/>
                </a:solidFill>
              </a:defRPr>
            </a:pPr>
            <a:r>
              <a:rPr sz="1425" b="0">
                <a:solidFill>
                  <a:srgbClr val="FFFFFF"/>
                </a:solidFill>
              </a:rPr>
              <a:t>hidden = dropout(relu(fc(features)))</a:t>
            </a:r>
          </a:p>
          <a:p xmlns:a="http://schemas.openxmlformats.org/drawingml/2006/main">
            <a:pPr algn="l">
              <a:defRPr sz="1425" b="0">
                <a:solidFill>
                  <a:srgbClr val="FFFFFF"/>
                </a:solidFill>
              </a:defRPr>
            </a:pPr>
            <a:r>
              <a:rPr sz="1425" b="0">
                <a:solidFill>
                  <a:srgbClr val="FFFFFF"/>
                </a:solidFill>
              </a:rPr>
              <a:t>raw_attention, hidden = gated_attention(hidden)</a:t>
            </a:r>
          </a:p>
          <a:p xmlns:a="http://schemas.openxmlformats.org/drawingml/2006/main">
            <a:pPr algn="l">
              <a:defRPr sz="1425" b="0">
                <a:solidFill>
                  <a:srgbClr val="FFFFFF"/>
                </a:solidFill>
              </a:defRPr>
            </a:pPr>
            <a:r>
              <a:rPr sz="1425" b="0">
                <a:solidFill>
                  <a:srgbClr val="FFFFFF"/>
                </a:solidFill>
              </a:rPr>
              <a:t>attention = softmax(raw_attention, dim=1)</a:t>
            </a:r>
          </a:p>
          <a:p xmlns:a="http://schemas.openxmlformats.org/drawingml/2006/main">
            <a:pPr algn="l">
              <a:defRPr sz="1425" b="0">
                <a:solidFill>
                  <a:srgbClr val="FFFFFF"/>
                </a:solidFill>
              </a:defRPr>
            </a:pPr>
            <a:r>
              <a:rPr sz="1425" b="0">
                <a:solidFill>
                  <a:srgbClr val="FFFFFF"/>
                </a:solidFill>
              </a:rPr>
              <a:t>pooled = matmul(attention, hidden)</a:t>
            </a:r>
          </a:p>
          <a:p xmlns:a="http://schemas.openxmlformats.org/drawingml/2006/main">
            <a:pPr algn="l">
              <a:defRPr sz="1425" b="0">
                <a:solidFill>
                  <a:srgbClr val="FFFFFF"/>
                </a:solidFill>
              </a:defRPr>
            </a:pPr>
            <a:r>
              <a:rPr sz="1425" b="0">
                <a:solidFill>
                  <a:srgbClr val="FFFFFF"/>
                </a:solidFill>
              </a:rPr>
              <a:t>fused = pooled + text_to_vision(organ_embedding[organ_index])</a:t>
            </a:r>
          </a:p>
          <a:p xmlns:a="http://schemas.openxmlformats.org/drawingml/2006/main">
            <a:pPr algn="l">
              <a:defRPr sz="1425" b="0">
                <a:solidFill>
                  <a:srgbClr val="FFFFFF"/>
                </a:solidFill>
              </a:defRPr>
            </a:pPr>
            <a:r>
              <a:rPr sz="1425" b="0">
                <a:solidFill>
                  <a:srgbClr val="FFFFFF"/>
                </a:solidFill>
              </a:rPr>
              <a:t>logits = classifier(fused)</a:t>
            </a:r>
          </a:p>
        </p:txBody>
      </p:sp>
      <p:sp>
        <p:nvSpPr>
          <p:cNvPr id="28" name="">
            <a:extLst xmlns:a="http://schemas.openxmlformats.org/drawingml/2006/main">
              <a:ext uri="{FF2B5EF4-FFF2-40B4-BE49-F238E27FC236}">
                <a16:creationId xmlns:a16="http://schemas.microsoft.com/office/drawing/2014/main" id="{5D09D909-6CE1-4CD0-A52F-013D6334C54E}"/>
              </a:ext>
            </a:extLst>
          </p:cNvPr>
          <p:cNvSpPr>
            <a:spLocks xmlns:a="http://schemas.openxmlformats.org/drawingml/2006/main" noGrp="1"/>
          </p:cNvSpPr>
          <p:nvPr/>
        </p:nvSpPr>
        <p:spPr>
          <a:xfrm xmlns:a="http://schemas.openxmlformats.org/drawingml/2006/main">
            <a:off x="1885950" y="5810250"/>
            <a:ext cx="8420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F0A24A"/>
                </a:solidFill>
              </a:defRPr>
            </a:pPr>
            <a:r>
              <a:rPr sz="1500" b="1">
                <a:solidFill>
                  <a:srgbClr val="F0A24A"/>
                </a:solidFill>
              </a:rPr>
              <a:t>关键不是语法翻译，而是维度、归一化轴和返回字段都不能漂移。</a:t>
            </a:r>
          </a:p>
        </p:txBody>
      </p:sp>
    </p:spTree>
    <p:extLst>
      <p:ext uri="{BB962C8B-B14F-4D97-AF65-F5344CB8AC3E}">
        <p14:creationId xmlns:p14="http://schemas.microsoft.com/office/powerpoint/2010/main" val="22993270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4C30C4A2-5A71-443F-81AE-EBA1C5E2F97E}"/>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174A7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EC204B8-4DDF-46B9-8EC8-59DD6CF2DFB7}"/>
              </a:ext>
            </a:extLst>
          </p:cNvPr>
          <p:cNvSpPr>
            <a:spLocks xmlns:a="http://schemas.openxmlformats.org/drawingml/2006/main" noGrp="1"/>
          </p:cNvSpPr>
          <p:nvPr/>
        </p:nvSpPr>
        <p:spPr>
          <a:xfrm xmlns:a="http://schemas.openxmlformats.org/drawingml/2006/main">
            <a:off x="400050" y="19050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D76A8"/>
                </a:solidFill>
              </a:defRPr>
            </a:pPr>
            <a:r>
              <a:rPr sz="975" b="1">
                <a:solidFill>
                  <a:srgbClr val="2D76A8"/>
                </a:solidFill>
              </a:rPr>
              <a:t>03 · 模型实现细节</a:t>
            </a:r>
          </a:p>
        </p:txBody>
      </p:sp>
      <p:sp>
        <p:nvSpPr>
          <p:cNvPr id="3" name="">
            <a:extLst xmlns:a="http://schemas.openxmlformats.org/drawingml/2006/main">
              <a:ext uri="{FF2B5EF4-FFF2-40B4-BE49-F238E27FC236}">
                <a16:creationId xmlns:a16="http://schemas.microsoft.com/office/drawing/2014/main" id="{F255C839-C8C8-4C9B-85B7-41B1BE60DA91}"/>
              </a:ext>
            </a:extLst>
          </p:cNvPr>
          <p:cNvSpPr>
            <a:spLocks xmlns:a="http://schemas.openxmlformats.org/drawingml/2006/main" noGrp="1"/>
          </p:cNvSpPr>
          <p:nvPr/>
        </p:nvSpPr>
        <p:spPr>
          <a:xfrm xmlns:a="http://schemas.openxmlformats.org/drawingml/2006/main">
            <a:off x="400050" y="419100"/>
            <a:ext cx="11191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250" b="1">
                <a:solidFill>
                  <a:srgbClr val="183247"/>
                </a:solidFill>
              </a:defRPr>
            </a:pPr>
            <a:r>
              <a:rPr sz="2250" b="1">
                <a:solidFill>
                  <a:srgbClr val="183247"/>
                </a:solidFill>
              </a:rPr>
              <a:t>CHIEFJittor.execute() 严格保留官方计算顺序与返回语义</a:t>
            </a:r>
          </a:p>
        </p:txBody>
      </p:sp>
      <p:sp>
        <p:nvSpPr>
          <p:cNvPr id="4" name="">
            <a:extLst xmlns:a="http://schemas.openxmlformats.org/drawingml/2006/main">
              <a:ext uri="{FF2B5EF4-FFF2-40B4-BE49-F238E27FC236}">
                <a16:creationId xmlns:a16="http://schemas.microsoft.com/office/drawing/2014/main" id="{0E00715D-E1FF-4F00-A4F4-4EEA025D399E}"/>
              </a:ext>
            </a:extLst>
          </p:cNvPr>
          <p:cNvSpPr>
            <a:spLocks xmlns:a="http://schemas.openxmlformats.org/drawingml/2006/main" noGrp="1"/>
          </p:cNvSpPr>
          <p:nvPr/>
        </p:nvSpPr>
        <p:spPr>
          <a:xfrm xmlns:a="http://schemas.openxmlformats.org/drawingml/2006/main">
            <a:off x="400050" y="1009650"/>
            <a:ext cx="11391900" cy="9525"/>
          </a:xfrm>
          <a:prstGeom xmlns:a="http://schemas.openxmlformats.org/drawingml/2006/main" prst="rect">
            <a:avLst/>
          </a:prstGeom>
          <a:solidFill xmlns:a="http://schemas.openxmlformats.org/drawingml/2006/main">
            <a:srgbClr val="D8E2E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6AD561F-60B0-4D86-B7C8-70204CE60E64}"/>
              </a:ext>
            </a:extLst>
          </p:cNvPr>
          <p:cNvSpPr>
            <a:spLocks xmlns:a="http://schemas.openxmlformats.org/drawingml/2006/main" noGrp="1"/>
          </p:cNvSpPr>
          <p:nvPr/>
        </p:nvSpPr>
        <p:spPr>
          <a:xfrm xmlns:a="http://schemas.openxmlformats.org/drawingml/2006/main">
            <a:off x="11334750" y="6477000"/>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0">
                <a:solidFill>
                  <a:srgbClr val="687B8C"/>
                </a:solidFill>
              </a:defRPr>
            </a:pPr>
            <a:r>
              <a:rPr sz="900" b="0">
                <a:solidFill>
                  <a:srgbClr val="687B8C"/>
                </a:solidFill>
              </a:rPr>
              <a:t>16</a:t>
            </a:r>
          </a:p>
        </p:txBody>
      </p:sp>
      <p:sp>
        <p:nvSpPr>
          <p:cNvPr id="6" name="">
            <a:extLst xmlns:a="http://schemas.openxmlformats.org/drawingml/2006/main">
              <a:ext uri="{FF2B5EF4-FFF2-40B4-BE49-F238E27FC236}">
                <a16:creationId xmlns:a16="http://schemas.microsoft.com/office/drawing/2014/main" id="{4703F6BD-46CD-4AE2-845C-CFF464402A55}"/>
              </a:ext>
            </a:extLst>
          </p:cNvPr>
          <p:cNvSpPr>
            <a:spLocks xmlns:a="http://schemas.openxmlformats.org/drawingml/2006/main" noGrp="1"/>
          </p:cNvSpPr>
          <p:nvPr/>
        </p:nvSpPr>
        <p:spPr>
          <a:xfrm xmlns:a="http://schemas.openxmlformats.org/drawingml/2006/main">
            <a:off x="514350" y="1352550"/>
            <a:ext cx="6896100" cy="4343400"/>
          </a:xfrm>
          <a:prstGeom xmlns:a="http://schemas.openxmlformats.org/drawingml/2006/main" prst="roundRect">
            <a:avLst>
              <a:gd name="adj" fmla="val 3509"/>
            </a:avLst>
          </a:prstGeom>
          <a:solidFill xmlns:a="http://schemas.openxmlformats.org/drawingml/2006/main">
            <a:srgbClr val="0F3555"/>
          </a:solidFill>
          <a:ln xmlns:a="http://schemas.openxmlformats.org/drawingml/2006/main" w="0">
            <a:solidFill>
              <a:srgbClr val="0F3555"/>
            </a:solidFill>
            <a:prstDash val="solid"/>
          </a:ln>
        </p:spPr>
      </p:sp>
      <p:sp>
        <p:nvSpPr>
          <p:cNvPr id="7" name="">
            <a:extLst xmlns:a="http://schemas.openxmlformats.org/drawingml/2006/main">
              <a:ext uri="{FF2B5EF4-FFF2-40B4-BE49-F238E27FC236}">
                <a16:creationId xmlns:a16="http://schemas.microsoft.com/office/drawing/2014/main" id="{0C733AA3-8233-44E4-88AD-E05C9F420073}"/>
              </a:ext>
            </a:extLst>
          </p:cNvPr>
          <p:cNvSpPr>
            <a:spLocks xmlns:a="http://schemas.openxmlformats.org/drawingml/2006/main" noGrp="1"/>
          </p:cNvSpPr>
          <p:nvPr/>
        </p:nvSpPr>
        <p:spPr>
          <a:xfrm xmlns:a="http://schemas.openxmlformats.org/drawingml/2006/main">
            <a:off x="762000" y="150495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A9D2E0"/>
                </a:solidFill>
              </a:defRPr>
            </a:pPr>
            <a:r>
              <a:rPr sz="1275" b="1">
                <a:solidFill>
                  <a:srgbClr val="A9D2E0"/>
                </a:solidFill>
              </a:rPr>
              <a:t>chief_jittor/model.py</a:t>
            </a:r>
          </a:p>
        </p:txBody>
      </p:sp>
      <p:sp>
        <p:nvSpPr>
          <p:cNvPr id="8" name="">
            <a:extLst xmlns:a="http://schemas.openxmlformats.org/drawingml/2006/main">
              <a:ext uri="{FF2B5EF4-FFF2-40B4-BE49-F238E27FC236}">
                <a16:creationId xmlns:a16="http://schemas.microsoft.com/office/drawing/2014/main" id="{D695FEC5-754C-4DE5-A52F-0DC9A9246C55}"/>
              </a:ext>
            </a:extLst>
          </p:cNvPr>
          <p:cNvSpPr>
            <a:spLocks xmlns:a="http://schemas.openxmlformats.org/drawingml/2006/main" noGrp="1"/>
          </p:cNvSpPr>
          <p:nvPr/>
        </p:nvSpPr>
        <p:spPr>
          <a:xfrm xmlns:a="http://schemas.openxmlformats.org/drawingml/2006/main">
            <a:off x="781050" y="1943100"/>
            <a:ext cx="6286500" cy="3219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FFFFFF"/>
                </a:solidFill>
              </a:defRPr>
            </a:pPr>
            <a:r>
              <a:rPr sz="1350" b="0">
                <a:solidFill>
                  <a:srgbClr val="FFFFFF"/>
                </a:solidFill>
              </a:rPr>
              <a:t>original = features</a:t>
            </a:r>
          </a:p>
          <a:p xmlns:a="http://schemas.openxmlformats.org/drawingml/2006/main">
            <a:pPr algn="l">
              <a:defRPr sz="1350" b="0">
                <a:solidFill>
                  <a:srgbClr val="FFFFFF"/>
                </a:solidFill>
              </a:defRPr>
            </a:pPr>
            <a:r>
              <a:rPr sz="1350" b="0">
                <a:solidFill>
                  <a:srgbClr val="FFFFFF"/>
                </a:solidFill>
              </a:rPr>
              <a:t>hidden = dropout(relu(fc(features)))</a:t>
            </a:r>
          </a:p>
          <a:p xmlns:a="http://schemas.openxmlformats.org/drawingml/2006/main">
            <a:pPr algn="l">
              <a:defRPr sz="1350" b="0">
                <a:solidFill>
                  <a:srgbClr val="FFFFFF"/>
                </a:solidFill>
              </a:defRPr>
            </a:pPr>
            <a:r>
              <a:rPr sz="1350" b="0">
                <a:solidFill>
                  <a:srgbClr val="FFFFFF"/>
                </a:solidFill>
              </a:rPr>
              <a:t>raw_attention, hidden = gated_attention(hidden)</a:t>
            </a:r>
          </a:p>
          <a:p xmlns:a="http://schemas.openxmlformats.org/drawingml/2006/main">
            <a:pPr algn="l">
              <a:defRPr sz="1350" b="0">
                <a:solidFill>
                  <a:srgbClr val="FFFFFF"/>
                </a:solidFill>
              </a:defRPr>
            </a:pPr>
            <a:r>
              <a:rPr sz="1350" b="0">
                <a:solidFill>
                  <a:srgbClr val="FFFFFF"/>
                </a:solidFill>
              </a:rPr>
              <a:t>raw_attention = raw_attention.transpose(1, 0)</a:t>
            </a:r>
          </a:p>
          <a:p xmlns:a="http://schemas.openxmlformats.org/drawingml/2006/main">
            <a:pPr algn="l">
              <a:defRPr sz="1350" b="0">
                <a:solidFill>
                  <a:srgbClr val="FFFFFF"/>
                </a:solidFill>
              </a:defRPr>
            </a:pPr>
            <a:r>
              <a:rPr sz="1350" b="0">
                <a:solidFill>
                  <a:srgbClr val="FFFFFF"/>
                </a:solidFill>
              </a:rPr>
              <a:t>attention = nn.softmax(raw_attention, dim=1)</a:t>
            </a:r>
          </a:p>
          <a:p xmlns:a="http://schemas.openxmlformats.org/drawingml/2006/main">
            <a:pPr algn="l">
              <a:defRPr sz="1350" b="0">
                <a:solidFill>
                  <a:srgbClr val="FFFFFF"/>
                </a:solidFill>
              </a:defRPr>
            </a:pPr>
            <a:r>
              <a:rPr sz="1350" b="0">
                <a:solidFill>
                  <a:srgbClr val="FFFFFF"/>
                </a:solidFill>
              </a:rPr>
              <a:t>pooled = jt.matmul(attention, hidden)</a:t>
            </a:r>
          </a:p>
          <a:p xmlns:a="http://schemas.openxmlformats.org/drawingml/2006/main">
            <a:pPr algn="l">
              <a:defRPr sz="1350" b="0">
                <a:solidFill>
                  <a:srgbClr val="FFFFFF"/>
                </a:solidFill>
              </a:defRPr>
            </a:pPr>
            <a:r>
              <a:rPr sz="1350" b="0">
                <a:solidFill>
                  <a:srgbClr val="FFFFFF"/>
                </a:solidFill>
              </a:rPr>
              <a:t>slide_embedding = jt.matmul(attention, original)</a:t>
            </a:r>
          </a:p>
          <a:p xmlns:a="http://schemas.openxmlformats.org/drawingml/2006/main">
            <a:pPr algn="l">
              <a:defRPr sz="1350" b="0">
                <a:solidFill>
                  <a:srgbClr val="FFFFFF"/>
                </a:solidFill>
              </a:defRPr>
            </a:pPr>
            <a:r>
              <a:rPr sz="1350" b="0">
                <a:solidFill>
                  <a:srgbClr val="FFFFFF"/>
                </a:solidFill>
              </a:rPr>
              <a:t>organ = text_to_vision(organ_embedding[organ_index])</a:t>
            </a:r>
          </a:p>
          <a:p xmlns:a="http://schemas.openxmlformats.org/drawingml/2006/main">
            <a:pPr algn="l">
              <a:defRPr sz="1350" b="0">
                <a:solidFill>
                  <a:srgbClr val="FFFFFF"/>
                </a:solidFill>
              </a:defRPr>
            </a:pPr>
            <a:r>
              <a:rPr sz="1350" b="0">
                <a:solidFill>
                  <a:srgbClr val="FFFFFF"/>
                </a:solidFill>
              </a:rPr>
              <a:t>fused = pooled + organ</a:t>
            </a:r>
          </a:p>
          <a:p xmlns:a="http://schemas.openxmlformats.org/drawingml/2006/main">
            <a:pPr algn="l">
              <a:defRPr sz="1350" b="0">
                <a:solidFill>
                  <a:srgbClr val="FFFFFF"/>
                </a:solidFill>
              </a:defRPr>
            </a:pPr>
            <a:r>
              <a:rPr sz="1350" b="0">
                <a:solidFill>
                  <a:srgbClr val="FFFFFF"/>
                </a:solidFill>
              </a:rPr>
              <a:t>logits = classifier(fused)</a:t>
            </a:r>
          </a:p>
        </p:txBody>
      </p:sp>
      <p:sp>
        <p:nvSpPr>
          <p:cNvPr id="9" name="">
            <a:extLst xmlns:a="http://schemas.openxmlformats.org/drawingml/2006/main">
              <a:ext uri="{FF2B5EF4-FFF2-40B4-BE49-F238E27FC236}">
                <a16:creationId xmlns:a16="http://schemas.microsoft.com/office/drawing/2014/main" id="{DE3A2CD4-B23B-427F-A33E-FEF8181EBC77}"/>
              </a:ext>
            </a:extLst>
          </p:cNvPr>
          <p:cNvSpPr>
            <a:spLocks xmlns:a="http://schemas.openxmlformats.org/drawingml/2006/main" noGrp="1"/>
          </p:cNvSpPr>
          <p:nvPr/>
        </p:nvSpPr>
        <p:spPr>
          <a:xfrm xmlns:a="http://schemas.openxmlformats.org/drawingml/2006/main">
            <a:off x="7848600" y="1428750"/>
            <a:ext cx="3771900" cy="666750"/>
          </a:xfrm>
          <a:prstGeom xmlns:a="http://schemas.openxmlformats.org/drawingml/2006/main" prst="roundRect">
            <a:avLst>
              <a:gd name="adj" fmla="val 17143"/>
            </a:avLst>
          </a:prstGeom>
          <a:solidFill xmlns:a="http://schemas.openxmlformats.org/drawingml/2006/main">
            <a:srgbClr val="EAF3F8"/>
          </a:solidFill>
          <a:ln xmlns:a="http://schemas.openxmlformats.org/drawingml/2006/main" w="9525">
            <a:solidFill>
              <a:srgbClr val="2D76A8"/>
            </a:solidFill>
            <a:prstDash val="solid"/>
          </a:ln>
        </p:spPr>
      </p:sp>
      <p:sp>
        <p:nvSpPr>
          <p:cNvPr id="10" name="">
            <a:extLst xmlns:a="http://schemas.openxmlformats.org/drawingml/2006/main">
              <a:ext uri="{FF2B5EF4-FFF2-40B4-BE49-F238E27FC236}">
                <a16:creationId xmlns:a16="http://schemas.microsoft.com/office/drawing/2014/main" id="{C673275A-49AB-4E77-BB0E-B67FA696EF0B}"/>
              </a:ext>
            </a:extLst>
          </p:cNvPr>
          <p:cNvSpPr>
            <a:spLocks xmlns:a="http://schemas.openxmlformats.org/drawingml/2006/main" noGrp="1"/>
          </p:cNvSpPr>
          <p:nvPr/>
        </p:nvSpPr>
        <p:spPr>
          <a:xfrm xmlns:a="http://schemas.openxmlformats.org/drawingml/2006/main">
            <a:off x="8039100" y="1524000"/>
            <a:ext cx="1104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D76A8"/>
                </a:solidFill>
              </a:defRPr>
            </a:pPr>
            <a:r>
              <a:rPr sz="1200" b="1">
                <a:solidFill>
                  <a:srgbClr val="2D76A8"/>
                </a:solidFill>
              </a:rPr>
              <a:t>转置</a:t>
            </a:r>
          </a:p>
        </p:txBody>
      </p:sp>
      <p:sp>
        <p:nvSpPr>
          <p:cNvPr id="11" name="">
            <a:extLst xmlns:a="http://schemas.openxmlformats.org/drawingml/2006/main">
              <a:ext uri="{FF2B5EF4-FFF2-40B4-BE49-F238E27FC236}">
                <a16:creationId xmlns:a16="http://schemas.microsoft.com/office/drawing/2014/main" id="{1F7558E5-AB88-4F0B-8D94-D6ADC4A7ECCA}"/>
              </a:ext>
            </a:extLst>
          </p:cNvPr>
          <p:cNvSpPr>
            <a:spLocks xmlns:a="http://schemas.openxmlformats.org/drawingml/2006/main" noGrp="1"/>
          </p:cNvSpPr>
          <p:nvPr/>
        </p:nvSpPr>
        <p:spPr>
          <a:xfrm xmlns:a="http://schemas.openxmlformats.org/drawingml/2006/main">
            <a:off x="9239250" y="1504950"/>
            <a:ext cx="2190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83247"/>
                </a:solidFill>
              </a:defRPr>
            </a:pPr>
            <a:r>
              <a:rPr sz="1200" b="0">
                <a:solidFill>
                  <a:srgbClr val="183247"/>
                </a:solidFill>
              </a:rPr>
              <a:t>N×1 → 1×N</a:t>
            </a:r>
          </a:p>
        </p:txBody>
      </p:sp>
      <p:sp>
        <p:nvSpPr>
          <p:cNvPr id="12" name="">
            <a:extLst xmlns:a="http://schemas.openxmlformats.org/drawingml/2006/main">
              <a:ext uri="{FF2B5EF4-FFF2-40B4-BE49-F238E27FC236}">
                <a16:creationId xmlns:a16="http://schemas.microsoft.com/office/drawing/2014/main" id="{9DF658D0-0C5B-4E26-953D-3406B84C14F7}"/>
              </a:ext>
            </a:extLst>
          </p:cNvPr>
          <p:cNvSpPr>
            <a:spLocks xmlns:a="http://schemas.openxmlformats.org/drawingml/2006/main" noGrp="1"/>
          </p:cNvSpPr>
          <p:nvPr/>
        </p:nvSpPr>
        <p:spPr>
          <a:xfrm xmlns:a="http://schemas.openxmlformats.org/drawingml/2006/main">
            <a:off x="7848600" y="2266950"/>
            <a:ext cx="3771900" cy="666750"/>
          </a:xfrm>
          <a:prstGeom xmlns:a="http://schemas.openxmlformats.org/drawingml/2006/main" prst="roundRect">
            <a:avLst>
              <a:gd name="adj" fmla="val 17143"/>
            </a:avLst>
          </a:prstGeom>
          <a:solidFill xmlns:a="http://schemas.openxmlformats.org/drawingml/2006/main">
            <a:srgbClr val="FFF4E7"/>
          </a:solidFill>
          <a:ln xmlns:a="http://schemas.openxmlformats.org/drawingml/2006/main" w="9525">
            <a:solidFill>
              <a:srgbClr val="F0A24A"/>
            </a:solidFill>
            <a:prstDash val="solid"/>
          </a:ln>
        </p:spPr>
      </p:sp>
      <p:sp>
        <p:nvSpPr>
          <p:cNvPr id="13" name="">
            <a:extLst xmlns:a="http://schemas.openxmlformats.org/drawingml/2006/main">
              <a:ext uri="{FF2B5EF4-FFF2-40B4-BE49-F238E27FC236}">
                <a16:creationId xmlns:a16="http://schemas.microsoft.com/office/drawing/2014/main" id="{961CFB96-C94A-4248-AF52-ED438EB365AD}"/>
              </a:ext>
            </a:extLst>
          </p:cNvPr>
          <p:cNvSpPr>
            <a:spLocks xmlns:a="http://schemas.openxmlformats.org/drawingml/2006/main" noGrp="1"/>
          </p:cNvSpPr>
          <p:nvPr/>
        </p:nvSpPr>
        <p:spPr>
          <a:xfrm xmlns:a="http://schemas.openxmlformats.org/drawingml/2006/main">
            <a:off x="8039100" y="2362200"/>
            <a:ext cx="1104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F0A24A"/>
                </a:solidFill>
              </a:defRPr>
            </a:pPr>
            <a:r>
              <a:rPr sz="1200" b="1">
                <a:solidFill>
                  <a:srgbClr val="F0A24A"/>
                </a:solidFill>
              </a:rPr>
              <a:t>归一化轴</a:t>
            </a:r>
          </a:p>
        </p:txBody>
      </p:sp>
      <p:sp>
        <p:nvSpPr>
          <p:cNvPr id="14" name="">
            <a:extLst xmlns:a="http://schemas.openxmlformats.org/drawingml/2006/main">
              <a:ext uri="{FF2B5EF4-FFF2-40B4-BE49-F238E27FC236}">
                <a16:creationId xmlns:a16="http://schemas.microsoft.com/office/drawing/2014/main" id="{3C453C87-177A-48E2-B3C2-9F929105C901}"/>
              </a:ext>
            </a:extLst>
          </p:cNvPr>
          <p:cNvSpPr>
            <a:spLocks xmlns:a="http://schemas.openxmlformats.org/drawingml/2006/main" noGrp="1"/>
          </p:cNvSpPr>
          <p:nvPr/>
        </p:nvSpPr>
        <p:spPr>
          <a:xfrm xmlns:a="http://schemas.openxmlformats.org/drawingml/2006/main">
            <a:off x="9239250" y="2343150"/>
            <a:ext cx="2190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83247"/>
                </a:solidFill>
              </a:defRPr>
            </a:pPr>
            <a:r>
              <a:rPr sz="1200" b="0">
                <a:solidFill>
                  <a:srgbClr val="183247"/>
                </a:solidFill>
              </a:rPr>
              <a:t>dim=1 是 patch 轴</a:t>
            </a:r>
          </a:p>
        </p:txBody>
      </p:sp>
      <p:sp>
        <p:nvSpPr>
          <p:cNvPr id="15" name="">
            <a:extLst xmlns:a="http://schemas.openxmlformats.org/drawingml/2006/main">
              <a:ext uri="{FF2B5EF4-FFF2-40B4-BE49-F238E27FC236}">
                <a16:creationId xmlns:a16="http://schemas.microsoft.com/office/drawing/2014/main" id="{5F496CF0-1384-4D09-BC07-630C1C197A31}"/>
              </a:ext>
            </a:extLst>
          </p:cNvPr>
          <p:cNvSpPr>
            <a:spLocks xmlns:a="http://schemas.openxmlformats.org/drawingml/2006/main" noGrp="1"/>
          </p:cNvSpPr>
          <p:nvPr/>
        </p:nvSpPr>
        <p:spPr>
          <a:xfrm xmlns:a="http://schemas.openxmlformats.org/drawingml/2006/main">
            <a:off x="7848600" y="3105150"/>
            <a:ext cx="3771900" cy="666750"/>
          </a:xfrm>
          <a:prstGeom xmlns:a="http://schemas.openxmlformats.org/drawingml/2006/main" prst="roundRect">
            <a:avLst>
              <a:gd name="adj" fmla="val 17143"/>
            </a:avLst>
          </a:prstGeom>
          <a:solidFill xmlns:a="http://schemas.openxmlformats.org/drawingml/2006/main">
            <a:srgbClr val="E9F7F4"/>
          </a:solidFill>
          <a:ln xmlns:a="http://schemas.openxmlformats.org/drawingml/2006/main" w="9525">
            <a:solidFill>
              <a:srgbClr val="28A99E"/>
            </a:solidFill>
            <a:prstDash val="solid"/>
          </a:ln>
        </p:spPr>
      </p:sp>
      <p:sp>
        <p:nvSpPr>
          <p:cNvPr id="16" name="">
            <a:extLst xmlns:a="http://schemas.openxmlformats.org/drawingml/2006/main">
              <a:ext uri="{FF2B5EF4-FFF2-40B4-BE49-F238E27FC236}">
                <a16:creationId xmlns:a16="http://schemas.microsoft.com/office/drawing/2014/main" id="{36F72F57-658D-4C29-ACAE-F6D7753E4D07}"/>
              </a:ext>
            </a:extLst>
          </p:cNvPr>
          <p:cNvSpPr>
            <a:spLocks xmlns:a="http://schemas.openxmlformats.org/drawingml/2006/main" noGrp="1"/>
          </p:cNvSpPr>
          <p:nvPr/>
        </p:nvSpPr>
        <p:spPr>
          <a:xfrm xmlns:a="http://schemas.openxmlformats.org/drawingml/2006/main">
            <a:off x="8039100" y="3200400"/>
            <a:ext cx="1104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8A99E"/>
                </a:solidFill>
              </a:defRPr>
            </a:pPr>
            <a:r>
              <a:rPr sz="1200" b="1">
                <a:solidFill>
                  <a:srgbClr val="28A99E"/>
                </a:solidFill>
              </a:rPr>
              <a:t>双重聚合</a:t>
            </a:r>
          </a:p>
        </p:txBody>
      </p:sp>
      <p:sp>
        <p:nvSpPr>
          <p:cNvPr id="17" name="">
            <a:extLst xmlns:a="http://schemas.openxmlformats.org/drawingml/2006/main">
              <a:ext uri="{FF2B5EF4-FFF2-40B4-BE49-F238E27FC236}">
                <a16:creationId xmlns:a16="http://schemas.microsoft.com/office/drawing/2014/main" id="{9E82E51C-9CA6-4FBB-8B4C-77DABAD0311A}"/>
              </a:ext>
            </a:extLst>
          </p:cNvPr>
          <p:cNvSpPr>
            <a:spLocks xmlns:a="http://schemas.openxmlformats.org/drawingml/2006/main" noGrp="1"/>
          </p:cNvSpPr>
          <p:nvPr/>
        </p:nvSpPr>
        <p:spPr>
          <a:xfrm xmlns:a="http://schemas.openxmlformats.org/drawingml/2006/main">
            <a:off x="9239250" y="3181350"/>
            <a:ext cx="2190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183247"/>
                </a:solidFill>
              </a:defRPr>
            </a:pPr>
            <a:r>
              <a:rPr sz="1200" b="1">
                <a:solidFill>
                  <a:srgbClr val="183247"/>
                </a:solidFill>
              </a:rPr>
              <a:t>hidden 用于分类；original 用于 WSI 特征</a:t>
            </a:r>
          </a:p>
        </p:txBody>
      </p:sp>
      <p:sp>
        <p:nvSpPr>
          <p:cNvPr id="18" name="">
            <a:extLst xmlns:a="http://schemas.openxmlformats.org/drawingml/2006/main">
              <a:ext uri="{FF2B5EF4-FFF2-40B4-BE49-F238E27FC236}">
                <a16:creationId xmlns:a16="http://schemas.microsoft.com/office/drawing/2014/main" id="{0D0AF5E1-F464-4F39-9944-3EE805061300}"/>
              </a:ext>
            </a:extLst>
          </p:cNvPr>
          <p:cNvSpPr>
            <a:spLocks xmlns:a="http://schemas.openxmlformats.org/drawingml/2006/main" noGrp="1"/>
          </p:cNvSpPr>
          <p:nvPr/>
        </p:nvSpPr>
        <p:spPr>
          <a:xfrm xmlns:a="http://schemas.openxmlformats.org/drawingml/2006/main">
            <a:off x="7848600" y="3943350"/>
            <a:ext cx="3771900" cy="666750"/>
          </a:xfrm>
          <a:prstGeom xmlns:a="http://schemas.openxmlformats.org/drawingml/2006/main" prst="roundRect">
            <a:avLst>
              <a:gd name="adj" fmla="val 17143"/>
            </a:avLst>
          </a:prstGeom>
          <a:solidFill xmlns:a="http://schemas.openxmlformats.org/drawingml/2006/main">
            <a:srgbClr val="FCEDEC"/>
          </a:solidFill>
          <a:ln xmlns:a="http://schemas.openxmlformats.org/drawingml/2006/main" w="9525">
            <a:solidFill>
              <a:srgbClr val="E66F6A"/>
            </a:solidFill>
            <a:prstDash val="solid"/>
          </a:ln>
        </p:spPr>
      </p:sp>
      <p:sp>
        <p:nvSpPr>
          <p:cNvPr id="19" name="">
            <a:extLst xmlns:a="http://schemas.openxmlformats.org/drawingml/2006/main">
              <a:ext uri="{FF2B5EF4-FFF2-40B4-BE49-F238E27FC236}">
                <a16:creationId xmlns:a16="http://schemas.microsoft.com/office/drawing/2014/main" id="{45A541E2-6612-4FE4-93D1-08654B7896A4}"/>
              </a:ext>
            </a:extLst>
          </p:cNvPr>
          <p:cNvSpPr>
            <a:spLocks xmlns:a="http://schemas.openxmlformats.org/drawingml/2006/main" noGrp="1"/>
          </p:cNvSpPr>
          <p:nvPr/>
        </p:nvSpPr>
        <p:spPr>
          <a:xfrm xmlns:a="http://schemas.openxmlformats.org/drawingml/2006/main">
            <a:off x="8039100" y="4038600"/>
            <a:ext cx="1104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E66F6A"/>
                </a:solidFill>
              </a:defRPr>
            </a:pPr>
            <a:r>
              <a:rPr sz="1200" b="1">
                <a:solidFill>
                  <a:srgbClr val="E66F6A"/>
                </a:solidFill>
              </a:rPr>
              <a:t>器官融合</a:t>
            </a:r>
          </a:p>
        </p:txBody>
      </p:sp>
      <p:sp>
        <p:nvSpPr>
          <p:cNvPr id="20" name="">
            <a:extLst xmlns:a="http://schemas.openxmlformats.org/drawingml/2006/main">
              <a:ext uri="{FF2B5EF4-FFF2-40B4-BE49-F238E27FC236}">
                <a16:creationId xmlns:a16="http://schemas.microsoft.com/office/drawing/2014/main" id="{ABE649F3-DA0B-4C2C-9856-4C93FA28A5FF}"/>
              </a:ext>
            </a:extLst>
          </p:cNvPr>
          <p:cNvSpPr>
            <a:spLocks xmlns:a="http://schemas.openxmlformats.org/drawingml/2006/main" noGrp="1"/>
          </p:cNvSpPr>
          <p:nvPr/>
        </p:nvSpPr>
        <p:spPr>
          <a:xfrm xmlns:a="http://schemas.openxmlformats.org/drawingml/2006/main">
            <a:off x="9239250" y="4019550"/>
            <a:ext cx="2190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83247"/>
                </a:solidFill>
              </a:defRPr>
            </a:pPr>
            <a:r>
              <a:rPr sz="1200" b="0">
                <a:solidFill>
                  <a:srgbClr val="183247"/>
                </a:solidFill>
              </a:rPr>
              <a:t>512 维相加，不是拼接</a:t>
            </a:r>
          </a:p>
        </p:txBody>
      </p:sp>
      <p:sp>
        <p:nvSpPr>
          <p:cNvPr id="21" name="">
            <a:extLst xmlns:a="http://schemas.openxmlformats.org/drawingml/2006/main">
              <a:ext uri="{FF2B5EF4-FFF2-40B4-BE49-F238E27FC236}">
                <a16:creationId xmlns:a16="http://schemas.microsoft.com/office/drawing/2014/main" id="{8FAA5A6A-0375-421C-8C9D-B657484354D7}"/>
              </a:ext>
            </a:extLst>
          </p:cNvPr>
          <p:cNvSpPr>
            <a:spLocks xmlns:a="http://schemas.openxmlformats.org/drawingml/2006/main" noGrp="1"/>
          </p:cNvSpPr>
          <p:nvPr/>
        </p:nvSpPr>
        <p:spPr>
          <a:xfrm xmlns:a="http://schemas.openxmlformats.org/drawingml/2006/main">
            <a:off x="7848600" y="4781550"/>
            <a:ext cx="3771900" cy="666750"/>
          </a:xfrm>
          <a:prstGeom xmlns:a="http://schemas.openxmlformats.org/drawingml/2006/main" prst="roundRect">
            <a:avLst>
              <a:gd name="adj" fmla="val 17143"/>
            </a:avLst>
          </a:prstGeom>
          <a:solidFill xmlns:a="http://schemas.openxmlformats.org/drawingml/2006/main">
            <a:srgbClr val="F4F7FA"/>
          </a:solidFill>
          <a:ln xmlns:a="http://schemas.openxmlformats.org/drawingml/2006/main" w="9525">
            <a:solidFill>
              <a:srgbClr val="174A74"/>
            </a:solidFill>
            <a:prstDash val="solid"/>
          </a:ln>
        </p:spPr>
      </p:sp>
      <p:sp>
        <p:nvSpPr>
          <p:cNvPr id="22" name="">
            <a:extLst xmlns:a="http://schemas.openxmlformats.org/drawingml/2006/main">
              <a:ext uri="{FF2B5EF4-FFF2-40B4-BE49-F238E27FC236}">
                <a16:creationId xmlns:a16="http://schemas.microsoft.com/office/drawing/2014/main" id="{7EDAFC30-BCA8-4A9D-A403-2EB6B2FAF83B}"/>
              </a:ext>
            </a:extLst>
          </p:cNvPr>
          <p:cNvSpPr>
            <a:spLocks xmlns:a="http://schemas.openxmlformats.org/drawingml/2006/main" noGrp="1"/>
          </p:cNvSpPr>
          <p:nvPr/>
        </p:nvSpPr>
        <p:spPr>
          <a:xfrm xmlns:a="http://schemas.openxmlformats.org/drawingml/2006/main">
            <a:off x="8039100" y="4876800"/>
            <a:ext cx="1104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174A74"/>
                </a:solidFill>
              </a:defRPr>
            </a:pPr>
            <a:r>
              <a:rPr sz="1200" b="1">
                <a:solidFill>
                  <a:srgbClr val="174A74"/>
                </a:solidFill>
              </a:rPr>
              <a:t>返回字段</a:t>
            </a:r>
          </a:p>
        </p:txBody>
      </p:sp>
      <p:sp>
        <p:nvSpPr>
          <p:cNvPr id="23" name="">
            <a:extLst xmlns:a="http://schemas.openxmlformats.org/drawingml/2006/main">
              <a:ext uri="{FF2B5EF4-FFF2-40B4-BE49-F238E27FC236}">
                <a16:creationId xmlns:a16="http://schemas.microsoft.com/office/drawing/2014/main" id="{CB07E621-DB15-4D41-91CF-465589E355F7}"/>
              </a:ext>
            </a:extLst>
          </p:cNvPr>
          <p:cNvSpPr>
            <a:spLocks xmlns:a="http://schemas.openxmlformats.org/drawingml/2006/main" noGrp="1"/>
          </p:cNvSpPr>
          <p:nvPr/>
        </p:nvSpPr>
        <p:spPr>
          <a:xfrm xmlns:a="http://schemas.openxmlformats.org/drawingml/2006/main">
            <a:off x="9239250" y="4857750"/>
            <a:ext cx="2190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83247"/>
                </a:solidFill>
              </a:defRPr>
            </a:pPr>
            <a:r>
              <a:rPr sz="1200" b="0">
                <a:solidFill>
                  <a:srgbClr val="183247"/>
                </a:solidFill>
              </a:rPr>
              <a:t>logits / prob / attention / 两类 feature</a:t>
            </a:r>
          </a:p>
        </p:txBody>
      </p:sp>
      <p:sp>
        <p:nvSpPr>
          <p:cNvPr id="24" name="">
            <a:extLst xmlns:a="http://schemas.openxmlformats.org/drawingml/2006/main">
              <a:ext uri="{FF2B5EF4-FFF2-40B4-BE49-F238E27FC236}">
                <a16:creationId xmlns:a16="http://schemas.microsoft.com/office/drawing/2014/main" id="{6AA7ACFB-30AD-4C20-9E12-26598CAE2080}"/>
              </a:ext>
            </a:extLst>
          </p:cNvPr>
          <p:cNvSpPr>
            <a:spLocks xmlns:a="http://schemas.openxmlformats.org/drawingml/2006/main" noGrp="1"/>
          </p:cNvSpPr>
          <p:nvPr/>
        </p:nvSpPr>
        <p:spPr>
          <a:xfrm xmlns:a="http://schemas.openxmlformats.org/drawingml/2006/main">
            <a:off x="1866900" y="6000750"/>
            <a:ext cx="8458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F0A24A"/>
                </a:solidFill>
              </a:defRPr>
            </a:pPr>
            <a:r>
              <a:rPr sz="1500" b="1">
                <a:solidFill>
                  <a:srgbClr val="F0A24A"/>
                </a:solidFill>
              </a:rPr>
              <a:t>实现正确性的关键，是这些语义细节不能在“换框架”时悄悄改变。</a:t>
            </a:r>
          </a:p>
        </p:txBody>
      </p:sp>
    </p:spTree>
    <p:extLst>
      <p:ext uri="{BB962C8B-B14F-4D97-AF65-F5344CB8AC3E}">
        <p14:creationId xmlns:p14="http://schemas.microsoft.com/office/powerpoint/2010/main" val="128392829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8F226F1C-3EEA-47EE-9B8C-6FAA7ABDBC71}"/>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174A7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B626B99-3EB1-4C21-8427-D13ABDD5AF9D}"/>
              </a:ext>
            </a:extLst>
          </p:cNvPr>
          <p:cNvSpPr>
            <a:spLocks xmlns:a="http://schemas.openxmlformats.org/drawingml/2006/main" noGrp="1"/>
          </p:cNvSpPr>
          <p:nvPr/>
        </p:nvSpPr>
        <p:spPr>
          <a:xfrm xmlns:a="http://schemas.openxmlformats.org/drawingml/2006/main">
            <a:off x="400050" y="19050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D76A8"/>
                </a:solidFill>
              </a:defRPr>
            </a:pPr>
            <a:r>
              <a:rPr sz="975" b="1">
                <a:solidFill>
                  <a:srgbClr val="2D76A8"/>
                </a:solidFill>
              </a:rPr>
              <a:t>03 · Jittor 训练实现</a:t>
            </a:r>
          </a:p>
        </p:txBody>
      </p:sp>
      <p:sp>
        <p:nvSpPr>
          <p:cNvPr id="3" name="">
            <a:extLst xmlns:a="http://schemas.openxmlformats.org/drawingml/2006/main">
              <a:ext uri="{FF2B5EF4-FFF2-40B4-BE49-F238E27FC236}">
                <a16:creationId xmlns:a16="http://schemas.microsoft.com/office/drawing/2014/main" id="{DD0F29FC-3383-413F-A9A1-43753B570891}"/>
              </a:ext>
            </a:extLst>
          </p:cNvPr>
          <p:cNvSpPr>
            <a:spLocks xmlns:a="http://schemas.openxmlformats.org/drawingml/2006/main" noGrp="1"/>
          </p:cNvSpPr>
          <p:nvPr/>
        </p:nvSpPr>
        <p:spPr>
          <a:xfrm xmlns:a="http://schemas.openxmlformats.org/drawingml/2006/main">
            <a:off x="400050" y="419100"/>
            <a:ext cx="11191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250" b="1">
                <a:solidFill>
                  <a:srgbClr val="183247"/>
                </a:solidFill>
              </a:defRPr>
            </a:pPr>
            <a:r>
              <a:rPr sz="2250" b="1">
                <a:solidFill>
                  <a:srgbClr val="183247"/>
                </a:solidFill>
              </a:rPr>
              <a:t>一次训练迭代包含 bag 读取、前向、交叉熵和 optimizer.step(loss)</a:t>
            </a:r>
          </a:p>
        </p:txBody>
      </p:sp>
      <p:sp>
        <p:nvSpPr>
          <p:cNvPr id="4" name="">
            <a:extLst xmlns:a="http://schemas.openxmlformats.org/drawingml/2006/main">
              <a:ext uri="{FF2B5EF4-FFF2-40B4-BE49-F238E27FC236}">
                <a16:creationId xmlns:a16="http://schemas.microsoft.com/office/drawing/2014/main" id="{CBCA896D-EFE2-4F0A-9138-F723D0F151C8}"/>
              </a:ext>
            </a:extLst>
          </p:cNvPr>
          <p:cNvSpPr>
            <a:spLocks xmlns:a="http://schemas.openxmlformats.org/drawingml/2006/main" noGrp="1"/>
          </p:cNvSpPr>
          <p:nvPr/>
        </p:nvSpPr>
        <p:spPr>
          <a:xfrm xmlns:a="http://schemas.openxmlformats.org/drawingml/2006/main">
            <a:off x="400050" y="1009650"/>
            <a:ext cx="11391900" cy="9525"/>
          </a:xfrm>
          <a:prstGeom xmlns:a="http://schemas.openxmlformats.org/drawingml/2006/main" prst="rect">
            <a:avLst/>
          </a:prstGeom>
          <a:solidFill xmlns:a="http://schemas.openxmlformats.org/drawingml/2006/main">
            <a:srgbClr val="D8E2E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F99050E-AFC0-41CC-A670-FE5A36AA2D03}"/>
              </a:ext>
            </a:extLst>
          </p:cNvPr>
          <p:cNvSpPr>
            <a:spLocks xmlns:a="http://schemas.openxmlformats.org/drawingml/2006/main" noGrp="1"/>
          </p:cNvSpPr>
          <p:nvPr/>
        </p:nvSpPr>
        <p:spPr>
          <a:xfrm xmlns:a="http://schemas.openxmlformats.org/drawingml/2006/main">
            <a:off x="11334750" y="6477000"/>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0">
                <a:solidFill>
                  <a:srgbClr val="687B8C"/>
                </a:solidFill>
              </a:defRPr>
            </a:pPr>
            <a:r>
              <a:rPr sz="900" b="0">
                <a:solidFill>
                  <a:srgbClr val="687B8C"/>
                </a:solidFill>
              </a:rPr>
              <a:t>17</a:t>
            </a:r>
          </a:p>
        </p:txBody>
      </p:sp>
      <p:sp>
        <p:nvSpPr>
          <p:cNvPr id="6" name="">
            <a:extLst xmlns:a="http://schemas.openxmlformats.org/drawingml/2006/main">
              <a:ext uri="{FF2B5EF4-FFF2-40B4-BE49-F238E27FC236}">
                <a16:creationId xmlns:a16="http://schemas.microsoft.com/office/drawing/2014/main" id="{F87B9C43-EB03-4E70-83F4-ABA7A2127556}"/>
              </a:ext>
            </a:extLst>
          </p:cNvPr>
          <p:cNvSpPr>
            <a:spLocks xmlns:a="http://schemas.openxmlformats.org/drawingml/2006/main" noGrp="1"/>
          </p:cNvSpPr>
          <p:nvPr/>
        </p:nvSpPr>
        <p:spPr>
          <a:xfrm xmlns:a="http://schemas.openxmlformats.org/drawingml/2006/main">
            <a:off x="457200" y="1409700"/>
            <a:ext cx="2590800" cy="1504950"/>
          </a:xfrm>
          <a:prstGeom xmlns:a="http://schemas.openxmlformats.org/drawingml/2006/main" prst="roundRect">
            <a:avLst>
              <a:gd name="adj" fmla="val 10127"/>
            </a:avLst>
          </a:prstGeom>
          <a:solidFill xmlns:a="http://schemas.openxmlformats.org/drawingml/2006/main">
            <a:srgbClr val="EAF3F8"/>
          </a:solidFill>
          <a:ln xmlns:a="http://schemas.openxmlformats.org/drawingml/2006/main" w="9525">
            <a:solidFill>
              <a:srgbClr val="2D76A8"/>
            </a:solidFill>
            <a:prstDash val="solid"/>
          </a:ln>
        </p:spPr>
      </p:sp>
      <p:sp>
        <p:nvSpPr>
          <p:cNvPr id="7" name="">
            <a:extLst xmlns:a="http://schemas.openxmlformats.org/drawingml/2006/main">
              <a:ext uri="{FF2B5EF4-FFF2-40B4-BE49-F238E27FC236}">
                <a16:creationId xmlns:a16="http://schemas.microsoft.com/office/drawing/2014/main" id="{FD2E6BC3-7476-4737-B62B-B6657E61EFD6}"/>
              </a:ext>
            </a:extLst>
          </p:cNvPr>
          <p:cNvSpPr>
            <a:spLocks xmlns:a="http://schemas.openxmlformats.org/drawingml/2006/main" noGrp="1"/>
          </p:cNvSpPr>
          <p:nvPr/>
        </p:nvSpPr>
        <p:spPr>
          <a:xfrm xmlns:a="http://schemas.openxmlformats.org/drawingml/2006/main">
            <a:off x="628650" y="1562100"/>
            <a:ext cx="323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D76A8"/>
                </a:solidFill>
              </a:defRPr>
            </a:pPr>
            <a:r>
              <a:rPr sz="1350" b="1">
                <a:solidFill>
                  <a:srgbClr val="2D76A8"/>
                </a:solidFill>
              </a:rPr>
              <a:t>1</a:t>
            </a:r>
          </a:p>
        </p:txBody>
      </p:sp>
      <p:sp>
        <p:nvSpPr>
          <p:cNvPr id="8" name="">
            <a:extLst xmlns:a="http://schemas.openxmlformats.org/drawingml/2006/main">
              <a:ext uri="{FF2B5EF4-FFF2-40B4-BE49-F238E27FC236}">
                <a16:creationId xmlns:a16="http://schemas.microsoft.com/office/drawing/2014/main" id="{5A6FDCBA-DAC9-448C-85CF-E8470FCEB9F8}"/>
              </a:ext>
            </a:extLst>
          </p:cNvPr>
          <p:cNvSpPr>
            <a:spLocks xmlns:a="http://schemas.openxmlformats.org/drawingml/2006/main" noGrp="1"/>
          </p:cNvSpPr>
          <p:nvPr/>
        </p:nvSpPr>
        <p:spPr>
          <a:xfrm xmlns:a="http://schemas.openxmlformats.org/drawingml/2006/main">
            <a:off x="1009650" y="1562100"/>
            <a:ext cx="1790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2D76A8"/>
                </a:solidFill>
              </a:defRPr>
            </a:pPr>
            <a:r>
              <a:rPr sz="1425" b="1">
                <a:solidFill>
                  <a:srgbClr val="2D76A8"/>
                </a:solidFill>
              </a:rPr>
              <a:t>load_bag</a:t>
            </a:r>
          </a:p>
        </p:txBody>
      </p:sp>
      <p:sp>
        <p:nvSpPr>
          <p:cNvPr id="9" name="">
            <a:extLst xmlns:a="http://schemas.openxmlformats.org/drawingml/2006/main">
              <a:ext uri="{FF2B5EF4-FFF2-40B4-BE49-F238E27FC236}">
                <a16:creationId xmlns:a16="http://schemas.microsoft.com/office/drawing/2014/main" id="{73355F58-4689-4230-BFBB-6DAC94934AD5}"/>
              </a:ext>
            </a:extLst>
          </p:cNvPr>
          <p:cNvSpPr>
            <a:spLocks xmlns:a="http://schemas.openxmlformats.org/drawingml/2006/main" noGrp="1"/>
          </p:cNvSpPr>
          <p:nvPr/>
        </p:nvSpPr>
        <p:spPr>
          <a:xfrm xmlns:a="http://schemas.openxmlformats.org/drawingml/2006/main">
            <a:off x="666750" y="2038350"/>
            <a:ext cx="21717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183247"/>
                </a:solidFill>
              </a:defRPr>
            </a:pPr>
            <a:r>
              <a:rPr sz="1275" b="0">
                <a:solidFill>
                  <a:srgbClr val="183247"/>
                </a:solidFill>
              </a:rPr>
              <a:t>读取 [N,768]</a:t>
            </a:r>
          </a:p>
          <a:p xmlns:a="http://schemas.openxmlformats.org/drawingml/2006/main">
            <a:pPr algn="ctr">
              <a:defRPr sz="1275" b="0">
                <a:solidFill>
                  <a:srgbClr val="183247"/>
                </a:solidFill>
              </a:defRPr>
            </a:pPr>
            <a:r>
              <a:rPr sz="1275" b="0">
                <a:solidFill>
                  <a:srgbClr val="183247"/>
                </a:solidFill>
              </a:rPr>
              <a:t>可选确定性子采样</a:t>
            </a:r>
          </a:p>
        </p:txBody>
      </p:sp>
      <p:sp>
        <p:nvSpPr>
          <p:cNvPr id="10" name="">
            <a:extLst xmlns:a="http://schemas.openxmlformats.org/drawingml/2006/main">
              <a:ext uri="{FF2B5EF4-FFF2-40B4-BE49-F238E27FC236}">
                <a16:creationId xmlns:a16="http://schemas.microsoft.com/office/drawing/2014/main" id="{EF78322D-97B7-4627-8FF3-075F00A28AB8}"/>
              </a:ext>
            </a:extLst>
          </p:cNvPr>
          <p:cNvSpPr>
            <a:spLocks xmlns:a="http://schemas.openxmlformats.org/drawingml/2006/main" noGrp="1"/>
          </p:cNvSpPr>
          <p:nvPr/>
        </p:nvSpPr>
        <p:spPr>
          <a:xfrm xmlns:a="http://schemas.openxmlformats.org/drawingml/2006/main">
            <a:off x="3067050" y="1924050"/>
            <a:ext cx="28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a:solidFill>
                  <a:srgbClr val="F0A24A"/>
                </a:solidFill>
              </a:defRPr>
            </a:pPr>
            <a:r>
              <a:rPr sz="2100" b="1">
                <a:solidFill>
                  <a:srgbClr val="F0A24A"/>
                </a:solidFill>
              </a:rPr>
              <a:t>→</a:t>
            </a:r>
          </a:p>
        </p:txBody>
      </p:sp>
      <p:sp>
        <p:nvSpPr>
          <p:cNvPr id="11" name="">
            <a:extLst xmlns:a="http://schemas.openxmlformats.org/drawingml/2006/main">
              <a:ext uri="{FF2B5EF4-FFF2-40B4-BE49-F238E27FC236}">
                <a16:creationId xmlns:a16="http://schemas.microsoft.com/office/drawing/2014/main" id="{5B7A1ED6-2CC1-4AA1-805F-96EF3F9DCB82}"/>
              </a:ext>
            </a:extLst>
          </p:cNvPr>
          <p:cNvSpPr>
            <a:spLocks xmlns:a="http://schemas.openxmlformats.org/drawingml/2006/main" noGrp="1"/>
          </p:cNvSpPr>
          <p:nvPr/>
        </p:nvSpPr>
        <p:spPr>
          <a:xfrm xmlns:a="http://schemas.openxmlformats.org/drawingml/2006/main">
            <a:off x="3371850" y="1409700"/>
            <a:ext cx="2590800" cy="1504950"/>
          </a:xfrm>
          <a:prstGeom xmlns:a="http://schemas.openxmlformats.org/drawingml/2006/main" prst="roundRect">
            <a:avLst>
              <a:gd name="adj" fmla="val 10127"/>
            </a:avLst>
          </a:prstGeom>
          <a:solidFill xmlns:a="http://schemas.openxmlformats.org/drawingml/2006/main">
            <a:srgbClr val="E9F7F4"/>
          </a:solidFill>
          <a:ln xmlns:a="http://schemas.openxmlformats.org/drawingml/2006/main" w="9525">
            <a:solidFill>
              <a:srgbClr val="28A99E"/>
            </a:solidFill>
            <a:prstDash val="solid"/>
          </a:ln>
        </p:spPr>
      </p:sp>
      <p:sp>
        <p:nvSpPr>
          <p:cNvPr id="12" name="">
            <a:extLst xmlns:a="http://schemas.openxmlformats.org/drawingml/2006/main">
              <a:ext uri="{FF2B5EF4-FFF2-40B4-BE49-F238E27FC236}">
                <a16:creationId xmlns:a16="http://schemas.microsoft.com/office/drawing/2014/main" id="{09839C84-447D-4DC9-9B9D-3EC85103BBA9}"/>
              </a:ext>
            </a:extLst>
          </p:cNvPr>
          <p:cNvSpPr>
            <a:spLocks xmlns:a="http://schemas.openxmlformats.org/drawingml/2006/main" noGrp="1"/>
          </p:cNvSpPr>
          <p:nvPr/>
        </p:nvSpPr>
        <p:spPr>
          <a:xfrm xmlns:a="http://schemas.openxmlformats.org/drawingml/2006/main">
            <a:off x="3543300" y="1562100"/>
            <a:ext cx="323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8A99E"/>
                </a:solidFill>
              </a:defRPr>
            </a:pPr>
            <a:r>
              <a:rPr sz="1350" b="1">
                <a:solidFill>
                  <a:srgbClr val="28A99E"/>
                </a:solidFill>
              </a:rPr>
              <a:t>2</a:t>
            </a:r>
          </a:p>
        </p:txBody>
      </p:sp>
      <p:sp>
        <p:nvSpPr>
          <p:cNvPr id="13" name="">
            <a:extLst xmlns:a="http://schemas.openxmlformats.org/drawingml/2006/main">
              <a:ext uri="{FF2B5EF4-FFF2-40B4-BE49-F238E27FC236}">
                <a16:creationId xmlns:a16="http://schemas.microsoft.com/office/drawing/2014/main" id="{EC181CFF-0F3F-4DD5-A72E-BEEA77B6196D}"/>
              </a:ext>
            </a:extLst>
          </p:cNvPr>
          <p:cNvSpPr>
            <a:spLocks xmlns:a="http://schemas.openxmlformats.org/drawingml/2006/main" noGrp="1"/>
          </p:cNvSpPr>
          <p:nvPr/>
        </p:nvSpPr>
        <p:spPr>
          <a:xfrm xmlns:a="http://schemas.openxmlformats.org/drawingml/2006/main">
            <a:off x="3924300" y="1562100"/>
            <a:ext cx="1790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28A99E"/>
                </a:solidFill>
              </a:defRPr>
            </a:pPr>
            <a:r>
              <a:rPr sz="1425" b="1">
                <a:solidFill>
                  <a:srgbClr val="28A99E"/>
                </a:solidFill>
              </a:rPr>
              <a:t>model(x, organ)</a:t>
            </a:r>
          </a:p>
        </p:txBody>
      </p:sp>
      <p:sp>
        <p:nvSpPr>
          <p:cNvPr id="14" name="">
            <a:extLst xmlns:a="http://schemas.openxmlformats.org/drawingml/2006/main">
              <a:ext uri="{FF2B5EF4-FFF2-40B4-BE49-F238E27FC236}">
                <a16:creationId xmlns:a16="http://schemas.microsoft.com/office/drawing/2014/main" id="{1AC12DEE-3CDF-4F31-8F4B-710EDB8978D0}"/>
              </a:ext>
            </a:extLst>
          </p:cNvPr>
          <p:cNvSpPr>
            <a:spLocks xmlns:a="http://schemas.openxmlformats.org/drawingml/2006/main" noGrp="1"/>
          </p:cNvSpPr>
          <p:nvPr/>
        </p:nvSpPr>
        <p:spPr>
          <a:xfrm xmlns:a="http://schemas.openxmlformats.org/drawingml/2006/main">
            <a:off x="3581400" y="2038350"/>
            <a:ext cx="21717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183247"/>
                </a:solidFill>
              </a:defRPr>
            </a:pPr>
            <a:r>
              <a:rPr sz="1275" b="0">
                <a:solidFill>
                  <a:srgbClr val="183247"/>
                </a:solidFill>
              </a:rPr>
              <a:t>得到 bag_logits</a:t>
            </a:r>
          </a:p>
          <a:p xmlns:a="http://schemas.openxmlformats.org/drawingml/2006/main">
            <a:pPr algn="ctr">
              <a:defRPr sz="1275" b="0">
                <a:solidFill>
                  <a:srgbClr val="183247"/>
                </a:solidFill>
              </a:defRPr>
            </a:pPr>
            <a:r>
              <a:rPr sz="1275" b="0">
                <a:solidFill>
                  <a:srgbClr val="183247"/>
                </a:solidFill>
              </a:rPr>
              <a:t>和 attention</a:t>
            </a:r>
          </a:p>
        </p:txBody>
      </p:sp>
      <p:sp>
        <p:nvSpPr>
          <p:cNvPr id="15" name="">
            <a:extLst xmlns:a="http://schemas.openxmlformats.org/drawingml/2006/main">
              <a:ext uri="{FF2B5EF4-FFF2-40B4-BE49-F238E27FC236}">
                <a16:creationId xmlns:a16="http://schemas.microsoft.com/office/drawing/2014/main" id="{AB0D9810-7B11-456C-801B-01AD23F0AC44}"/>
              </a:ext>
            </a:extLst>
          </p:cNvPr>
          <p:cNvSpPr>
            <a:spLocks xmlns:a="http://schemas.openxmlformats.org/drawingml/2006/main" noGrp="1"/>
          </p:cNvSpPr>
          <p:nvPr/>
        </p:nvSpPr>
        <p:spPr>
          <a:xfrm xmlns:a="http://schemas.openxmlformats.org/drawingml/2006/main">
            <a:off x="5981700" y="1924050"/>
            <a:ext cx="28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a:solidFill>
                  <a:srgbClr val="F0A24A"/>
                </a:solidFill>
              </a:defRPr>
            </a:pPr>
            <a:r>
              <a:rPr sz="2100" b="1">
                <a:solidFill>
                  <a:srgbClr val="F0A24A"/>
                </a:solidFill>
              </a:rPr>
              <a:t>→</a:t>
            </a:r>
          </a:p>
        </p:txBody>
      </p:sp>
      <p:sp>
        <p:nvSpPr>
          <p:cNvPr id="16" name="">
            <a:extLst xmlns:a="http://schemas.openxmlformats.org/drawingml/2006/main">
              <a:ext uri="{FF2B5EF4-FFF2-40B4-BE49-F238E27FC236}">
                <a16:creationId xmlns:a16="http://schemas.microsoft.com/office/drawing/2014/main" id="{DA07A77D-0838-4133-A828-02EC7BCDE77A}"/>
              </a:ext>
            </a:extLst>
          </p:cNvPr>
          <p:cNvSpPr>
            <a:spLocks xmlns:a="http://schemas.openxmlformats.org/drawingml/2006/main" noGrp="1"/>
          </p:cNvSpPr>
          <p:nvPr/>
        </p:nvSpPr>
        <p:spPr>
          <a:xfrm xmlns:a="http://schemas.openxmlformats.org/drawingml/2006/main">
            <a:off x="6286500" y="1409700"/>
            <a:ext cx="2590800" cy="1504950"/>
          </a:xfrm>
          <a:prstGeom xmlns:a="http://schemas.openxmlformats.org/drawingml/2006/main" prst="roundRect">
            <a:avLst>
              <a:gd name="adj" fmla="val 10127"/>
            </a:avLst>
          </a:prstGeom>
          <a:solidFill xmlns:a="http://schemas.openxmlformats.org/drawingml/2006/main">
            <a:srgbClr val="FFF4E7"/>
          </a:solidFill>
          <a:ln xmlns:a="http://schemas.openxmlformats.org/drawingml/2006/main" w="9525">
            <a:solidFill>
              <a:srgbClr val="F0A24A"/>
            </a:solidFill>
            <a:prstDash val="solid"/>
          </a:ln>
        </p:spPr>
      </p:sp>
      <p:sp>
        <p:nvSpPr>
          <p:cNvPr id="17" name="">
            <a:extLst xmlns:a="http://schemas.openxmlformats.org/drawingml/2006/main">
              <a:ext uri="{FF2B5EF4-FFF2-40B4-BE49-F238E27FC236}">
                <a16:creationId xmlns:a16="http://schemas.microsoft.com/office/drawing/2014/main" id="{0305A828-F70C-4761-9781-3D2A32D239B3}"/>
              </a:ext>
            </a:extLst>
          </p:cNvPr>
          <p:cNvSpPr>
            <a:spLocks xmlns:a="http://schemas.openxmlformats.org/drawingml/2006/main" noGrp="1"/>
          </p:cNvSpPr>
          <p:nvPr/>
        </p:nvSpPr>
        <p:spPr>
          <a:xfrm xmlns:a="http://schemas.openxmlformats.org/drawingml/2006/main">
            <a:off x="6457950" y="1562100"/>
            <a:ext cx="323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0A24A"/>
                </a:solidFill>
              </a:defRPr>
            </a:pPr>
            <a:r>
              <a:rPr sz="1350" b="1">
                <a:solidFill>
                  <a:srgbClr val="F0A24A"/>
                </a:solidFill>
              </a:rPr>
              <a:t>3</a:t>
            </a:r>
          </a:p>
        </p:txBody>
      </p:sp>
      <p:sp>
        <p:nvSpPr>
          <p:cNvPr id="18" name="">
            <a:extLst xmlns:a="http://schemas.openxmlformats.org/drawingml/2006/main">
              <a:ext uri="{FF2B5EF4-FFF2-40B4-BE49-F238E27FC236}">
                <a16:creationId xmlns:a16="http://schemas.microsoft.com/office/drawing/2014/main" id="{4AAFFBFB-767C-40AE-A730-C678A5D7219F}"/>
              </a:ext>
            </a:extLst>
          </p:cNvPr>
          <p:cNvSpPr>
            <a:spLocks xmlns:a="http://schemas.openxmlformats.org/drawingml/2006/main" noGrp="1"/>
          </p:cNvSpPr>
          <p:nvPr/>
        </p:nvSpPr>
        <p:spPr>
          <a:xfrm xmlns:a="http://schemas.openxmlformats.org/drawingml/2006/main">
            <a:off x="6838950" y="1562100"/>
            <a:ext cx="1790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F0A24A"/>
                </a:solidFill>
              </a:defRPr>
            </a:pPr>
            <a:r>
              <a:rPr sz="1425" b="1">
                <a:solidFill>
                  <a:srgbClr val="F0A24A"/>
                </a:solidFill>
              </a:rPr>
              <a:t>cross_entropy</a:t>
            </a:r>
          </a:p>
        </p:txBody>
      </p:sp>
      <p:sp>
        <p:nvSpPr>
          <p:cNvPr id="19" name="">
            <a:extLst xmlns:a="http://schemas.openxmlformats.org/drawingml/2006/main">
              <a:ext uri="{FF2B5EF4-FFF2-40B4-BE49-F238E27FC236}">
                <a16:creationId xmlns:a16="http://schemas.microsoft.com/office/drawing/2014/main" id="{BF6BD5EA-A191-4623-A655-1E6E1359684D}"/>
              </a:ext>
            </a:extLst>
          </p:cNvPr>
          <p:cNvSpPr>
            <a:spLocks xmlns:a="http://schemas.openxmlformats.org/drawingml/2006/main" noGrp="1"/>
          </p:cNvSpPr>
          <p:nvPr/>
        </p:nvSpPr>
        <p:spPr>
          <a:xfrm xmlns:a="http://schemas.openxmlformats.org/drawingml/2006/main">
            <a:off x="6496050" y="2038350"/>
            <a:ext cx="21717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183247"/>
                </a:solidFill>
              </a:defRPr>
            </a:pPr>
            <a:r>
              <a:rPr sz="1275" b="0">
                <a:solidFill>
                  <a:srgbClr val="183247"/>
                </a:solidFill>
              </a:rPr>
              <a:t>slide 标签监督</a:t>
            </a:r>
          </a:p>
          <a:p xmlns:a="http://schemas.openxmlformats.org/drawingml/2006/main">
            <a:pPr algn="ctr">
              <a:defRPr sz="1275" b="0">
                <a:solidFill>
                  <a:srgbClr val="183247"/>
                </a:solidFill>
              </a:defRPr>
            </a:pPr>
            <a:r>
              <a:rPr sz="1275" b="0">
                <a:solidFill>
                  <a:srgbClr val="183247"/>
                </a:solidFill>
              </a:rPr>
              <a:t>不需要 patch 标签</a:t>
            </a:r>
          </a:p>
        </p:txBody>
      </p:sp>
      <p:sp>
        <p:nvSpPr>
          <p:cNvPr id="20" name="">
            <a:extLst xmlns:a="http://schemas.openxmlformats.org/drawingml/2006/main">
              <a:ext uri="{FF2B5EF4-FFF2-40B4-BE49-F238E27FC236}">
                <a16:creationId xmlns:a16="http://schemas.microsoft.com/office/drawing/2014/main" id="{64F4F8A5-7A62-433A-8EA3-B200EFA9A1B2}"/>
              </a:ext>
            </a:extLst>
          </p:cNvPr>
          <p:cNvSpPr>
            <a:spLocks xmlns:a="http://schemas.openxmlformats.org/drawingml/2006/main" noGrp="1"/>
          </p:cNvSpPr>
          <p:nvPr/>
        </p:nvSpPr>
        <p:spPr>
          <a:xfrm xmlns:a="http://schemas.openxmlformats.org/drawingml/2006/main">
            <a:off x="8896350" y="1924050"/>
            <a:ext cx="28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a:solidFill>
                  <a:srgbClr val="F0A24A"/>
                </a:solidFill>
              </a:defRPr>
            </a:pPr>
            <a:r>
              <a:rPr sz="2100" b="1">
                <a:solidFill>
                  <a:srgbClr val="F0A24A"/>
                </a:solidFill>
              </a:rPr>
              <a:t>→</a:t>
            </a:r>
          </a:p>
        </p:txBody>
      </p:sp>
      <p:sp>
        <p:nvSpPr>
          <p:cNvPr id="21" name="">
            <a:extLst xmlns:a="http://schemas.openxmlformats.org/drawingml/2006/main">
              <a:ext uri="{FF2B5EF4-FFF2-40B4-BE49-F238E27FC236}">
                <a16:creationId xmlns:a16="http://schemas.microsoft.com/office/drawing/2014/main" id="{9196C1C6-2873-4196-AFD3-877A09388ED4}"/>
              </a:ext>
            </a:extLst>
          </p:cNvPr>
          <p:cNvSpPr>
            <a:spLocks xmlns:a="http://schemas.openxmlformats.org/drawingml/2006/main" noGrp="1"/>
          </p:cNvSpPr>
          <p:nvPr/>
        </p:nvSpPr>
        <p:spPr>
          <a:xfrm xmlns:a="http://schemas.openxmlformats.org/drawingml/2006/main">
            <a:off x="9201150" y="1409700"/>
            <a:ext cx="2590800" cy="1504950"/>
          </a:xfrm>
          <a:prstGeom xmlns:a="http://schemas.openxmlformats.org/drawingml/2006/main" prst="roundRect">
            <a:avLst>
              <a:gd name="adj" fmla="val 10127"/>
            </a:avLst>
          </a:prstGeom>
          <a:solidFill xmlns:a="http://schemas.openxmlformats.org/drawingml/2006/main">
            <a:srgbClr val="FCEDEC"/>
          </a:solidFill>
          <a:ln xmlns:a="http://schemas.openxmlformats.org/drawingml/2006/main" w="9525">
            <a:solidFill>
              <a:srgbClr val="E66F6A"/>
            </a:solidFill>
            <a:prstDash val="solid"/>
          </a:ln>
        </p:spPr>
      </p:sp>
      <p:sp>
        <p:nvSpPr>
          <p:cNvPr id="22" name="">
            <a:extLst xmlns:a="http://schemas.openxmlformats.org/drawingml/2006/main">
              <a:ext uri="{FF2B5EF4-FFF2-40B4-BE49-F238E27FC236}">
                <a16:creationId xmlns:a16="http://schemas.microsoft.com/office/drawing/2014/main" id="{15B82136-1795-48F4-BB66-732C2FED42B1}"/>
              </a:ext>
            </a:extLst>
          </p:cNvPr>
          <p:cNvSpPr>
            <a:spLocks xmlns:a="http://schemas.openxmlformats.org/drawingml/2006/main" noGrp="1"/>
          </p:cNvSpPr>
          <p:nvPr/>
        </p:nvSpPr>
        <p:spPr>
          <a:xfrm xmlns:a="http://schemas.openxmlformats.org/drawingml/2006/main">
            <a:off x="9372600" y="1562100"/>
            <a:ext cx="323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E66F6A"/>
                </a:solidFill>
              </a:defRPr>
            </a:pPr>
            <a:r>
              <a:rPr sz="1350" b="1">
                <a:solidFill>
                  <a:srgbClr val="E66F6A"/>
                </a:solidFill>
              </a:rPr>
              <a:t>4</a:t>
            </a:r>
          </a:p>
        </p:txBody>
      </p:sp>
      <p:sp>
        <p:nvSpPr>
          <p:cNvPr id="23" name="">
            <a:extLst xmlns:a="http://schemas.openxmlformats.org/drawingml/2006/main">
              <a:ext uri="{FF2B5EF4-FFF2-40B4-BE49-F238E27FC236}">
                <a16:creationId xmlns:a16="http://schemas.microsoft.com/office/drawing/2014/main" id="{95513403-D58C-4B9B-B665-F87375B6B2F4}"/>
              </a:ext>
            </a:extLst>
          </p:cNvPr>
          <p:cNvSpPr>
            <a:spLocks xmlns:a="http://schemas.openxmlformats.org/drawingml/2006/main" noGrp="1"/>
          </p:cNvSpPr>
          <p:nvPr/>
        </p:nvSpPr>
        <p:spPr>
          <a:xfrm xmlns:a="http://schemas.openxmlformats.org/drawingml/2006/main">
            <a:off x="9753600" y="1562100"/>
            <a:ext cx="1790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E66F6A"/>
                </a:solidFill>
              </a:defRPr>
            </a:pPr>
            <a:r>
              <a:rPr sz="1425" b="1">
                <a:solidFill>
                  <a:srgbClr val="E66F6A"/>
                </a:solidFill>
              </a:rPr>
              <a:t>optimizer.step(loss)</a:t>
            </a:r>
          </a:p>
        </p:txBody>
      </p:sp>
      <p:sp>
        <p:nvSpPr>
          <p:cNvPr id="24" name="">
            <a:extLst xmlns:a="http://schemas.openxmlformats.org/drawingml/2006/main">
              <a:ext uri="{FF2B5EF4-FFF2-40B4-BE49-F238E27FC236}">
                <a16:creationId xmlns:a16="http://schemas.microsoft.com/office/drawing/2014/main" id="{D32738FD-7AF8-4B02-9A5A-F8B20E89B281}"/>
              </a:ext>
            </a:extLst>
          </p:cNvPr>
          <p:cNvSpPr>
            <a:spLocks xmlns:a="http://schemas.openxmlformats.org/drawingml/2006/main" noGrp="1"/>
          </p:cNvSpPr>
          <p:nvPr/>
        </p:nvSpPr>
        <p:spPr>
          <a:xfrm xmlns:a="http://schemas.openxmlformats.org/drawingml/2006/main">
            <a:off x="9410700" y="2038350"/>
            <a:ext cx="21717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183247"/>
                </a:solidFill>
              </a:defRPr>
            </a:pPr>
            <a:r>
              <a:rPr sz="1275" b="0">
                <a:solidFill>
                  <a:srgbClr val="183247"/>
                </a:solidFill>
              </a:rPr>
              <a:t>Jittor 自动反传</a:t>
            </a:r>
          </a:p>
          <a:p xmlns:a="http://schemas.openxmlformats.org/drawingml/2006/main">
            <a:pPr algn="ctr">
              <a:defRPr sz="1275" b="0">
                <a:solidFill>
                  <a:srgbClr val="183247"/>
                </a:solidFill>
              </a:defRPr>
            </a:pPr>
            <a:r>
              <a:rPr sz="1275" b="0">
                <a:solidFill>
                  <a:srgbClr val="183247"/>
                </a:solidFill>
              </a:rPr>
              <a:t>并更新参数</a:t>
            </a:r>
          </a:p>
        </p:txBody>
      </p:sp>
      <p:sp>
        <p:nvSpPr>
          <p:cNvPr id="25" name="">
            <a:extLst xmlns:a="http://schemas.openxmlformats.org/drawingml/2006/main">
              <a:ext uri="{FF2B5EF4-FFF2-40B4-BE49-F238E27FC236}">
                <a16:creationId xmlns:a16="http://schemas.microsoft.com/office/drawing/2014/main" id="{4F956D2B-E556-4B7C-8CAC-5650963A7CC7}"/>
              </a:ext>
            </a:extLst>
          </p:cNvPr>
          <p:cNvSpPr>
            <a:spLocks xmlns:a="http://schemas.openxmlformats.org/drawingml/2006/main" noGrp="1"/>
          </p:cNvSpPr>
          <p:nvPr/>
        </p:nvSpPr>
        <p:spPr>
          <a:xfrm xmlns:a="http://schemas.openxmlformats.org/drawingml/2006/main">
            <a:off x="590550" y="3276600"/>
            <a:ext cx="6705600" cy="2400300"/>
          </a:xfrm>
          <a:prstGeom xmlns:a="http://schemas.openxmlformats.org/drawingml/2006/main" prst="roundRect">
            <a:avLst>
              <a:gd name="adj" fmla="val 6349"/>
            </a:avLst>
          </a:prstGeom>
          <a:solidFill xmlns:a="http://schemas.openxmlformats.org/drawingml/2006/main">
            <a:srgbClr val="0F3555"/>
          </a:solidFill>
          <a:ln xmlns:a="http://schemas.openxmlformats.org/drawingml/2006/main" w="0">
            <a:solidFill>
              <a:srgbClr val="0F3555"/>
            </a:solidFill>
            <a:prstDash val="solid"/>
          </a:ln>
        </p:spPr>
      </p:sp>
      <p:sp>
        <p:nvSpPr>
          <p:cNvPr id="26" name="">
            <a:extLst xmlns:a="http://schemas.openxmlformats.org/drawingml/2006/main">
              <a:ext uri="{FF2B5EF4-FFF2-40B4-BE49-F238E27FC236}">
                <a16:creationId xmlns:a16="http://schemas.microsoft.com/office/drawing/2014/main" id="{44120746-D30B-435D-A9A6-55D878D60454}"/>
              </a:ext>
            </a:extLst>
          </p:cNvPr>
          <p:cNvSpPr>
            <a:spLocks xmlns:a="http://schemas.openxmlformats.org/drawingml/2006/main" noGrp="1"/>
          </p:cNvSpPr>
          <p:nvPr/>
        </p:nvSpPr>
        <p:spPr>
          <a:xfrm xmlns:a="http://schemas.openxmlformats.org/drawingml/2006/main">
            <a:off x="838200" y="3429000"/>
            <a:ext cx="6096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A9D2E0"/>
                </a:solidFill>
              </a:defRPr>
            </a:pPr>
            <a:r>
              <a:rPr sz="1200" b="1">
                <a:solidFill>
                  <a:srgbClr val="A9D2E0"/>
                </a:solidFill>
              </a:rPr>
              <a:t>chief_jittor/engine.py</a:t>
            </a:r>
          </a:p>
        </p:txBody>
      </p:sp>
      <p:sp>
        <p:nvSpPr>
          <p:cNvPr id="27" name="">
            <a:extLst xmlns:a="http://schemas.openxmlformats.org/drawingml/2006/main">
              <a:ext uri="{FF2B5EF4-FFF2-40B4-BE49-F238E27FC236}">
                <a16:creationId xmlns:a16="http://schemas.microsoft.com/office/drawing/2014/main" id="{0C71B971-F95D-4F22-A2B4-8F2F75BA170A}"/>
              </a:ext>
            </a:extLst>
          </p:cNvPr>
          <p:cNvSpPr>
            <a:spLocks xmlns:a="http://schemas.openxmlformats.org/drawingml/2006/main" noGrp="1"/>
          </p:cNvSpPr>
          <p:nvPr/>
        </p:nvSpPr>
        <p:spPr>
          <a:xfrm xmlns:a="http://schemas.openxmlformats.org/drawingml/2006/main">
            <a:off x="838200" y="3810000"/>
            <a:ext cx="6115050" cy="1638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FFFFFF"/>
                </a:solidFill>
              </a:defRPr>
            </a:pPr>
            <a:r>
              <a:rPr sz="1275" b="0">
                <a:solidFill>
                  <a:srgbClr val="FFFFFF"/>
                </a:solidFill>
              </a:rPr>
              <a:t>training = optimizer is not None</a:t>
            </a:r>
          </a:p>
          <a:p xmlns:a="http://schemas.openxmlformats.org/drawingml/2006/main">
            <a:pPr algn="l">
              <a:defRPr sz="1275" b="0">
                <a:solidFill>
                  <a:srgbClr val="FFFFFF"/>
                </a:solidFill>
              </a:defRPr>
            </a:pPr>
            <a:r>
              <a:rPr sz="1275" b="0">
                <a:solidFill>
                  <a:srgbClr val="FFFFFF"/>
                </a:solidFill>
              </a:rPr>
              <a:t>model.train() if training else model.eval()</a:t>
            </a:r>
          </a:p>
          <a:p xmlns:a="http://schemas.openxmlformats.org/drawingml/2006/main">
            <a:pPr algn="l">
              <a:defRPr sz="1275" b="0">
                <a:solidFill>
                  <a:srgbClr val="FFFFFF"/>
                </a:solidFill>
              </a:defRPr>
            </a:pPr>
            <a:r>
              <a:rPr sz="1275" b="0">
                <a:solidFill>
                  <a:srgbClr val="FFFFFF"/>
                </a:solidFill>
              </a:rPr>
              <a:t>with jt.enable_grad() if training else jt.no_grad():</a:t>
            </a:r>
          </a:p>
          <a:p xmlns:a="http://schemas.openxmlformats.org/drawingml/2006/main">
            <a:pPr algn="l">
              <a:defRPr sz="1275" b="0">
                <a:solidFill>
                  <a:srgbClr val="FFFFFF"/>
                </a:solidFill>
              </a:defRPr>
            </a:pPr>
            <a:r>
              <a:rPr sz="1275" b="0">
                <a:solidFill>
                  <a:srgbClr val="FFFFFF"/>
                </a:solidFill>
              </a:rPr>
              <a:t>    output = model(x, organ)</a:t>
            </a:r>
          </a:p>
          <a:p xmlns:a="http://schemas.openxmlformats.org/drawingml/2006/main">
            <a:pPr algn="l">
              <a:defRPr sz="1275" b="0">
                <a:solidFill>
                  <a:srgbClr val="FFFFFF"/>
                </a:solidFill>
              </a:defRPr>
            </a:pPr>
            <a:r>
              <a:rPr sz="1275" b="0">
                <a:solidFill>
                  <a:srgbClr val="FFFFFF"/>
                </a:solidFill>
              </a:rPr>
              <a:t>    loss = nn.cross_entropy_loss(output['bag_logits'], y)</a:t>
            </a:r>
          </a:p>
          <a:p xmlns:a="http://schemas.openxmlformats.org/drawingml/2006/main">
            <a:pPr algn="l">
              <a:defRPr sz="1275" b="0">
                <a:solidFill>
                  <a:srgbClr val="FFFFFF"/>
                </a:solidFill>
              </a:defRPr>
            </a:pPr>
            <a:r>
              <a:rPr sz="1275" b="0">
                <a:solidFill>
                  <a:srgbClr val="FFFFFF"/>
                </a:solidFill>
              </a:rPr>
              <a:t>    if training:</a:t>
            </a:r>
          </a:p>
          <a:p xmlns:a="http://schemas.openxmlformats.org/drawingml/2006/main">
            <a:pPr algn="l">
              <a:defRPr sz="1275" b="0">
                <a:solidFill>
                  <a:srgbClr val="FFFFFF"/>
                </a:solidFill>
              </a:defRPr>
            </a:pPr>
            <a:r>
              <a:rPr sz="1275" b="0">
                <a:solidFill>
                  <a:srgbClr val="FFFFFF"/>
                </a:solidFill>
              </a:rPr>
              <a:t>        optimizer.step(loss)</a:t>
            </a:r>
          </a:p>
          <a:p xmlns:a="http://schemas.openxmlformats.org/drawingml/2006/main">
            <a:pPr algn="l">
              <a:defRPr sz="1275" b="0">
                <a:solidFill>
                  <a:srgbClr val="FFFFFF"/>
                </a:solidFill>
              </a:defRPr>
            </a:pPr>
            <a:r>
              <a:rPr sz="1275" b="0">
                <a:solidFill>
                  <a:srgbClr val="FFFFFF"/>
                </a:solidFill>
              </a:rPr>
              <a:t>jt.sync_all(True)</a:t>
            </a:r>
          </a:p>
        </p:txBody>
      </p:sp>
      <p:sp>
        <p:nvSpPr>
          <p:cNvPr id="28" name="">
            <a:extLst xmlns:a="http://schemas.openxmlformats.org/drawingml/2006/main">
              <a:ext uri="{FF2B5EF4-FFF2-40B4-BE49-F238E27FC236}">
                <a16:creationId xmlns:a16="http://schemas.microsoft.com/office/drawing/2014/main" id="{96286955-6FF1-4A94-BE97-67B0D41F12B5}"/>
              </a:ext>
            </a:extLst>
          </p:cNvPr>
          <p:cNvSpPr>
            <a:spLocks xmlns:a="http://schemas.openxmlformats.org/drawingml/2006/main" noGrp="1"/>
          </p:cNvSpPr>
          <p:nvPr/>
        </p:nvSpPr>
        <p:spPr>
          <a:xfrm xmlns:a="http://schemas.openxmlformats.org/drawingml/2006/main">
            <a:off x="7715250" y="3276600"/>
            <a:ext cx="3905250" cy="2400300"/>
          </a:xfrm>
          <a:prstGeom xmlns:a="http://schemas.openxmlformats.org/drawingml/2006/main" prst="roundRect">
            <a:avLst>
              <a:gd name="adj" fmla="val 6349"/>
            </a:avLst>
          </a:prstGeom>
          <a:solidFill xmlns:a="http://schemas.openxmlformats.org/drawingml/2006/main">
            <a:srgbClr val="F4F7FA"/>
          </a:solidFill>
          <a:ln xmlns:a="http://schemas.openxmlformats.org/drawingml/2006/main" w="9525">
            <a:solidFill>
              <a:srgbClr val="D8E2EA"/>
            </a:solidFill>
            <a:prstDash val="solid"/>
          </a:ln>
        </p:spPr>
      </p:sp>
      <p:sp>
        <p:nvSpPr>
          <p:cNvPr id="29" name="">
            <a:extLst xmlns:a="http://schemas.openxmlformats.org/drawingml/2006/main">
              <a:ext uri="{FF2B5EF4-FFF2-40B4-BE49-F238E27FC236}">
                <a16:creationId xmlns:a16="http://schemas.microsoft.com/office/drawing/2014/main" id="{DA038B27-942D-498D-8A61-1E0AEF47401D}"/>
              </a:ext>
            </a:extLst>
          </p:cNvPr>
          <p:cNvSpPr>
            <a:spLocks xmlns:a="http://schemas.openxmlformats.org/drawingml/2006/main" noGrp="1"/>
          </p:cNvSpPr>
          <p:nvPr/>
        </p:nvSpPr>
        <p:spPr>
          <a:xfrm xmlns:a="http://schemas.openxmlformats.org/drawingml/2006/main">
            <a:off x="7962900" y="3448050"/>
            <a:ext cx="3409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2D76A8"/>
                </a:solidFill>
              </a:defRPr>
            </a:pPr>
            <a:r>
              <a:rPr sz="1500" b="1">
                <a:solidFill>
                  <a:srgbClr val="2D76A8"/>
                </a:solidFill>
              </a:rPr>
              <a:t>训练控制</a:t>
            </a:r>
          </a:p>
        </p:txBody>
      </p:sp>
      <p:sp>
        <p:nvSpPr>
          <p:cNvPr id="30" name="">
            <a:extLst xmlns:a="http://schemas.openxmlformats.org/drawingml/2006/main">
              <a:ext uri="{FF2B5EF4-FFF2-40B4-BE49-F238E27FC236}">
                <a16:creationId xmlns:a16="http://schemas.microsoft.com/office/drawing/2014/main" id="{2E53DE20-D11A-4A7A-B711-D3C4737510E4}"/>
              </a:ext>
            </a:extLst>
          </p:cNvPr>
          <p:cNvSpPr>
            <a:spLocks xmlns:a="http://schemas.openxmlformats.org/drawingml/2006/main" noGrp="1"/>
          </p:cNvSpPr>
          <p:nvPr/>
        </p:nvSpPr>
        <p:spPr>
          <a:xfrm xmlns:a="http://schemas.openxmlformats.org/drawingml/2006/main">
            <a:off x="7962900" y="3886200"/>
            <a:ext cx="329565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183247"/>
                </a:solidFill>
              </a:defRPr>
            </a:pPr>
            <a:r>
              <a:rPr sz="1275" b="0">
                <a:solidFill>
                  <a:srgbClr val="183247"/>
                </a:solidFill>
              </a:rPr>
              <a:t>• Adam + weight decay</a:t>
            </a:r>
          </a:p>
          <a:p xmlns:a="http://schemas.openxmlformats.org/drawingml/2006/main">
            <a:pPr algn="l">
              <a:defRPr sz="1275" b="0">
                <a:solidFill>
                  <a:srgbClr val="183247"/>
                </a:solidFill>
              </a:defRPr>
            </a:pPr>
            <a:r>
              <a:rPr sz="1275" b="0">
                <a:solidFill>
                  <a:srgbClr val="183247"/>
                </a:solidFill>
              </a:rPr>
              <a:t>• 每轮写入 train_jittor.jsonl</a:t>
            </a:r>
          </a:p>
          <a:p xmlns:a="http://schemas.openxmlformats.org/drawingml/2006/main">
            <a:pPr algn="l">
              <a:defRPr sz="1275" b="0">
                <a:solidFill>
                  <a:srgbClr val="183247"/>
                </a:solidFill>
              </a:defRPr>
            </a:pPr>
            <a:r>
              <a:rPr sz="1275" b="0">
                <a:solidFill>
                  <a:srgbClr val="183247"/>
                </a:solidFill>
              </a:rPr>
              <a:t>• 验证 loss 改善才保存 chief_jittor.pkl</a:t>
            </a:r>
          </a:p>
          <a:p xmlns:a="http://schemas.openxmlformats.org/drawingml/2006/main">
            <a:pPr algn="l">
              <a:defRPr sz="1275" b="0">
                <a:solidFill>
                  <a:srgbClr val="183247"/>
                </a:solidFill>
              </a:defRPr>
            </a:pPr>
            <a:r>
              <a:rPr sz="1275" b="0">
                <a:solidFill>
                  <a:srgbClr val="183247"/>
                </a:solidFill>
              </a:rPr>
              <a:t>• patience 触发 early stopping</a:t>
            </a:r>
          </a:p>
          <a:p xmlns:a="http://schemas.openxmlformats.org/drawingml/2006/main">
            <a:pPr algn="l">
              <a:defRPr sz="1275" b="0">
                <a:solidFill>
                  <a:srgbClr val="183247"/>
                </a:solidFill>
              </a:defRPr>
            </a:pPr>
            <a:r>
              <a:rPr sz="1275" b="0">
                <a:solidFill>
                  <a:srgbClr val="183247"/>
                </a:solidFill>
              </a:rPr>
              <a:t>• environment_jittor.txt 记录环境</a:t>
            </a:r>
          </a:p>
        </p:txBody>
      </p:sp>
      <p:sp>
        <p:nvSpPr>
          <p:cNvPr id="31" name="">
            <a:extLst xmlns:a="http://schemas.openxmlformats.org/drawingml/2006/main">
              <a:ext uri="{FF2B5EF4-FFF2-40B4-BE49-F238E27FC236}">
                <a16:creationId xmlns:a16="http://schemas.microsoft.com/office/drawing/2014/main" id="{46AFD340-1329-47FB-BDF2-CDC0E99D5F8D}"/>
              </a:ext>
            </a:extLst>
          </p:cNvPr>
          <p:cNvSpPr>
            <a:spLocks xmlns:a="http://schemas.openxmlformats.org/drawingml/2006/main" noGrp="1"/>
          </p:cNvSpPr>
          <p:nvPr/>
        </p:nvSpPr>
        <p:spPr>
          <a:xfrm xmlns:a="http://schemas.openxmlformats.org/drawingml/2006/main">
            <a:off x="8020050" y="5314950"/>
            <a:ext cx="3219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E66F6A"/>
                </a:solidFill>
              </a:defRPr>
            </a:pPr>
            <a:r>
              <a:rPr sz="1275" b="1">
                <a:solidFill>
                  <a:srgbClr val="E66F6A"/>
                </a:solidFill>
              </a:rPr>
              <a:t>训练脚本既保存模型，也保存复现证据。</a:t>
            </a:r>
          </a:p>
        </p:txBody>
      </p:sp>
    </p:spTree>
    <p:extLst>
      <p:ext uri="{BB962C8B-B14F-4D97-AF65-F5344CB8AC3E}">
        <p14:creationId xmlns:p14="http://schemas.microsoft.com/office/powerpoint/2010/main" val="128577335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C8343AD7-6F1A-42A2-B8C1-478C66062ED1}"/>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174A7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4AF5A2B-AE52-49A9-97E0-5B85121AECE9}"/>
              </a:ext>
            </a:extLst>
          </p:cNvPr>
          <p:cNvSpPr>
            <a:spLocks xmlns:a="http://schemas.openxmlformats.org/drawingml/2006/main" noGrp="1"/>
          </p:cNvSpPr>
          <p:nvPr/>
        </p:nvSpPr>
        <p:spPr>
          <a:xfrm xmlns:a="http://schemas.openxmlformats.org/drawingml/2006/main">
            <a:off x="400050" y="19050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D76A8"/>
                </a:solidFill>
              </a:defRPr>
            </a:pPr>
            <a:r>
              <a:rPr sz="975" b="1">
                <a:solidFill>
                  <a:srgbClr val="2D76A8"/>
                </a:solidFill>
              </a:rPr>
              <a:t>03 · Jittor 测试实现</a:t>
            </a:r>
          </a:p>
        </p:txBody>
      </p:sp>
      <p:sp>
        <p:nvSpPr>
          <p:cNvPr id="3" name="">
            <a:extLst xmlns:a="http://schemas.openxmlformats.org/drawingml/2006/main">
              <a:ext uri="{FF2B5EF4-FFF2-40B4-BE49-F238E27FC236}">
                <a16:creationId xmlns:a16="http://schemas.microsoft.com/office/drawing/2014/main" id="{1990ECC4-4776-4829-99A8-C2003BEC53E7}"/>
              </a:ext>
            </a:extLst>
          </p:cNvPr>
          <p:cNvSpPr>
            <a:spLocks xmlns:a="http://schemas.openxmlformats.org/drawingml/2006/main" noGrp="1"/>
          </p:cNvSpPr>
          <p:nvPr/>
        </p:nvSpPr>
        <p:spPr>
          <a:xfrm xmlns:a="http://schemas.openxmlformats.org/drawingml/2006/main">
            <a:off x="400050" y="419100"/>
            <a:ext cx="11191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250" b="1">
                <a:solidFill>
                  <a:srgbClr val="183247"/>
                </a:solidFill>
              </a:defRPr>
            </a:pPr>
            <a:r>
              <a:rPr sz="2250" b="1">
                <a:solidFill>
                  <a:srgbClr val="183247"/>
                </a:solidFill>
              </a:rPr>
              <a:t>测试脚本把一次推理转成指标、逐病例预测和注意力证据</a:t>
            </a:r>
          </a:p>
        </p:txBody>
      </p:sp>
      <p:sp>
        <p:nvSpPr>
          <p:cNvPr id="4" name="">
            <a:extLst xmlns:a="http://schemas.openxmlformats.org/drawingml/2006/main">
              <a:ext uri="{FF2B5EF4-FFF2-40B4-BE49-F238E27FC236}">
                <a16:creationId xmlns:a16="http://schemas.microsoft.com/office/drawing/2014/main" id="{C08984E7-6BCD-4102-AB3A-8AF62D5D09CA}"/>
              </a:ext>
            </a:extLst>
          </p:cNvPr>
          <p:cNvSpPr>
            <a:spLocks xmlns:a="http://schemas.openxmlformats.org/drawingml/2006/main" noGrp="1"/>
          </p:cNvSpPr>
          <p:nvPr/>
        </p:nvSpPr>
        <p:spPr>
          <a:xfrm xmlns:a="http://schemas.openxmlformats.org/drawingml/2006/main">
            <a:off x="400050" y="1009650"/>
            <a:ext cx="11391900" cy="9525"/>
          </a:xfrm>
          <a:prstGeom xmlns:a="http://schemas.openxmlformats.org/drawingml/2006/main" prst="rect">
            <a:avLst/>
          </a:prstGeom>
          <a:solidFill xmlns:a="http://schemas.openxmlformats.org/drawingml/2006/main">
            <a:srgbClr val="D8E2E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71E6368-D97E-4B15-9C87-32B9B1BB99B7}"/>
              </a:ext>
            </a:extLst>
          </p:cNvPr>
          <p:cNvSpPr>
            <a:spLocks xmlns:a="http://schemas.openxmlformats.org/drawingml/2006/main" noGrp="1"/>
          </p:cNvSpPr>
          <p:nvPr/>
        </p:nvSpPr>
        <p:spPr>
          <a:xfrm xmlns:a="http://schemas.openxmlformats.org/drawingml/2006/main">
            <a:off x="11334750" y="6477000"/>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0">
                <a:solidFill>
                  <a:srgbClr val="687B8C"/>
                </a:solidFill>
              </a:defRPr>
            </a:pPr>
            <a:r>
              <a:rPr sz="900" b="0">
                <a:solidFill>
                  <a:srgbClr val="687B8C"/>
                </a:solidFill>
              </a:rPr>
              <a:t>18</a:t>
            </a:r>
          </a:p>
        </p:txBody>
      </p:sp>
      <p:sp>
        <p:nvSpPr>
          <p:cNvPr id="6" name="">
            <a:extLst xmlns:a="http://schemas.openxmlformats.org/drawingml/2006/main">
              <a:ext uri="{FF2B5EF4-FFF2-40B4-BE49-F238E27FC236}">
                <a16:creationId xmlns:a16="http://schemas.microsoft.com/office/drawing/2014/main" id="{54E5BB43-93A7-461F-80FA-E3CCEF17345F}"/>
              </a:ext>
            </a:extLst>
          </p:cNvPr>
          <p:cNvSpPr>
            <a:spLocks xmlns:a="http://schemas.openxmlformats.org/drawingml/2006/main" noGrp="1"/>
          </p:cNvSpPr>
          <p:nvPr/>
        </p:nvSpPr>
        <p:spPr>
          <a:xfrm xmlns:a="http://schemas.openxmlformats.org/drawingml/2006/main">
            <a:off x="457200" y="1428750"/>
            <a:ext cx="2590800" cy="1276350"/>
          </a:xfrm>
          <a:prstGeom xmlns:a="http://schemas.openxmlformats.org/drawingml/2006/main" prst="roundRect">
            <a:avLst>
              <a:gd name="adj" fmla="val 11940"/>
            </a:avLst>
          </a:prstGeom>
          <a:solidFill xmlns:a="http://schemas.openxmlformats.org/drawingml/2006/main">
            <a:srgbClr val="EAF3F8"/>
          </a:solidFill>
          <a:ln xmlns:a="http://schemas.openxmlformats.org/drawingml/2006/main" w="9525">
            <a:solidFill>
              <a:srgbClr val="2D76A8"/>
            </a:solidFill>
            <a:prstDash val="solid"/>
          </a:ln>
        </p:spPr>
      </p:sp>
      <p:sp>
        <p:nvSpPr>
          <p:cNvPr id="7" name="">
            <a:extLst xmlns:a="http://schemas.openxmlformats.org/drawingml/2006/main">
              <a:ext uri="{FF2B5EF4-FFF2-40B4-BE49-F238E27FC236}">
                <a16:creationId xmlns:a16="http://schemas.microsoft.com/office/drawing/2014/main" id="{5CBCD5CD-DF60-407E-8F77-34E3048B377F}"/>
              </a:ext>
            </a:extLst>
          </p:cNvPr>
          <p:cNvSpPr>
            <a:spLocks xmlns:a="http://schemas.openxmlformats.org/drawingml/2006/main" noGrp="1"/>
          </p:cNvSpPr>
          <p:nvPr/>
        </p:nvSpPr>
        <p:spPr>
          <a:xfrm xmlns:a="http://schemas.openxmlformats.org/drawingml/2006/main">
            <a:off x="628650" y="1562100"/>
            <a:ext cx="2247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2D76A8"/>
                </a:solidFill>
              </a:defRPr>
            </a:pPr>
            <a:r>
              <a:rPr sz="1425" b="1">
                <a:solidFill>
                  <a:srgbClr val="2D76A8"/>
                </a:solidFill>
              </a:rPr>
              <a:t>加载配置</a:t>
            </a:r>
          </a:p>
        </p:txBody>
      </p:sp>
      <p:sp>
        <p:nvSpPr>
          <p:cNvPr id="8" name="">
            <a:extLst xmlns:a="http://schemas.openxmlformats.org/drawingml/2006/main">
              <a:ext uri="{FF2B5EF4-FFF2-40B4-BE49-F238E27FC236}">
                <a16:creationId xmlns:a16="http://schemas.microsoft.com/office/drawing/2014/main" id="{26E22D82-195A-430D-880F-1084528FA122}"/>
              </a:ext>
            </a:extLst>
          </p:cNvPr>
          <p:cNvSpPr>
            <a:spLocks xmlns:a="http://schemas.openxmlformats.org/drawingml/2006/main" noGrp="1"/>
          </p:cNvSpPr>
          <p:nvPr/>
        </p:nvSpPr>
        <p:spPr>
          <a:xfrm xmlns:a="http://schemas.openxmlformats.org/drawingml/2006/main">
            <a:off x="628650" y="1924050"/>
            <a:ext cx="22479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183247"/>
                </a:solidFill>
              </a:defRPr>
            </a:pPr>
            <a:r>
              <a:rPr sz="1125" b="0">
                <a:solidFill>
                  <a:srgbClr val="183247"/>
                </a:solidFill>
              </a:rPr>
              <a:t>configs/toy.yaml</a:t>
            </a:r>
          </a:p>
          <a:p xmlns:a="http://schemas.openxmlformats.org/drawingml/2006/main">
            <a:pPr algn="ctr">
              <a:defRPr sz="1125" b="0">
                <a:solidFill>
                  <a:srgbClr val="183247"/>
                </a:solidFill>
              </a:defRPr>
            </a:pPr>
            <a:r>
              <a:rPr sz="1125" b="0">
                <a:solidFill>
                  <a:srgbClr val="183247"/>
                </a:solidFill>
              </a:rPr>
              <a:t>或 resolved_config.yaml</a:t>
            </a:r>
          </a:p>
        </p:txBody>
      </p:sp>
      <p:sp>
        <p:nvSpPr>
          <p:cNvPr id="9" name="">
            <a:extLst xmlns:a="http://schemas.openxmlformats.org/drawingml/2006/main">
              <a:ext uri="{FF2B5EF4-FFF2-40B4-BE49-F238E27FC236}">
                <a16:creationId xmlns:a16="http://schemas.microsoft.com/office/drawing/2014/main" id="{98D8F630-0B47-455E-BE6D-66FA44C37099}"/>
              </a:ext>
            </a:extLst>
          </p:cNvPr>
          <p:cNvSpPr>
            <a:spLocks xmlns:a="http://schemas.openxmlformats.org/drawingml/2006/main" noGrp="1"/>
          </p:cNvSpPr>
          <p:nvPr/>
        </p:nvSpPr>
        <p:spPr>
          <a:xfrm xmlns:a="http://schemas.openxmlformats.org/drawingml/2006/main">
            <a:off x="3067050" y="1847850"/>
            <a:ext cx="28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a:solidFill>
                  <a:srgbClr val="F0A24A"/>
                </a:solidFill>
              </a:defRPr>
            </a:pPr>
            <a:r>
              <a:rPr sz="2100" b="1">
                <a:solidFill>
                  <a:srgbClr val="F0A24A"/>
                </a:solidFill>
              </a:rPr>
              <a:t>→</a:t>
            </a:r>
          </a:p>
        </p:txBody>
      </p:sp>
      <p:sp>
        <p:nvSpPr>
          <p:cNvPr id="10" name="">
            <a:extLst xmlns:a="http://schemas.openxmlformats.org/drawingml/2006/main">
              <a:ext uri="{FF2B5EF4-FFF2-40B4-BE49-F238E27FC236}">
                <a16:creationId xmlns:a16="http://schemas.microsoft.com/office/drawing/2014/main" id="{5F092D27-A7D0-4D65-912A-B0534EC3DCAF}"/>
              </a:ext>
            </a:extLst>
          </p:cNvPr>
          <p:cNvSpPr>
            <a:spLocks xmlns:a="http://schemas.openxmlformats.org/drawingml/2006/main" noGrp="1"/>
          </p:cNvSpPr>
          <p:nvPr/>
        </p:nvSpPr>
        <p:spPr>
          <a:xfrm xmlns:a="http://schemas.openxmlformats.org/drawingml/2006/main">
            <a:off x="3371850" y="1428750"/>
            <a:ext cx="2590800" cy="1276350"/>
          </a:xfrm>
          <a:prstGeom xmlns:a="http://schemas.openxmlformats.org/drawingml/2006/main" prst="roundRect">
            <a:avLst>
              <a:gd name="adj" fmla="val 11940"/>
            </a:avLst>
          </a:prstGeom>
          <a:solidFill xmlns:a="http://schemas.openxmlformats.org/drawingml/2006/main">
            <a:srgbClr val="FFF4E7"/>
          </a:solidFill>
          <a:ln xmlns:a="http://schemas.openxmlformats.org/drawingml/2006/main" w="9525">
            <a:solidFill>
              <a:srgbClr val="F0A24A"/>
            </a:solidFill>
            <a:prstDash val="solid"/>
          </a:ln>
        </p:spPr>
      </p:sp>
      <p:sp>
        <p:nvSpPr>
          <p:cNvPr id="11" name="">
            <a:extLst xmlns:a="http://schemas.openxmlformats.org/drawingml/2006/main">
              <a:ext uri="{FF2B5EF4-FFF2-40B4-BE49-F238E27FC236}">
                <a16:creationId xmlns:a16="http://schemas.microsoft.com/office/drawing/2014/main" id="{2FF8FA91-7F9A-430E-9978-B04F1299316D}"/>
              </a:ext>
            </a:extLst>
          </p:cNvPr>
          <p:cNvSpPr>
            <a:spLocks xmlns:a="http://schemas.openxmlformats.org/drawingml/2006/main" noGrp="1"/>
          </p:cNvSpPr>
          <p:nvPr/>
        </p:nvSpPr>
        <p:spPr>
          <a:xfrm xmlns:a="http://schemas.openxmlformats.org/drawingml/2006/main">
            <a:off x="3543300" y="1562100"/>
            <a:ext cx="2247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F0A24A"/>
                </a:solidFill>
              </a:defRPr>
            </a:pPr>
            <a:r>
              <a:rPr sz="1425" b="1">
                <a:solidFill>
                  <a:srgbClr val="F0A24A"/>
                </a:solidFill>
              </a:rPr>
              <a:t>加载模型</a:t>
            </a:r>
          </a:p>
        </p:txBody>
      </p:sp>
      <p:sp>
        <p:nvSpPr>
          <p:cNvPr id="12" name="">
            <a:extLst xmlns:a="http://schemas.openxmlformats.org/drawingml/2006/main">
              <a:ext uri="{FF2B5EF4-FFF2-40B4-BE49-F238E27FC236}">
                <a16:creationId xmlns:a16="http://schemas.microsoft.com/office/drawing/2014/main" id="{7631E2B4-7AB5-4FFF-A836-3529073EDC52}"/>
              </a:ext>
            </a:extLst>
          </p:cNvPr>
          <p:cNvSpPr>
            <a:spLocks xmlns:a="http://schemas.openxmlformats.org/drawingml/2006/main" noGrp="1"/>
          </p:cNvSpPr>
          <p:nvPr/>
        </p:nvSpPr>
        <p:spPr>
          <a:xfrm xmlns:a="http://schemas.openxmlformats.org/drawingml/2006/main">
            <a:off x="3543300" y="1924050"/>
            <a:ext cx="22479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183247"/>
                </a:solidFill>
              </a:defRPr>
            </a:pPr>
            <a:r>
              <a:rPr sz="1125" b="0">
                <a:solidFill>
                  <a:srgbClr val="183247"/>
                </a:solidFill>
              </a:rPr>
              <a:t>CHIEFJittor(...)</a:t>
            </a:r>
          </a:p>
          <a:p xmlns:a="http://schemas.openxmlformats.org/drawingml/2006/main">
            <a:pPr algn="ctr">
              <a:defRPr sz="1125" b="0">
                <a:solidFill>
                  <a:srgbClr val="183247"/>
                </a:solidFill>
              </a:defRPr>
            </a:pPr>
            <a:r>
              <a:rPr sz="1125" b="0">
                <a:solidFill>
                  <a:srgbClr val="183247"/>
                </a:solidFill>
              </a:rPr>
              <a:t>model.load(chief_jittor.pkl)</a:t>
            </a:r>
          </a:p>
        </p:txBody>
      </p:sp>
      <p:sp>
        <p:nvSpPr>
          <p:cNvPr id="13" name="">
            <a:extLst xmlns:a="http://schemas.openxmlformats.org/drawingml/2006/main">
              <a:ext uri="{FF2B5EF4-FFF2-40B4-BE49-F238E27FC236}">
                <a16:creationId xmlns:a16="http://schemas.microsoft.com/office/drawing/2014/main" id="{ADA5A5B7-35FB-4BE4-A57F-0D724E19A55F}"/>
              </a:ext>
            </a:extLst>
          </p:cNvPr>
          <p:cNvSpPr>
            <a:spLocks xmlns:a="http://schemas.openxmlformats.org/drawingml/2006/main" noGrp="1"/>
          </p:cNvSpPr>
          <p:nvPr/>
        </p:nvSpPr>
        <p:spPr>
          <a:xfrm xmlns:a="http://schemas.openxmlformats.org/drawingml/2006/main">
            <a:off x="5981700" y="1847850"/>
            <a:ext cx="28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a:solidFill>
                  <a:srgbClr val="F0A24A"/>
                </a:solidFill>
              </a:defRPr>
            </a:pPr>
            <a:r>
              <a:rPr sz="2100" b="1">
                <a:solidFill>
                  <a:srgbClr val="F0A24A"/>
                </a:solidFill>
              </a:rPr>
              <a:t>→</a:t>
            </a:r>
          </a:p>
        </p:txBody>
      </p:sp>
      <p:sp>
        <p:nvSpPr>
          <p:cNvPr id="14" name="">
            <a:extLst xmlns:a="http://schemas.openxmlformats.org/drawingml/2006/main">
              <a:ext uri="{FF2B5EF4-FFF2-40B4-BE49-F238E27FC236}">
                <a16:creationId xmlns:a16="http://schemas.microsoft.com/office/drawing/2014/main" id="{EC3F984C-8A68-4890-B046-4C3B37A264C6}"/>
              </a:ext>
            </a:extLst>
          </p:cNvPr>
          <p:cNvSpPr>
            <a:spLocks xmlns:a="http://schemas.openxmlformats.org/drawingml/2006/main" noGrp="1"/>
          </p:cNvSpPr>
          <p:nvPr/>
        </p:nvSpPr>
        <p:spPr>
          <a:xfrm xmlns:a="http://schemas.openxmlformats.org/drawingml/2006/main">
            <a:off x="6286500" y="1428750"/>
            <a:ext cx="2590800" cy="1276350"/>
          </a:xfrm>
          <a:prstGeom xmlns:a="http://schemas.openxmlformats.org/drawingml/2006/main" prst="roundRect">
            <a:avLst>
              <a:gd name="adj" fmla="val 11940"/>
            </a:avLst>
          </a:prstGeom>
          <a:solidFill xmlns:a="http://schemas.openxmlformats.org/drawingml/2006/main">
            <a:srgbClr val="E9F7F4"/>
          </a:solidFill>
          <a:ln xmlns:a="http://schemas.openxmlformats.org/drawingml/2006/main" w="9525">
            <a:solidFill>
              <a:srgbClr val="28A99E"/>
            </a:solidFill>
            <a:prstDash val="solid"/>
          </a:ln>
        </p:spPr>
      </p:sp>
      <p:sp>
        <p:nvSpPr>
          <p:cNvPr id="15" name="">
            <a:extLst xmlns:a="http://schemas.openxmlformats.org/drawingml/2006/main">
              <a:ext uri="{FF2B5EF4-FFF2-40B4-BE49-F238E27FC236}">
                <a16:creationId xmlns:a16="http://schemas.microsoft.com/office/drawing/2014/main" id="{4919063C-FABC-4F02-9AEF-B1B27C335237}"/>
              </a:ext>
            </a:extLst>
          </p:cNvPr>
          <p:cNvSpPr>
            <a:spLocks xmlns:a="http://schemas.openxmlformats.org/drawingml/2006/main" noGrp="1"/>
          </p:cNvSpPr>
          <p:nvPr/>
        </p:nvSpPr>
        <p:spPr>
          <a:xfrm xmlns:a="http://schemas.openxmlformats.org/drawingml/2006/main">
            <a:off x="6457950" y="1562100"/>
            <a:ext cx="2247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28A99E"/>
                </a:solidFill>
              </a:defRPr>
            </a:pPr>
            <a:r>
              <a:rPr sz="1425" b="1">
                <a:solidFill>
                  <a:srgbClr val="28A99E"/>
                </a:solidFill>
              </a:rPr>
              <a:t>无梯度推理</a:t>
            </a:r>
          </a:p>
        </p:txBody>
      </p:sp>
      <p:sp>
        <p:nvSpPr>
          <p:cNvPr id="16" name="">
            <a:extLst xmlns:a="http://schemas.openxmlformats.org/drawingml/2006/main">
              <a:ext uri="{FF2B5EF4-FFF2-40B4-BE49-F238E27FC236}">
                <a16:creationId xmlns:a16="http://schemas.microsoft.com/office/drawing/2014/main" id="{95505AA8-46A3-4D18-823F-9B98EADB046E}"/>
              </a:ext>
            </a:extLst>
          </p:cNvPr>
          <p:cNvSpPr>
            <a:spLocks xmlns:a="http://schemas.openxmlformats.org/drawingml/2006/main" noGrp="1"/>
          </p:cNvSpPr>
          <p:nvPr/>
        </p:nvSpPr>
        <p:spPr>
          <a:xfrm xmlns:a="http://schemas.openxmlformats.org/drawingml/2006/main">
            <a:off x="6457950" y="1924050"/>
            <a:ext cx="22479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183247"/>
                </a:solidFill>
              </a:defRPr>
            </a:pPr>
            <a:r>
              <a:rPr sz="1125" b="0">
                <a:solidFill>
                  <a:srgbClr val="183247"/>
                </a:solidFill>
              </a:rPr>
              <a:t>model.eval()</a:t>
            </a:r>
          </a:p>
          <a:p xmlns:a="http://schemas.openxmlformats.org/drawingml/2006/main">
            <a:pPr algn="ctr">
              <a:defRPr sz="1125" b="0">
                <a:solidFill>
                  <a:srgbClr val="183247"/>
                </a:solidFill>
              </a:defRPr>
            </a:pPr>
            <a:r>
              <a:rPr sz="1125" b="0">
                <a:solidFill>
                  <a:srgbClr val="183247"/>
                </a:solidFill>
              </a:rPr>
              <a:t>with jt.no_grad()</a:t>
            </a:r>
          </a:p>
        </p:txBody>
      </p:sp>
      <p:sp>
        <p:nvSpPr>
          <p:cNvPr id="17" name="">
            <a:extLst xmlns:a="http://schemas.openxmlformats.org/drawingml/2006/main">
              <a:ext uri="{FF2B5EF4-FFF2-40B4-BE49-F238E27FC236}">
                <a16:creationId xmlns:a16="http://schemas.microsoft.com/office/drawing/2014/main" id="{07EADCAD-E30D-40C7-9728-9096DA593DC1}"/>
              </a:ext>
            </a:extLst>
          </p:cNvPr>
          <p:cNvSpPr>
            <a:spLocks xmlns:a="http://schemas.openxmlformats.org/drawingml/2006/main" noGrp="1"/>
          </p:cNvSpPr>
          <p:nvPr/>
        </p:nvSpPr>
        <p:spPr>
          <a:xfrm xmlns:a="http://schemas.openxmlformats.org/drawingml/2006/main">
            <a:off x="8896350" y="1847850"/>
            <a:ext cx="28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a:solidFill>
                  <a:srgbClr val="F0A24A"/>
                </a:solidFill>
              </a:defRPr>
            </a:pPr>
            <a:r>
              <a:rPr sz="2100" b="1">
                <a:solidFill>
                  <a:srgbClr val="F0A24A"/>
                </a:solidFill>
              </a:rPr>
              <a:t>→</a:t>
            </a:r>
          </a:p>
        </p:txBody>
      </p:sp>
      <p:sp>
        <p:nvSpPr>
          <p:cNvPr id="18" name="">
            <a:extLst xmlns:a="http://schemas.openxmlformats.org/drawingml/2006/main">
              <a:ext uri="{FF2B5EF4-FFF2-40B4-BE49-F238E27FC236}">
                <a16:creationId xmlns:a16="http://schemas.microsoft.com/office/drawing/2014/main" id="{4C0C9392-282D-482C-8F4F-FE44F8848F9B}"/>
              </a:ext>
            </a:extLst>
          </p:cNvPr>
          <p:cNvSpPr>
            <a:spLocks xmlns:a="http://schemas.openxmlformats.org/drawingml/2006/main" noGrp="1"/>
          </p:cNvSpPr>
          <p:nvPr/>
        </p:nvSpPr>
        <p:spPr>
          <a:xfrm xmlns:a="http://schemas.openxmlformats.org/drawingml/2006/main">
            <a:off x="9201150" y="1428750"/>
            <a:ext cx="2590800" cy="1276350"/>
          </a:xfrm>
          <a:prstGeom xmlns:a="http://schemas.openxmlformats.org/drawingml/2006/main" prst="roundRect">
            <a:avLst>
              <a:gd name="adj" fmla="val 11940"/>
            </a:avLst>
          </a:prstGeom>
          <a:solidFill xmlns:a="http://schemas.openxmlformats.org/drawingml/2006/main">
            <a:srgbClr val="FCEDEC"/>
          </a:solidFill>
          <a:ln xmlns:a="http://schemas.openxmlformats.org/drawingml/2006/main" w="9525">
            <a:solidFill>
              <a:srgbClr val="E66F6A"/>
            </a:solidFill>
            <a:prstDash val="solid"/>
          </a:ln>
        </p:spPr>
      </p:sp>
      <p:sp>
        <p:nvSpPr>
          <p:cNvPr id="19" name="">
            <a:extLst xmlns:a="http://schemas.openxmlformats.org/drawingml/2006/main">
              <a:ext uri="{FF2B5EF4-FFF2-40B4-BE49-F238E27FC236}">
                <a16:creationId xmlns:a16="http://schemas.microsoft.com/office/drawing/2014/main" id="{48134392-6E9F-4C18-B1CE-7FCAC8E0BAF6}"/>
              </a:ext>
            </a:extLst>
          </p:cNvPr>
          <p:cNvSpPr>
            <a:spLocks xmlns:a="http://schemas.openxmlformats.org/drawingml/2006/main" noGrp="1"/>
          </p:cNvSpPr>
          <p:nvPr/>
        </p:nvSpPr>
        <p:spPr>
          <a:xfrm xmlns:a="http://schemas.openxmlformats.org/drawingml/2006/main">
            <a:off x="9372600" y="1562100"/>
            <a:ext cx="2247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E66F6A"/>
                </a:solidFill>
              </a:defRPr>
            </a:pPr>
            <a:r>
              <a:rPr sz="1425" b="1">
                <a:solidFill>
                  <a:srgbClr val="E66F6A"/>
                </a:solidFill>
              </a:rPr>
              <a:t>导出结果</a:t>
            </a:r>
          </a:p>
        </p:txBody>
      </p:sp>
      <p:sp>
        <p:nvSpPr>
          <p:cNvPr id="20" name="">
            <a:extLst xmlns:a="http://schemas.openxmlformats.org/drawingml/2006/main">
              <a:ext uri="{FF2B5EF4-FFF2-40B4-BE49-F238E27FC236}">
                <a16:creationId xmlns:a16="http://schemas.microsoft.com/office/drawing/2014/main" id="{08728B32-0632-4ABA-8A70-9C86C79D3642}"/>
              </a:ext>
            </a:extLst>
          </p:cNvPr>
          <p:cNvSpPr>
            <a:spLocks xmlns:a="http://schemas.openxmlformats.org/drawingml/2006/main" noGrp="1"/>
          </p:cNvSpPr>
          <p:nvPr/>
        </p:nvSpPr>
        <p:spPr>
          <a:xfrm xmlns:a="http://schemas.openxmlformats.org/drawingml/2006/main">
            <a:off x="9372600" y="1924050"/>
            <a:ext cx="22479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183247"/>
                </a:solidFill>
              </a:defRPr>
            </a:pPr>
            <a:r>
              <a:rPr sz="1125" b="0">
                <a:solidFill>
                  <a:srgbClr val="183247"/>
                </a:solidFill>
              </a:rPr>
              <a:t>metrics / predictions</a:t>
            </a:r>
          </a:p>
          <a:p xmlns:a="http://schemas.openxmlformats.org/drawingml/2006/main">
            <a:pPr algn="ctr">
              <a:defRPr sz="1125" b="0">
                <a:solidFill>
                  <a:srgbClr val="183247"/>
                </a:solidFill>
              </a:defRPr>
            </a:pPr>
            <a:r>
              <a:rPr sz="1125" b="0">
                <a:solidFill>
                  <a:srgbClr val="183247"/>
                </a:solidFill>
              </a:rPr>
              <a:t>attention NPZ</a:t>
            </a:r>
          </a:p>
        </p:txBody>
      </p:sp>
      <p:sp>
        <p:nvSpPr>
          <p:cNvPr id="21" name="">
            <a:extLst xmlns:a="http://schemas.openxmlformats.org/drawingml/2006/main">
              <a:ext uri="{FF2B5EF4-FFF2-40B4-BE49-F238E27FC236}">
                <a16:creationId xmlns:a16="http://schemas.microsoft.com/office/drawing/2014/main" id="{7FBC6435-3855-463F-895E-1A1982B55FC2}"/>
              </a:ext>
            </a:extLst>
          </p:cNvPr>
          <p:cNvSpPr>
            <a:spLocks xmlns:a="http://schemas.openxmlformats.org/drawingml/2006/main" noGrp="1"/>
          </p:cNvSpPr>
          <p:nvPr/>
        </p:nvSpPr>
        <p:spPr>
          <a:xfrm xmlns:a="http://schemas.openxmlformats.org/drawingml/2006/main">
            <a:off x="533400" y="3238500"/>
            <a:ext cx="5105400" cy="2343150"/>
          </a:xfrm>
          <a:prstGeom xmlns:a="http://schemas.openxmlformats.org/drawingml/2006/main" prst="roundRect">
            <a:avLst>
              <a:gd name="adj" fmla="val 6504"/>
            </a:avLst>
          </a:prstGeom>
          <a:solidFill xmlns:a="http://schemas.openxmlformats.org/drawingml/2006/main">
            <a:srgbClr val="0F3555"/>
          </a:solidFill>
          <a:ln xmlns:a="http://schemas.openxmlformats.org/drawingml/2006/main" w="0">
            <a:solidFill>
              <a:srgbClr val="0F3555"/>
            </a:solidFill>
            <a:prstDash val="solid"/>
          </a:ln>
        </p:spPr>
      </p:sp>
      <p:sp>
        <p:nvSpPr>
          <p:cNvPr id="22" name="">
            <a:extLst xmlns:a="http://schemas.openxmlformats.org/drawingml/2006/main">
              <a:ext uri="{FF2B5EF4-FFF2-40B4-BE49-F238E27FC236}">
                <a16:creationId xmlns:a16="http://schemas.microsoft.com/office/drawing/2014/main" id="{7C032CB4-A678-4033-8CBF-2F403CCAE488}"/>
              </a:ext>
            </a:extLst>
          </p:cNvPr>
          <p:cNvSpPr>
            <a:spLocks xmlns:a="http://schemas.openxmlformats.org/drawingml/2006/main" noGrp="1"/>
          </p:cNvSpPr>
          <p:nvPr/>
        </p:nvSpPr>
        <p:spPr>
          <a:xfrm xmlns:a="http://schemas.openxmlformats.org/drawingml/2006/main">
            <a:off x="762000" y="3390900"/>
            <a:ext cx="4610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A9D2E0"/>
                </a:solidFill>
              </a:defRPr>
            </a:pPr>
            <a:r>
              <a:rPr sz="1350" b="1">
                <a:solidFill>
                  <a:srgbClr val="A9D2E0"/>
                </a:solidFill>
              </a:rPr>
              <a:t>现场演示命令（Linux / Actions）</a:t>
            </a:r>
          </a:p>
        </p:txBody>
      </p:sp>
      <p:sp>
        <p:nvSpPr>
          <p:cNvPr id="23" name="">
            <a:extLst xmlns:a="http://schemas.openxmlformats.org/drawingml/2006/main">
              <a:ext uri="{FF2B5EF4-FFF2-40B4-BE49-F238E27FC236}">
                <a16:creationId xmlns:a16="http://schemas.microsoft.com/office/drawing/2014/main" id="{024ED7CD-7FD3-4279-9A78-C71DA40F48E2}"/>
              </a:ext>
            </a:extLst>
          </p:cNvPr>
          <p:cNvSpPr>
            <a:spLocks xmlns:a="http://schemas.openxmlformats.org/drawingml/2006/main" noGrp="1"/>
          </p:cNvSpPr>
          <p:nvPr/>
        </p:nvSpPr>
        <p:spPr>
          <a:xfrm xmlns:a="http://schemas.openxmlformats.org/drawingml/2006/main">
            <a:off x="762000" y="3790950"/>
            <a:ext cx="4533900" cy="1562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FFFFFF"/>
                </a:solidFill>
              </a:defRPr>
            </a:pPr>
            <a:r>
              <a:rPr sz="1275" b="0">
                <a:solidFill>
                  <a:srgbClr val="FFFFFF"/>
                </a:solidFill>
              </a:rPr>
              <a:t>python train.py \</a:t>
            </a:r>
          </a:p>
          <a:p xmlns:a="http://schemas.openxmlformats.org/drawingml/2006/main">
            <a:pPr algn="l">
              <a:defRPr sz="1275" b="0">
                <a:solidFill>
                  <a:srgbClr val="FFFFFF"/>
                </a:solidFill>
              </a:defRPr>
            </a:pPr>
            <a:r>
              <a:rPr sz="1275" b="0">
                <a:solidFill>
                  <a:srgbClr val="FFFFFF"/>
                </a:solidFill>
              </a:rPr>
              <a:t>  --config configs/toy.yaml \</a:t>
            </a:r>
          </a:p>
          <a:p xmlns:a="http://schemas.openxmlformats.org/drawingml/2006/main">
            <a:pPr algn="l">
              <a:defRPr sz="1275" b="0">
                <a:solidFill>
                  <a:srgbClr val="FFFFFF"/>
                </a:solidFill>
              </a:defRPr>
            </a:pPr>
            <a:r>
              <a:rPr sz="1275" b="0">
                <a:solidFill>
                  <a:srgbClr val="FFFFFF"/>
                </a:solidFill>
              </a:rPr>
              <a:t>  --backend jittor --device cpu \</a:t>
            </a:r>
          </a:p>
          <a:p xmlns:a="http://schemas.openxmlformats.org/drawingml/2006/main">
            <a:pPr algn="l">
              <a:defRPr sz="1275" b="0">
                <a:solidFill>
                  <a:srgbClr val="FFFFFF"/>
                </a:solidFill>
              </a:defRPr>
            </a:pPr>
            <a:r>
              <a:rPr sz="1275" b="0">
                <a:solidFill>
                  <a:srgbClr val="FFFFFF"/>
                </a:solidFill>
              </a:rPr>
              <a:t>  --init-weights logs/toy/common_init.npz</a:t>
            </a:r>
          </a:p>
          <a:p xmlns:a="http://schemas.openxmlformats.org/drawingml/2006/main">
            <a:r>
              <a:t/>
            </a:r>
          </a:p>
          <a:p xmlns:a="http://schemas.openxmlformats.org/drawingml/2006/main">
            <a:pPr algn="l">
              <a:defRPr sz="1275" b="0">
                <a:solidFill>
                  <a:srgbClr val="FFFFFF"/>
                </a:solidFill>
              </a:defRPr>
            </a:pPr>
            <a:r>
              <a:rPr sz="1275" b="0">
                <a:solidFill>
                  <a:srgbClr val="FFFFFF"/>
                </a:solidFill>
              </a:rPr>
              <a:t>python test.py \</a:t>
            </a:r>
          </a:p>
          <a:p xmlns:a="http://schemas.openxmlformats.org/drawingml/2006/main">
            <a:pPr algn="l">
              <a:defRPr sz="1275" b="0">
                <a:solidFill>
                  <a:srgbClr val="FFFFFF"/>
                </a:solidFill>
              </a:defRPr>
            </a:pPr>
            <a:r>
              <a:rPr sz="1275" b="0">
                <a:solidFill>
                  <a:srgbClr val="FFFFFF"/>
                </a:solidFill>
              </a:rPr>
              <a:t>  --config configs/toy.yaml \</a:t>
            </a:r>
          </a:p>
          <a:p xmlns:a="http://schemas.openxmlformats.org/drawingml/2006/main">
            <a:pPr algn="l">
              <a:defRPr sz="1275" b="0">
                <a:solidFill>
                  <a:srgbClr val="FFFFFF"/>
                </a:solidFill>
              </a:defRPr>
            </a:pPr>
            <a:r>
              <a:rPr sz="1275" b="0">
                <a:solidFill>
                  <a:srgbClr val="FFFFFF"/>
                </a:solidFill>
              </a:rPr>
              <a:t>  --backend jittor --device cpu</a:t>
            </a:r>
          </a:p>
        </p:txBody>
      </p:sp>
      <p:sp>
        <p:nvSpPr>
          <p:cNvPr id="24" name="">
            <a:extLst xmlns:a="http://schemas.openxmlformats.org/drawingml/2006/main">
              <a:ext uri="{FF2B5EF4-FFF2-40B4-BE49-F238E27FC236}">
                <a16:creationId xmlns:a16="http://schemas.microsoft.com/office/drawing/2014/main" id="{432D1266-03DA-417E-9DD3-635C91282144}"/>
              </a:ext>
            </a:extLst>
          </p:cNvPr>
          <p:cNvSpPr>
            <a:spLocks xmlns:a="http://schemas.openxmlformats.org/drawingml/2006/main" noGrp="1"/>
          </p:cNvSpPr>
          <p:nvPr/>
        </p:nvSpPr>
        <p:spPr>
          <a:xfrm xmlns:a="http://schemas.openxmlformats.org/drawingml/2006/main">
            <a:off x="6000750" y="3238500"/>
            <a:ext cx="5638800" cy="2343150"/>
          </a:xfrm>
          <a:prstGeom xmlns:a="http://schemas.openxmlformats.org/drawingml/2006/main" prst="roundRect">
            <a:avLst>
              <a:gd name="adj" fmla="val 6504"/>
            </a:avLst>
          </a:prstGeom>
          <a:solidFill xmlns:a="http://schemas.openxmlformats.org/drawingml/2006/main">
            <a:srgbClr val="F4F7FA"/>
          </a:solidFill>
          <a:ln xmlns:a="http://schemas.openxmlformats.org/drawingml/2006/main" w="9525">
            <a:solidFill>
              <a:srgbClr val="D8E2EA"/>
            </a:solidFill>
            <a:prstDash val="solid"/>
          </a:ln>
        </p:spPr>
      </p:sp>
      <p:sp>
        <p:nvSpPr>
          <p:cNvPr id="25" name="">
            <a:extLst xmlns:a="http://schemas.openxmlformats.org/drawingml/2006/main">
              <a:ext uri="{FF2B5EF4-FFF2-40B4-BE49-F238E27FC236}">
                <a16:creationId xmlns:a16="http://schemas.microsoft.com/office/drawing/2014/main" id="{DD36369A-5963-40B3-9C1E-0C9FC1C0B7CE}"/>
              </a:ext>
            </a:extLst>
          </p:cNvPr>
          <p:cNvSpPr>
            <a:spLocks xmlns:a="http://schemas.openxmlformats.org/drawingml/2006/main" noGrp="1"/>
          </p:cNvSpPr>
          <p:nvPr/>
        </p:nvSpPr>
        <p:spPr>
          <a:xfrm xmlns:a="http://schemas.openxmlformats.org/drawingml/2006/main">
            <a:off x="6248400" y="3390900"/>
            <a:ext cx="514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2D76A8"/>
                </a:solidFill>
              </a:defRPr>
            </a:pPr>
            <a:r>
              <a:rPr sz="1500" b="1">
                <a:solidFill>
                  <a:srgbClr val="2D76A8"/>
                </a:solidFill>
              </a:rPr>
              <a:t>测试后必须展示的文件</a:t>
            </a:r>
          </a:p>
        </p:txBody>
      </p:sp>
      <p:sp>
        <p:nvSpPr>
          <p:cNvPr id="26" name="">
            <a:extLst xmlns:a="http://schemas.openxmlformats.org/drawingml/2006/main">
              <a:ext uri="{FF2B5EF4-FFF2-40B4-BE49-F238E27FC236}">
                <a16:creationId xmlns:a16="http://schemas.microsoft.com/office/drawing/2014/main" id="{40570693-94C6-475C-B7DB-789D260FC020}"/>
              </a:ext>
            </a:extLst>
          </p:cNvPr>
          <p:cNvSpPr>
            <a:spLocks xmlns:a="http://schemas.openxmlformats.org/drawingml/2006/main" noGrp="1"/>
          </p:cNvSpPr>
          <p:nvPr/>
        </p:nvSpPr>
        <p:spPr>
          <a:xfrm xmlns:a="http://schemas.openxmlformats.org/drawingml/2006/main">
            <a:off x="6248400" y="3829050"/>
            <a:ext cx="2171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28A99E"/>
                </a:solidFill>
              </a:defRPr>
            </a:pPr>
            <a:r>
              <a:rPr sz="1125" b="1">
                <a:solidFill>
                  <a:srgbClr val="28A99E"/>
                </a:solidFill>
              </a:rPr>
              <a:t>metrics_jittor.json</a:t>
            </a:r>
          </a:p>
        </p:txBody>
      </p:sp>
      <p:sp>
        <p:nvSpPr>
          <p:cNvPr id="27" name="">
            <a:extLst xmlns:a="http://schemas.openxmlformats.org/drawingml/2006/main">
              <a:ext uri="{FF2B5EF4-FFF2-40B4-BE49-F238E27FC236}">
                <a16:creationId xmlns:a16="http://schemas.microsoft.com/office/drawing/2014/main" id="{0DF0C946-9F1A-4E4C-8C83-DE5B5F9E8F2E}"/>
              </a:ext>
            </a:extLst>
          </p:cNvPr>
          <p:cNvSpPr>
            <a:spLocks xmlns:a="http://schemas.openxmlformats.org/drawingml/2006/main" noGrp="1"/>
          </p:cNvSpPr>
          <p:nvPr/>
        </p:nvSpPr>
        <p:spPr>
          <a:xfrm xmlns:a="http://schemas.openxmlformats.org/drawingml/2006/main">
            <a:off x="8458200" y="3829050"/>
            <a:ext cx="2895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83247"/>
                </a:solidFill>
              </a:defRPr>
            </a:pPr>
            <a:r>
              <a:rPr sz="1125" b="0">
                <a:solidFill>
                  <a:srgbClr val="183247"/>
                </a:solidFill>
              </a:rPr>
              <a:t>Accuracy / Balanced Acc. / Macro-F1 / AUROC</a:t>
            </a:r>
          </a:p>
        </p:txBody>
      </p:sp>
      <p:sp>
        <p:nvSpPr>
          <p:cNvPr id="28" name="">
            <a:extLst xmlns:a="http://schemas.openxmlformats.org/drawingml/2006/main">
              <a:ext uri="{FF2B5EF4-FFF2-40B4-BE49-F238E27FC236}">
                <a16:creationId xmlns:a16="http://schemas.microsoft.com/office/drawing/2014/main" id="{779B9203-94A4-46A5-ABEA-593FC324851E}"/>
              </a:ext>
            </a:extLst>
          </p:cNvPr>
          <p:cNvSpPr>
            <a:spLocks xmlns:a="http://schemas.openxmlformats.org/drawingml/2006/main" noGrp="1"/>
          </p:cNvSpPr>
          <p:nvPr/>
        </p:nvSpPr>
        <p:spPr>
          <a:xfrm xmlns:a="http://schemas.openxmlformats.org/drawingml/2006/main">
            <a:off x="6248400" y="4229100"/>
            <a:ext cx="2171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28A99E"/>
                </a:solidFill>
              </a:defRPr>
            </a:pPr>
            <a:r>
              <a:rPr sz="1125" b="1">
                <a:solidFill>
                  <a:srgbClr val="28A99E"/>
                </a:solidFill>
              </a:rPr>
              <a:t>predictions_jittor.csv</a:t>
            </a:r>
          </a:p>
        </p:txBody>
      </p:sp>
      <p:sp>
        <p:nvSpPr>
          <p:cNvPr id="29" name="">
            <a:extLst xmlns:a="http://schemas.openxmlformats.org/drawingml/2006/main">
              <a:ext uri="{FF2B5EF4-FFF2-40B4-BE49-F238E27FC236}">
                <a16:creationId xmlns:a16="http://schemas.microsoft.com/office/drawing/2014/main" id="{7A455D59-D04F-4F7D-AB32-57C2A1369326}"/>
              </a:ext>
            </a:extLst>
          </p:cNvPr>
          <p:cNvSpPr>
            <a:spLocks xmlns:a="http://schemas.openxmlformats.org/drawingml/2006/main" noGrp="1"/>
          </p:cNvSpPr>
          <p:nvPr/>
        </p:nvSpPr>
        <p:spPr>
          <a:xfrm xmlns:a="http://schemas.openxmlformats.org/drawingml/2006/main">
            <a:off x="8458200" y="4229100"/>
            <a:ext cx="2895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83247"/>
                </a:solidFill>
              </a:defRPr>
            </a:pPr>
            <a:r>
              <a:rPr sz="1125" b="0">
                <a:solidFill>
                  <a:srgbClr val="183247"/>
                </a:solidFill>
              </a:rPr>
              <a:t>case_id、标签、预测和各类概率</a:t>
            </a:r>
          </a:p>
        </p:txBody>
      </p:sp>
      <p:sp>
        <p:nvSpPr>
          <p:cNvPr id="30" name="">
            <a:extLst xmlns:a="http://schemas.openxmlformats.org/drawingml/2006/main">
              <a:ext uri="{FF2B5EF4-FFF2-40B4-BE49-F238E27FC236}">
                <a16:creationId xmlns:a16="http://schemas.microsoft.com/office/drawing/2014/main" id="{2F15BB3A-8217-44B3-B083-08BF448525DF}"/>
              </a:ext>
            </a:extLst>
          </p:cNvPr>
          <p:cNvSpPr>
            <a:spLocks xmlns:a="http://schemas.openxmlformats.org/drawingml/2006/main" noGrp="1"/>
          </p:cNvSpPr>
          <p:nvPr/>
        </p:nvSpPr>
        <p:spPr>
          <a:xfrm xmlns:a="http://schemas.openxmlformats.org/drawingml/2006/main">
            <a:off x="6248400" y="4629150"/>
            <a:ext cx="2171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28A99E"/>
                </a:solidFill>
              </a:defRPr>
            </a:pPr>
            <a:r>
              <a:rPr sz="1125" b="1">
                <a:solidFill>
                  <a:srgbClr val="28A99E"/>
                </a:solidFill>
              </a:rPr>
              <a:t>attention_jittor/*.npz</a:t>
            </a:r>
          </a:p>
        </p:txBody>
      </p:sp>
      <p:sp>
        <p:nvSpPr>
          <p:cNvPr id="31" name="">
            <a:extLst xmlns:a="http://schemas.openxmlformats.org/drawingml/2006/main">
              <a:ext uri="{FF2B5EF4-FFF2-40B4-BE49-F238E27FC236}">
                <a16:creationId xmlns:a16="http://schemas.microsoft.com/office/drawing/2014/main" id="{35FDC770-FBB2-4DCA-BA31-9A73477357C5}"/>
              </a:ext>
            </a:extLst>
          </p:cNvPr>
          <p:cNvSpPr>
            <a:spLocks xmlns:a="http://schemas.openxmlformats.org/drawingml/2006/main" noGrp="1"/>
          </p:cNvSpPr>
          <p:nvPr/>
        </p:nvSpPr>
        <p:spPr>
          <a:xfrm xmlns:a="http://schemas.openxmlformats.org/drawingml/2006/main">
            <a:off x="8458200" y="4629150"/>
            <a:ext cx="2895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83247"/>
                </a:solidFill>
              </a:defRPr>
            </a:pPr>
            <a:r>
              <a:rPr sz="1125" b="0">
                <a:solidFill>
                  <a:srgbClr val="183247"/>
                </a:solidFill>
              </a:rPr>
              <a:t>每张 bag 的 raw / softmax attention</a:t>
            </a:r>
          </a:p>
        </p:txBody>
      </p:sp>
      <p:sp>
        <p:nvSpPr>
          <p:cNvPr id="32" name="">
            <a:extLst xmlns:a="http://schemas.openxmlformats.org/drawingml/2006/main">
              <a:ext uri="{FF2B5EF4-FFF2-40B4-BE49-F238E27FC236}">
                <a16:creationId xmlns:a16="http://schemas.microsoft.com/office/drawing/2014/main" id="{CE741BB1-7346-4FEF-B1D6-1EC062C884C4}"/>
              </a:ext>
            </a:extLst>
          </p:cNvPr>
          <p:cNvSpPr>
            <a:spLocks xmlns:a="http://schemas.openxmlformats.org/drawingml/2006/main" noGrp="1"/>
          </p:cNvSpPr>
          <p:nvPr/>
        </p:nvSpPr>
        <p:spPr>
          <a:xfrm xmlns:a="http://schemas.openxmlformats.org/drawingml/2006/main">
            <a:off x="6248400" y="5029200"/>
            <a:ext cx="2171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28A99E"/>
                </a:solidFill>
              </a:defRPr>
            </a:pPr>
            <a:r>
              <a:rPr sz="1125" b="1">
                <a:solidFill>
                  <a:srgbClr val="28A99E"/>
                </a:solidFill>
              </a:rPr>
              <a:t>environment_jittor.txt</a:t>
            </a:r>
          </a:p>
        </p:txBody>
      </p:sp>
      <p:sp>
        <p:nvSpPr>
          <p:cNvPr id="33" name="">
            <a:extLst xmlns:a="http://schemas.openxmlformats.org/drawingml/2006/main">
              <a:ext uri="{FF2B5EF4-FFF2-40B4-BE49-F238E27FC236}">
                <a16:creationId xmlns:a16="http://schemas.microsoft.com/office/drawing/2014/main" id="{760116EA-5C08-43E8-A6AA-CD6079EF28C2}"/>
              </a:ext>
            </a:extLst>
          </p:cNvPr>
          <p:cNvSpPr>
            <a:spLocks xmlns:a="http://schemas.openxmlformats.org/drawingml/2006/main" noGrp="1"/>
          </p:cNvSpPr>
          <p:nvPr/>
        </p:nvSpPr>
        <p:spPr>
          <a:xfrm xmlns:a="http://schemas.openxmlformats.org/drawingml/2006/main">
            <a:off x="8458200" y="5029200"/>
            <a:ext cx="2895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83247"/>
                </a:solidFill>
              </a:defRPr>
            </a:pPr>
            <a:r>
              <a:rPr sz="1125" b="0">
                <a:solidFill>
                  <a:srgbClr val="183247"/>
                </a:solidFill>
              </a:rPr>
              <a:t>Python、平台、设备和 best val loss</a:t>
            </a:r>
          </a:p>
        </p:txBody>
      </p:sp>
      <p:sp>
        <p:nvSpPr>
          <p:cNvPr id="34" name="">
            <a:extLst xmlns:a="http://schemas.openxmlformats.org/drawingml/2006/main">
              <a:ext uri="{FF2B5EF4-FFF2-40B4-BE49-F238E27FC236}">
                <a16:creationId xmlns:a16="http://schemas.microsoft.com/office/drawing/2014/main" id="{20F72A14-6737-4754-99C0-02BFCC86AC39}"/>
              </a:ext>
            </a:extLst>
          </p:cNvPr>
          <p:cNvSpPr>
            <a:spLocks xmlns:a="http://schemas.openxmlformats.org/drawingml/2006/main" noGrp="1"/>
          </p:cNvSpPr>
          <p:nvPr/>
        </p:nvSpPr>
        <p:spPr>
          <a:xfrm xmlns:a="http://schemas.openxmlformats.org/drawingml/2006/main">
            <a:off x="1771650" y="5943600"/>
            <a:ext cx="8648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F0A24A"/>
                </a:solidFill>
              </a:defRPr>
            </a:pPr>
            <a:r>
              <a:rPr sz="1500" b="1">
                <a:solidFill>
                  <a:srgbClr val="F0A24A"/>
                </a:solidFill>
              </a:rPr>
              <a:t>测试演示的闭环：命令 → checkpoint → 指标 → 预测 → 注意力。</a:t>
            </a:r>
          </a:p>
        </p:txBody>
      </p:sp>
    </p:spTree>
    <p:extLst>
      <p:ext uri="{BB962C8B-B14F-4D97-AF65-F5344CB8AC3E}">
        <p14:creationId xmlns:p14="http://schemas.microsoft.com/office/powerpoint/2010/main" val="705331028"/>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32FFFA98-2E5E-4654-8502-C54AF4477A8A}"/>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174A7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CB298D7-5E98-427B-B9A8-07A35DB0BC79}"/>
              </a:ext>
            </a:extLst>
          </p:cNvPr>
          <p:cNvSpPr>
            <a:spLocks xmlns:a="http://schemas.openxmlformats.org/drawingml/2006/main" noGrp="1"/>
          </p:cNvSpPr>
          <p:nvPr/>
        </p:nvSpPr>
        <p:spPr>
          <a:xfrm xmlns:a="http://schemas.openxmlformats.org/drawingml/2006/main">
            <a:off x="400050" y="19050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D76A8"/>
                </a:solidFill>
              </a:defRPr>
            </a:pPr>
            <a:r>
              <a:rPr sz="975" b="1">
                <a:solidFill>
                  <a:srgbClr val="2D76A8"/>
                </a:solidFill>
              </a:rPr>
              <a:t>03 · 数据管线</a:t>
            </a:r>
          </a:p>
        </p:txBody>
      </p:sp>
      <p:sp>
        <p:nvSpPr>
          <p:cNvPr id="3" name="">
            <a:extLst xmlns:a="http://schemas.openxmlformats.org/drawingml/2006/main">
              <a:ext uri="{FF2B5EF4-FFF2-40B4-BE49-F238E27FC236}">
                <a16:creationId xmlns:a16="http://schemas.microsoft.com/office/drawing/2014/main" id="{A333FB41-E18C-4388-AF2F-C13C4BD0C932}"/>
              </a:ext>
            </a:extLst>
          </p:cNvPr>
          <p:cNvSpPr>
            <a:spLocks xmlns:a="http://schemas.openxmlformats.org/drawingml/2006/main" noGrp="1"/>
          </p:cNvSpPr>
          <p:nvPr/>
        </p:nvSpPr>
        <p:spPr>
          <a:xfrm xmlns:a="http://schemas.openxmlformats.org/drawingml/2006/main">
            <a:off x="400050" y="419100"/>
            <a:ext cx="11191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250" b="1">
                <a:solidFill>
                  <a:srgbClr val="183247"/>
                </a:solidFill>
              </a:defRPr>
            </a:pPr>
            <a:r>
              <a:rPr sz="2250" b="1">
                <a:solidFill>
                  <a:srgbClr val="183247"/>
                </a:solidFill>
              </a:rPr>
              <a:t>可变长度 bag 决定训练时 batch size 通常为 1</a:t>
            </a:r>
          </a:p>
        </p:txBody>
      </p:sp>
      <p:sp>
        <p:nvSpPr>
          <p:cNvPr id="4" name="">
            <a:extLst xmlns:a="http://schemas.openxmlformats.org/drawingml/2006/main">
              <a:ext uri="{FF2B5EF4-FFF2-40B4-BE49-F238E27FC236}">
                <a16:creationId xmlns:a16="http://schemas.microsoft.com/office/drawing/2014/main" id="{B229762B-601C-47C1-8F3D-8888DF836880}"/>
              </a:ext>
            </a:extLst>
          </p:cNvPr>
          <p:cNvSpPr>
            <a:spLocks xmlns:a="http://schemas.openxmlformats.org/drawingml/2006/main" noGrp="1"/>
          </p:cNvSpPr>
          <p:nvPr/>
        </p:nvSpPr>
        <p:spPr>
          <a:xfrm xmlns:a="http://schemas.openxmlformats.org/drawingml/2006/main">
            <a:off x="400050" y="1009650"/>
            <a:ext cx="11391900" cy="9525"/>
          </a:xfrm>
          <a:prstGeom xmlns:a="http://schemas.openxmlformats.org/drawingml/2006/main" prst="rect">
            <a:avLst/>
          </a:prstGeom>
          <a:solidFill xmlns:a="http://schemas.openxmlformats.org/drawingml/2006/main">
            <a:srgbClr val="D8E2E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735A84B-6C40-4043-AA56-8844B014C316}"/>
              </a:ext>
            </a:extLst>
          </p:cNvPr>
          <p:cNvSpPr>
            <a:spLocks xmlns:a="http://schemas.openxmlformats.org/drawingml/2006/main" noGrp="1"/>
          </p:cNvSpPr>
          <p:nvPr/>
        </p:nvSpPr>
        <p:spPr>
          <a:xfrm xmlns:a="http://schemas.openxmlformats.org/drawingml/2006/main">
            <a:off x="11334750" y="6477000"/>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0">
                <a:solidFill>
                  <a:srgbClr val="687B8C"/>
                </a:solidFill>
              </a:defRPr>
            </a:pPr>
            <a:r>
              <a:rPr sz="900" b="0">
                <a:solidFill>
                  <a:srgbClr val="687B8C"/>
                </a:solidFill>
              </a:rPr>
              <a:t>19</a:t>
            </a:r>
          </a:p>
        </p:txBody>
      </p:sp>
      <p:sp>
        <p:nvSpPr>
          <p:cNvPr id="6" name="">
            <a:extLst xmlns:a="http://schemas.openxmlformats.org/drawingml/2006/main">
              <a:ext uri="{FF2B5EF4-FFF2-40B4-BE49-F238E27FC236}">
                <a16:creationId xmlns:a16="http://schemas.microsoft.com/office/drawing/2014/main" id="{CAA1EEE0-401A-4975-BF64-CA796CC99067}"/>
              </a:ext>
            </a:extLst>
          </p:cNvPr>
          <p:cNvSpPr>
            <a:spLocks xmlns:a="http://schemas.openxmlformats.org/drawingml/2006/main" noGrp="1"/>
          </p:cNvSpPr>
          <p:nvPr/>
        </p:nvSpPr>
        <p:spPr>
          <a:xfrm xmlns:a="http://schemas.openxmlformats.org/drawingml/2006/main">
            <a:off x="533400" y="1695450"/>
            <a:ext cx="2343150" cy="1428750"/>
          </a:xfrm>
          <a:prstGeom xmlns:a="http://schemas.openxmlformats.org/drawingml/2006/main" prst="roundRect">
            <a:avLst>
              <a:gd name="adj" fmla="val 10667"/>
            </a:avLst>
          </a:prstGeom>
          <a:solidFill xmlns:a="http://schemas.openxmlformats.org/drawingml/2006/main">
            <a:srgbClr val="EAF3F8"/>
          </a:solidFill>
          <a:ln xmlns:a="http://schemas.openxmlformats.org/drawingml/2006/main" w="9525">
            <a:solidFill>
              <a:srgbClr val="2D76A8"/>
            </a:solidFill>
            <a:prstDash val="solid"/>
          </a:ln>
        </p:spPr>
      </p:sp>
      <p:sp>
        <p:nvSpPr>
          <p:cNvPr id="7" name="">
            <a:extLst xmlns:a="http://schemas.openxmlformats.org/drawingml/2006/main">
              <a:ext uri="{FF2B5EF4-FFF2-40B4-BE49-F238E27FC236}">
                <a16:creationId xmlns:a16="http://schemas.microsoft.com/office/drawing/2014/main" id="{00C2E844-2262-4898-B96D-7F3E0AE6601D}"/>
              </a:ext>
            </a:extLst>
          </p:cNvPr>
          <p:cNvSpPr>
            <a:spLocks xmlns:a="http://schemas.openxmlformats.org/drawingml/2006/main" noGrp="1"/>
          </p:cNvSpPr>
          <p:nvPr/>
        </p:nvSpPr>
        <p:spPr>
          <a:xfrm xmlns:a="http://schemas.openxmlformats.org/drawingml/2006/main">
            <a:off x="704850" y="1847850"/>
            <a:ext cx="2000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2D76A8"/>
                </a:solidFill>
              </a:defRPr>
            </a:pPr>
            <a:r>
              <a:rPr sz="1425" b="1">
                <a:solidFill>
                  <a:srgbClr val="2D76A8"/>
                </a:solidFill>
              </a:rPr>
              <a:t>PyTorch 特征 / checkpoint</a:t>
            </a:r>
          </a:p>
        </p:txBody>
      </p:sp>
      <p:sp>
        <p:nvSpPr>
          <p:cNvPr id="8" name="">
            <a:extLst xmlns:a="http://schemas.openxmlformats.org/drawingml/2006/main">
              <a:ext uri="{FF2B5EF4-FFF2-40B4-BE49-F238E27FC236}">
                <a16:creationId xmlns:a16="http://schemas.microsoft.com/office/drawing/2014/main" id="{49954E51-21D6-43C4-90F0-1098D1D17569}"/>
              </a:ext>
            </a:extLst>
          </p:cNvPr>
          <p:cNvSpPr>
            <a:spLocks xmlns:a="http://schemas.openxmlformats.org/drawingml/2006/main" noGrp="1"/>
          </p:cNvSpPr>
          <p:nvPr/>
        </p:nvSpPr>
        <p:spPr>
          <a:xfrm xmlns:a="http://schemas.openxmlformats.org/drawingml/2006/main">
            <a:off x="990600" y="2514600"/>
            <a:ext cx="1428750" cy="3238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2D76A8"/>
            </a:solidFill>
            <a:prstDash val="solid"/>
          </a:ln>
        </p:spPr>
      </p:sp>
      <p:sp>
        <p:nvSpPr>
          <p:cNvPr id="9" name="">
            <a:extLst xmlns:a="http://schemas.openxmlformats.org/drawingml/2006/main">
              <a:ext uri="{FF2B5EF4-FFF2-40B4-BE49-F238E27FC236}">
                <a16:creationId xmlns:a16="http://schemas.microsoft.com/office/drawing/2014/main" id="{85CBB923-DD2E-4B80-B069-3BF6FCAD2812}"/>
              </a:ext>
            </a:extLst>
          </p:cNvPr>
          <p:cNvSpPr>
            <a:spLocks xmlns:a="http://schemas.openxmlformats.org/drawingml/2006/main" noGrp="1"/>
          </p:cNvSpPr>
          <p:nvPr/>
        </p:nvSpPr>
        <p:spPr>
          <a:xfrm xmlns:a="http://schemas.openxmlformats.org/drawingml/2006/main">
            <a:off x="990600" y="2524125"/>
            <a:ext cx="1428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2D76A8"/>
                </a:solidFill>
              </a:defRPr>
            </a:pPr>
            <a:r>
              <a:rPr sz="1200" b="1">
                <a:solidFill>
                  <a:srgbClr val="2D76A8"/>
                </a:solidFill>
              </a:rPr>
              <a:t>*.pt</a:t>
            </a:r>
          </a:p>
        </p:txBody>
      </p:sp>
      <p:sp>
        <p:nvSpPr>
          <p:cNvPr id="10" name="">
            <a:extLst xmlns:a="http://schemas.openxmlformats.org/drawingml/2006/main">
              <a:ext uri="{FF2B5EF4-FFF2-40B4-BE49-F238E27FC236}">
                <a16:creationId xmlns:a16="http://schemas.microsoft.com/office/drawing/2014/main" id="{8B387588-1F63-4C05-8F98-9E99315239B6}"/>
              </a:ext>
            </a:extLst>
          </p:cNvPr>
          <p:cNvSpPr>
            <a:spLocks xmlns:a="http://schemas.openxmlformats.org/drawingml/2006/main" noGrp="1"/>
          </p:cNvSpPr>
          <p:nvPr/>
        </p:nvSpPr>
        <p:spPr>
          <a:xfrm xmlns:a="http://schemas.openxmlformats.org/drawingml/2006/main">
            <a:off x="2933700" y="2171700"/>
            <a:ext cx="419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550" b="1">
                <a:solidFill>
                  <a:srgbClr val="F0A24A"/>
                </a:solidFill>
              </a:defRPr>
            </a:pPr>
            <a:r>
              <a:rPr sz="2550" b="1">
                <a:solidFill>
                  <a:srgbClr val="F0A24A"/>
                </a:solidFill>
              </a:rPr>
              <a:t>→</a:t>
            </a:r>
          </a:p>
        </p:txBody>
      </p:sp>
      <p:sp>
        <p:nvSpPr>
          <p:cNvPr id="11" name="">
            <a:extLst xmlns:a="http://schemas.openxmlformats.org/drawingml/2006/main">
              <a:ext uri="{FF2B5EF4-FFF2-40B4-BE49-F238E27FC236}">
                <a16:creationId xmlns:a16="http://schemas.microsoft.com/office/drawing/2014/main" id="{99275D12-C079-4E26-82A6-4B0C70CD6AD2}"/>
              </a:ext>
            </a:extLst>
          </p:cNvPr>
          <p:cNvSpPr>
            <a:spLocks xmlns:a="http://schemas.openxmlformats.org/drawingml/2006/main" noGrp="1"/>
          </p:cNvSpPr>
          <p:nvPr/>
        </p:nvSpPr>
        <p:spPr>
          <a:xfrm xmlns:a="http://schemas.openxmlformats.org/drawingml/2006/main">
            <a:off x="3409950" y="1695450"/>
            <a:ext cx="2343150" cy="1428750"/>
          </a:xfrm>
          <a:prstGeom xmlns:a="http://schemas.openxmlformats.org/drawingml/2006/main" prst="roundRect">
            <a:avLst>
              <a:gd name="adj" fmla="val 10667"/>
            </a:avLst>
          </a:prstGeom>
          <a:solidFill xmlns:a="http://schemas.openxmlformats.org/drawingml/2006/main">
            <a:srgbClr val="FFF4E7"/>
          </a:solidFill>
          <a:ln xmlns:a="http://schemas.openxmlformats.org/drawingml/2006/main" w="9525">
            <a:solidFill>
              <a:srgbClr val="F0A24A"/>
            </a:solidFill>
            <a:prstDash val="solid"/>
          </a:ln>
        </p:spPr>
      </p:sp>
      <p:sp>
        <p:nvSpPr>
          <p:cNvPr id="12" name="">
            <a:extLst xmlns:a="http://schemas.openxmlformats.org/drawingml/2006/main">
              <a:ext uri="{FF2B5EF4-FFF2-40B4-BE49-F238E27FC236}">
                <a16:creationId xmlns:a16="http://schemas.microsoft.com/office/drawing/2014/main" id="{921C3005-97D8-4AD7-890C-E2A4E3015A43}"/>
              </a:ext>
            </a:extLst>
          </p:cNvPr>
          <p:cNvSpPr>
            <a:spLocks xmlns:a="http://schemas.openxmlformats.org/drawingml/2006/main" noGrp="1"/>
          </p:cNvSpPr>
          <p:nvPr/>
        </p:nvSpPr>
        <p:spPr>
          <a:xfrm xmlns:a="http://schemas.openxmlformats.org/drawingml/2006/main">
            <a:off x="3581400" y="1847850"/>
            <a:ext cx="2000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F0A24A"/>
                </a:solidFill>
              </a:defRPr>
            </a:pPr>
            <a:r>
              <a:rPr sz="1425" b="1">
                <a:solidFill>
                  <a:srgbClr val="F0A24A"/>
                </a:solidFill>
              </a:rPr>
              <a:t>转换工具</a:t>
            </a:r>
          </a:p>
        </p:txBody>
      </p:sp>
      <p:sp>
        <p:nvSpPr>
          <p:cNvPr id="13" name="">
            <a:extLst xmlns:a="http://schemas.openxmlformats.org/drawingml/2006/main">
              <a:ext uri="{FF2B5EF4-FFF2-40B4-BE49-F238E27FC236}">
                <a16:creationId xmlns:a16="http://schemas.microsoft.com/office/drawing/2014/main" id="{3D16F68E-3909-46A3-91DE-69113C8667F1}"/>
              </a:ext>
            </a:extLst>
          </p:cNvPr>
          <p:cNvSpPr>
            <a:spLocks xmlns:a="http://schemas.openxmlformats.org/drawingml/2006/main" noGrp="1"/>
          </p:cNvSpPr>
          <p:nvPr/>
        </p:nvSpPr>
        <p:spPr>
          <a:xfrm xmlns:a="http://schemas.openxmlformats.org/drawingml/2006/main">
            <a:off x="3867150" y="2514600"/>
            <a:ext cx="1428750" cy="3238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F0A24A"/>
            </a:solidFill>
            <a:prstDash val="solid"/>
          </a:ln>
        </p:spPr>
      </p:sp>
      <p:sp>
        <p:nvSpPr>
          <p:cNvPr id="14" name="">
            <a:extLst xmlns:a="http://schemas.openxmlformats.org/drawingml/2006/main">
              <a:ext uri="{FF2B5EF4-FFF2-40B4-BE49-F238E27FC236}">
                <a16:creationId xmlns:a16="http://schemas.microsoft.com/office/drawing/2014/main" id="{EFDCBCF2-7177-4287-879F-032BC83A2E07}"/>
              </a:ext>
            </a:extLst>
          </p:cNvPr>
          <p:cNvSpPr>
            <a:spLocks xmlns:a="http://schemas.openxmlformats.org/drawingml/2006/main" noGrp="1"/>
          </p:cNvSpPr>
          <p:nvPr/>
        </p:nvSpPr>
        <p:spPr>
          <a:xfrm xmlns:a="http://schemas.openxmlformats.org/drawingml/2006/main">
            <a:off x="3867150" y="2524125"/>
            <a:ext cx="1428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F0A24A"/>
                </a:solidFill>
              </a:defRPr>
            </a:pPr>
            <a:r>
              <a:rPr sz="1200" b="1">
                <a:solidFill>
                  <a:srgbClr val="F0A24A"/>
                </a:solidFill>
              </a:rPr>
              <a:t>*.npz / *.pkl</a:t>
            </a:r>
          </a:p>
        </p:txBody>
      </p:sp>
      <p:sp>
        <p:nvSpPr>
          <p:cNvPr id="15" name="">
            <a:extLst xmlns:a="http://schemas.openxmlformats.org/drawingml/2006/main">
              <a:ext uri="{FF2B5EF4-FFF2-40B4-BE49-F238E27FC236}">
                <a16:creationId xmlns:a16="http://schemas.microsoft.com/office/drawing/2014/main" id="{1FE5058D-9357-4E9F-836C-018060B86B05}"/>
              </a:ext>
            </a:extLst>
          </p:cNvPr>
          <p:cNvSpPr>
            <a:spLocks xmlns:a="http://schemas.openxmlformats.org/drawingml/2006/main" noGrp="1"/>
          </p:cNvSpPr>
          <p:nvPr/>
        </p:nvSpPr>
        <p:spPr>
          <a:xfrm xmlns:a="http://schemas.openxmlformats.org/drawingml/2006/main">
            <a:off x="5810250" y="2171700"/>
            <a:ext cx="419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550" b="1">
                <a:solidFill>
                  <a:srgbClr val="F0A24A"/>
                </a:solidFill>
              </a:defRPr>
            </a:pPr>
            <a:r>
              <a:rPr sz="2550" b="1">
                <a:solidFill>
                  <a:srgbClr val="F0A24A"/>
                </a:solidFill>
              </a:rPr>
              <a:t>→</a:t>
            </a:r>
          </a:p>
        </p:txBody>
      </p:sp>
      <p:sp>
        <p:nvSpPr>
          <p:cNvPr id="16" name="">
            <a:extLst xmlns:a="http://schemas.openxmlformats.org/drawingml/2006/main">
              <a:ext uri="{FF2B5EF4-FFF2-40B4-BE49-F238E27FC236}">
                <a16:creationId xmlns:a16="http://schemas.microsoft.com/office/drawing/2014/main" id="{15B7888B-EF33-4A6B-802B-D33D2031CFE3}"/>
              </a:ext>
            </a:extLst>
          </p:cNvPr>
          <p:cNvSpPr>
            <a:spLocks xmlns:a="http://schemas.openxmlformats.org/drawingml/2006/main" noGrp="1"/>
          </p:cNvSpPr>
          <p:nvPr/>
        </p:nvSpPr>
        <p:spPr>
          <a:xfrm xmlns:a="http://schemas.openxmlformats.org/drawingml/2006/main">
            <a:off x="6286500" y="1695450"/>
            <a:ext cx="2343150" cy="1428750"/>
          </a:xfrm>
          <a:prstGeom xmlns:a="http://schemas.openxmlformats.org/drawingml/2006/main" prst="roundRect">
            <a:avLst>
              <a:gd name="adj" fmla="val 10667"/>
            </a:avLst>
          </a:prstGeom>
          <a:solidFill xmlns:a="http://schemas.openxmlformats.org/drawingml/2006/main">
            <a:srgbClr val="F4F7FA"/>
          </a:solidFill>
          <a:ln xmlns:a="http://schemas.openxmlformats.org/drawingml/2006/main" w="9525">
            <a:solidFill>
              <a:srgbClr val="174A74"/>
            </a:solidFill>
            <a:prstDash val="solid"/>
          </a:ln>
        </p:spPr>
      </p:sp>
      <p:sp>
        <p:nvSpPr>
          <p:cNvPr id="17" name="">
            <a:extLst xmlns:a="http://schemas.openxmlformats.org/drawingml/2006/main">
              <a:ext uri="{FF2B5EF4-FFF2-40B4-BE49-F238E27FC236}">
                <a16:creationId xmlns:a16="http://schemas.microsoft.com/office/drawing/2014/main" id="{06A1D6E5-4E6F-4AB2-BA8A-492DAF799B57}"/>
              </a:ext>
            </a:extLst>
          </p:cNvPr>
          <p:cNvSpPr>
            <a:spLocks xmlns:a="http://schemas.openxmlformats.org/drawingml/2006/main" noGrp="1"/>
          </p:cNvSpPr>
          <p:nvPr/>
        </p:nvSpPr>
        <p:spPr>
          <a:xfrm xmlns:a="http://schemas.openxmlformats.org/drawingml/2006/main">
            <a:off x="6457950" y="1847850"/>
            <a:ext cx="2000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174A74"/>
                </a:solidFill>
              </a:defRPr>
            </a:pPr>
            <a:r>
              <a:rPr sz="1425" b="1">
                <a:solidFill>
                  <a:srgbClr val="174A74"/>
                </a:solidFill>
              </a:rPr>
              <a:t>Bag loader</a:t>
            </a:r>
          </a:p>
        </p:txBody>
      </p:sp>
      <p:sp>
        <p:nvSpPr>
          <p:cNvPr id="18" name="">
            <a:extLst xmlns:a="http://schemas.openxmlformats.org/drawingml/2006/main">
              <a:ext uri="{FF2B5EF4-FFF2-40B4-BE49-F238E27FC236}">
                <a16:creationId xmlns:a16="http://schemas.microsoft.com/office/drawing/2014/main" id="{C7C90318-5A71-4BA2-AED3-03DEE042A040}"/>
              </a:ext>
            </a:extLst>
          </p:cNvPr>
          <p:cNvSpPr>
            <a:spLocks xmlns:a="http://schemas.openxmlformats.org/drawingml/2006/main" noGrp="1"/>
          </p:cNvSpPr>
          <p:nvPr/>
        </p:nvSpPr>
        <p:spPr>
          <a:xfrm xmlns:a="http://schemas.openxmlformats.org/drawingml/2006/main">
            <a:off x="6743700" y="2514600"/>
            <a:ext cx="1428750" cy="3238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174A74"/>
            </a:solidFill>
            <a:prstDash val="solid"/>
          </a:ln>
        </p:spPr>
      </p:sp>
      <p:sp>
        <p:nvSpPr>
          <p:cNvPr id="19" name="">
            <a:extLst xmlns:a="http://schemas.openxmlformats.org/drawingml/2006/main">
              <a:ext uri="{FF2B5EF4-FFF2-40B4-BE49-F238E27FC236}">
                <a16:creationId xmlns:a16="http://schemas.microsoft.com/office/drawing/2014/main" id="{C3975DC0-CB66-42C1-894B-D789392AE2B5}"/>
              </a:ext>
            </a:extLst>
          </p:cNvPr>
          <p:cNvSpPr>
            <a:spLocks xmlns:a="http://schemas.openxmlformats.org/drawingml/2006/main" noGrp="1"/>
          </p:cNvSpPr>
          <p:nvPr/>
        </p:nvSpPr>
        <p:spPr>
          <a:xfrm xmlns:a="http://schemas.openxmlformats.org/drawingml/2006/main">
            <a:off x="6743700" y="2524125"/>
            <a:ext cx="1428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174A74"/>
                </a:solidFill>
              </a:defRPr>
            </a:pPr>
            <a:r>
              <a:rPr sz="1200" b="1">
                <a:solidFill>
                  <a:srgbClr val="174A74"/>
                </a:solidFill>
              </a:rPr>
              <a:t>N × 768</a:t>
            </a:r>
          </a:p>
        </p:txBody>
      </p:sp>
      <p:sp>
        <p:nvSpPr>
          <p:cNvPr id="20" name="">
            <a:extLst xmlns:a="http://schemas.openxmlformats.org/drawingml/2006/main">
              <a:ext uri="{FF2B5EF4-FFF2-40B4-BE49-F238E27FC236}">
                <a16:creationId xmlns:a16="http://schemas.microsoft.com/office/drawing/2014/main" id="{EBD1A8A7-3C01-4D9D-9FFC-1B56716AC811}"/>
              </a:ext>
            </a:extLst>
          </p:cNvPr>
          <p:cNvSpPr>
            <a:spLocks xmlns:a="http://schemas.openxmlformats.org/drawingml/2006/main" noGrp="1"/>
          </p:cNvSpPr>
          <p:nvPr/>
        </p:nvSpPr>
        <p:spPr>
          <a:xfrm xmlns:a="http://schemas.openxmlformats.org/drawingml/2006/main">
            <a:off x="8686800" y="2171700"/>
            <a:ext cx="419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550" b="1">
                <a:solidFill>
                  <a:srgbClr val="F0A24A"/>
                </a:solidFill>
              </a:defRPr>
            </a:pPr>
            <a:r>
              <a:rPr sz="2550" b="1">
                <a:solidFill>
                  <a:srgbClr val="F0A24A"/>
                </a:solidFill>
              </a:rPr>
              <a:t>→</a:t>
            </a:r>
          </a:p>
        </p:txBody>
      </p:sp>
      <p:sp>
        <p:nvSpPr>
          <p:cNvPr id="21" name="">
            <a:extLst xmlns:a="http://schemas.openxmlformats.org/drawingml/2006/main">
              <a:ext uri="{FF2B5EF4-FFF2-40B4-BE49-F238E27FC236}">
                <a16:creationId xmlns:a16="http://schemas.microsoft.com/office/drawing/2014/main" id="{6AE36A86-19EB-418D-A9A2-1FCA0C6F9505}"/>
              </a:ext>
            </a:extLst>
          </p:cNvPr>
          <p:cNvSpPr>
            <a:spLocks xmlns:a="http://schemas.openxmlformats.org/drawingml/2006/main" noGrp="1"/>
          </p:cNvSpPr>
          <p:nvPr/>
        </p:nvSpPr>
        <p:spPr>
          <a:xfrm xmlns:a="http://schemas.openxmlformats.org/drawingml/2006/main">
            <a:off x="9163050" y="1695450"/>
            <a:ext cx="2343150" cy="1428750"/>
          </a:xfrm>
          <a:prstGeom xmlns:a="http://schemas.openxmlformats.org/drawingml/2006/main" prst="roundRect">
            <a:avLst>
              <a:gd name="adj" fmla="val 10667"/>
            </a:avLst>
          </a:prstGeom>
          <a:solidFill xmlns:a="http://schemas.openxmlformats.org/drawingml/2006/main">
            <a:srgbClr val="E9F7F4"/>
          </a:solidFill>
          <a:ln xmlns:a="http://schemas.openxmlformats.org/drawingml/2006/main" w="9525">
            <a:solidFill>
              <a:srgbClr val="28A99E"/>
            </a:solidFill>
            <a:prstDash val="solid"/>
          </a:ln>
        </p:spPr>
      </p:sp>
      <p:sp>
        <p:nvSpPr>
          <p:cNvPr id="22" name="">
            <a:extLst xmlns:a="http://schemas.openxmlformats.org/drawingml/2006/main">
              <a:ext uri="{FF2B5EF4-FFF2-40B4-BE49-F238E27FC236}">
                <a16:creationId xmlns:a16="http://schemas.microsoft.com/office/drawing/2014/main" id="{C7EB9E71-A0EC-44E6-AF8A-8A8D8284706B}"/>
              </a:ext>
            </a:extLst>
          </p:cNvPr>
          <p:cNvSpPr>
            <a:spLocks xmlns:a="http://schemas.openxmlformats.org/drawingml/2006/main" noGrp="1"/>
          </p:cNvSpPr>
          <p:nvPr/>
        </p:nvSpPr>
        <p:spPr>
          <a:xfrm xmlns:a="http://schemas.openxmlformats.org/drawingml/2006/main">
            <a:off x="9334500" y="1847850"/>
            <a:ext cx="2000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28A99E"/>
                </a:solidFill>
              </a:defRPr>
            </a:pPr>
            <a:r>
              <a:rPr sz="1425" b="1">
                <a:solidFill>
                  <a:srgbClr val="28A99E"/>
                </a:solidFill>
              </a:rPr>
              <a:t>Jittor train / test</a:t>
            </a:r>
          </a:p>
        </p:txBody>
      </p:sp>
      <p:sp>
        <p:nvSpPr>
          <p:cNvPr id="23" name="">
            <a:extLst xmlns:a="http://schemas.openxmlformats.org/drawingml/2006/main">
              <a:ext uri="{FF2B5EF4-FFF2-40B4-BE49-F238E27FC236}">
                <a16:creationId xmlns:a16="http://schemas.microsoft.com/office/drawing/2014/main" id="{CAFD7DD7-1983-4EDC-8619-C4E769F18070}"/>
              </a:ext>
            </a:extLst>
          </p:cNvPr>
          <p:cNvSpPr>
            <a:spLocks xmlns:a="http://schemas.openxmlformats.org/drawingml/2006/main" noGrp="1"/>
          </p:cNvSpPr>
          <p:nvPr/>
        </p:nvSpPr>
        <p:spPr>
          <a:xfrm xmlns:a="http://schemas.openxmlformats.org/drawingml/2006/main">
            <a:off x="9620250" y="2514600"/>
            <a:ext cx="1428750" cy="3238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28A99E"/>
            </a:solidFill>
            <a:prstDash val="solid"/>
          </a:ln>
        </p:spPr>
      </p:sp>
      <p:sp>
        <p:nvSpPr>
          <p:cNvPr id="24" name="">
            <a:extLst xmlns:a="http://schemas.openxmlformats.org/drawingml/2006/main">
              <a:ext uri="{FF2B5EF4-FFF2-40B4-BE49-F238E27FC236}">
                <a16:creationId xmlns:a16="http://schemas.microsoft.com/office/drawing/2014/main" id="{5811BFE5-DBCB-41FC-B1C9-0C650E93DE13}"/>
              </a:ext>
            </a:extLst>
          </p:cNvPr>
          <p:cNvSpPr>
            <a:spLocks xmlns:a="http://schemas.openxmlformats.org/drawingml/2006/main" noGrp="1"/>
          </p:cNvSpPr>
          <p:nvPr/>
        </p:nvSpPr>
        <p:spPr>
          <a:xfrm xmlns:a="http://schemas.openxmlformats.org/drawingml/2006/main">
            <a:off x="9620250" y="2524125"/>
            <a:ext cx="1428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28A99E"/>
                </a:solidFill>
              </a:defRPr>
            </a:pPr>
            <a:r>
              <a:rPr sz="1200" b="1">
                <a:solidFill>
                  <a:srgbClr val="28A99E"/>
                </a:solidFill>
              </a:rPr>
              <a:t>batch = 1</a:t>
            </a:r>
          </a:p>
        </p:txBody>
      </p:sp>
      <p:sp>
        <p:nvSpPr>
          <p:cNvPr id="25" name="">
            <a:extLst xmlns:a="http://schemas.openxmlformats.org/drawingml/2006/main">
              <a:ext uri="{FF2B5EF4-FFF2-40B4-BE49-F238E27FC236}">
                <a16:creationId xmlns:a16="http://schemas.microsoft.com/office/drawing/2014/main" id="{FE94631C-3106-4688-AE8B-6D19CFD172A3}"/>
              </a:ext>
            </a:extLst>
          </p:cNvPr>
          <p:cNvSpPr>
            <a:spLocks xmlns:a="http://schemas.openxmlformats.org/drawingml/2006/main" noGrp="1"/>
          </p:cNvSpPr>
          <p:nvPr/>
        </p:nvSpPr>
        <p:spPr>
          <a:xfrm xmlns:a="http://schemas.openxmlformats.org/drawingml/2006/main">
            <a:off x="723900" y="3810000"/>
            <a:ext cx="10744200" cy="1447800"/>
          </a:xfrm>
          <a:prstGeom xmlns:a="http://schemas.openxmlformats.org/drawingml/2006/main" prst="roundRect">
            <a:avLst>
              <a:gd name="adj" fmla="val 7895"/>
            </a:avLst>
          </a:prstGeom>
          <a:solidFill xmlns:a="http://schemas.openxmlformats.org/drawingml/2006/main">
            <a:srgbClr val="F4F7FA"/>
          </a:solidFill>
          <a:ln xmlns:a="http://schemas.openxmlformats.org/drawingml/2006/main" w="9525">
            <a:solidFill>
              <a:srgbClr val="D8E2EA"/>
            </a:solidFill>
            <a:prstDash val="solid"/>
          </a:ln>
        </p:spPr>
      </p:sp>
      <p:sp>
        <p:nvSpPr>
          <p:cNvPr id="26" name="">
            <a:extLst xmlns:a="http://schemas.openxmlformats.org/drawingml/2006/main">
              <a:ext uri="{FF2B5EF4-FFF2-40B4-BE49-F238E27FC236}">
                <a16:creationId xmlns:a16="http://schemas.microsoft.com/office/drawing/2014/main" id="{8D0DAB2D-18BA-4913-A6F1-C2EF908E42F8}"/>
              </a:ext>
            </a:extLst>
          </p:cNvPr>
          <p:cNvSpPr>
            <a:spLocks xmlns:a="http://schemas.openxmlformats.org/drawingml/2006/main" noGrp="1"/>
          </p:cNvSpPr>
          <p:nvPr/>
        </p:nvSpPr>
        <p:spPr>
          <a:xfrm xmlns:a="http://schemas.openxmlformats.org/drawingml/2006/main">
            <a:off x="952500" y="3962400"/>
            <a:ext cx="2247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2D76A8"/>
                </a:solidFill>
              </a:defRPr>
            </a:pPr>
            <a:r>
              <a:rPr sz="1500" b="1">
                <a:solidFill>
                  <a:srgbClr val="2D76A8"/>
                </a:solidFill>
              </a:rPr>
              <a:t>受控小数据实验</a:t>
            </a:r>
          </a:p>
        </p:txBody>
      </p:sp>
      <p:sp>
        <p:nvSpPr>
          <p:cNvPr id="27" name="">
            <a:extLst xmlns:a="http://schemas.openxmlformats.org/drawingml/2006/main">
              <a:ext uri="{FF2B5EF4-FFF2-40B4-BE49-F238E27FC236}">
                <a16:creationId xmlns:a16="http://schemas.microsoft.com/office/drawing/2014/main" id="{7205AFB6-E471-4644-8AD0-A90615FAEA88}"/>
              </a:ext>
            </a:extLst>
          </p:cNvPr>
          <p:cNvSpPr>
            <a:spLocks xmlns:a="http://schemas.openxmlformats.org/drawingml/2006/main" noGrp="1"/>
          </p:cNvSpPr>
          <p:nvPr/>
        </p:nvSpPr>
        <p:spPr>
          <a:xfrm xmlns:a="http://schemas.openxmlformats.org/drawingml/2006/main">
            <a:off x="3295650" y="4000500"/>
            <a:ext cx="1714500" cy="1104900"/>
          </a:xfrm>
          <a:prstGeom xmlns:a="http://schemas.openxmlformats.org/drawingml/2006/main" prst="roundRect">
            <a:avLst>
              <a:gd name="adj" fmla="val 10345"/>
            </a:avLst>
          </a:prstGeom>
          <a:solidFill xmlns:a="http://schemas.openxmlformats.org/drawingml/2006/main">
            <a:srgbClr val="FFFFFF"/>
          </a:solidFill>
          <a:ln xmlns:a="http://schemas.openxmlformats.org/drawingml/2006/main" w="0">
            <a:solidFill>
              <a:srgbClr val="FFFFFF"/>
            </a:solidFill>
            <a:prstDash val="solid"/>
          </a:ln>
        </p:spPr>
      </p:sp>
      <p:sp>
        <p:nvSpPr>
          <p:cNvPr id="28" name="">
            <a:extLst xmlns:a="http://schemas.openxmlformats.org/drawingml/2006/main">
              <a:ext uri="{FF2B5EF4-FFF2-40B4-BE49-F238E27FC236}">
                <a16:creationId xmlns:a16="http://schemas.microsoft.com/office/drawing/2014/main" id="{E5914708-6E19-4463-AFDB-563636DA4E97}"/>
              </a:ext>
            </a:extLst>
          </p:cNvPr>
          <p:cNvSpPr>
            <a:spLocks xmlns:a="http://schemas.openxmlformats.org/drawingml/2006/main" noGrp="1"/>
          </p:cNvSpPr>
          <p:nvPr/>
        </p:nvSpPr>
        <p:spPr>
          <a:xfrm xmlns:a="http://schemas.openxmlformats.org/drawingml/2006/main">
            <a:off x="3448050" y="4095750"/>
            <a:ext cx="1409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687B8C"/>
                </a:solidFill>
              </a:defRPr>
            </a:pPr>
            <a:r>
              <a:rPr sz="1050" b="1">
                <a:solidFill>
                  <a:srgbClr val="687B8C"/>
                </a:solidFill>
              </a:rPr>
              <a:t>训练 bags</a:t>
            </a:r>
          </a:p>
        </p:txBody>
      </p:sp>
      <p:sp>
        <p:nvSpPr>
          <p:cNvPr id="29" name="">
            <a:extLst xmlns:a="http://schemas.openxmlformats.org/drawingml/2006/main">
              <a:ext uri="{FF2B5EF4-FFF2-40B4-BE49-F238E27FC236}">
                <a16:creationId xmlns:a16="http://schemas.microsoft.com/office/drawing/2014/main" id="{2CD2567F-319B-4E95-B92E-6F23DD0EB195}"/>
              </a:ext>
            </a:extLst>
          </p:cNvPr>
          <p:cNvSpPr>
            <a:spLocks xmlns:a="http://schemas.openxmlformats.org/drawingml/2006/main" noGrp="1"/>
          </p:cNvSpPr>
          <p:nvPr/>
        </p:nvSpPr>
        <p:spPr>
          <a:xfrm xmlns:a="http://schemas.openxmlformats.org/drawingml/2006/main">
            <a:off x="3448050" y="4324350"/>
            <a:ext cx="14097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325" b="1">
                <a:solidFill>
                  <a:srgbClr val="174A74"/>
                </a:solidFill>
              </a:defRPr>
            </a:pPr>
            <a:r>
              <a:rPr sz="2325" b="1">
                <a:solidFill>
                  <a:srgbClr val="174A74"/>
                </a:solidFill>
              </a:rPr>
              <a:t>36</a:t>
            </a:r>
          </a:p>
        </p:txBody>
      </p:sp>
      <p:sp>
        <p:nvSpPr>
          <p:cNvPr id="30" name="">
            <a:extLst xmlns:a="http://schemas.openxmlformats.org/drawingml/2006/main">
              <a:ext uri="{FF2B5EF4-FFF2-40B4-BE49-F238E27FC236}">
                <a16:creationId xmlns:a16="http://schemas.microsoft.com/office/drawing/2014/main" id="{8EBF57EE-014C-43FB-80AE-1F093B7E1A7F}"/>
              </a:ext>
            </a:extLst>
          </p:cNvPr>
          <p:cNvSpPr>
            <a:spLocks xmlns:a="http://schemas.openxmlformats.org/drawingml/2006/main" noGrp="1"/>
          </p:cNvSpPr>
          <p:nvPr/>
        </p:nvSpPr>
        <p:spPr>
          <a:xfrm xmlns:a="http://schemas.openxmlformats.org/drawingml/2006/main">
            <a:off x="3448050" y="4781550"/>
            <a:ext cx="1409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687B8C"/>
                </a:solidFill>
              </a:defRPr>
            </a:pPr>
            <a:r>
              <a:rPr sz="975" b="0">
                <a:solidFill>
                  <a:srgbClr val="687B8C"/>
                </a:solidFill>
              </a:rPr>
              <a:t>三分类</a:t>
            </a:r>
          </a:p>
        </p:txBody>
      </p:sp>
      <p:sp>
        <p:nvSpPr>
          <p:cNvPr id="31" name="">
            <a:extLst xmlns:a="http://schemas.openxmlformats.org/drawingml/2006/main">
              <a:ext uri="{FF2B5EF4-FFF2-40B4-BE49-F238E27FC236}">
                <a16:creationId xmlns:a16="http://schemas.microsoft.com/office/drawing/2014/main" id="{672A5C8F-F665-4B65-BDFF-E132CE180C6A}"/>
              </a:ext>
            </a:extLst>
          </p:cNvPr>
          <p:cNvSpPr>
            <a:spLocks xmlns:a="http://schemas.openxmlformats.org/drawingml/2006/main" noGrp="1"/>
          </p:cNvSpPr>
          <p:nvPr/>
        </p:nvSpPr>
        <p:spPr>
          <a:xfrm xmlns:a="http://schemas.openxmlformats.org/drawingml/2006/main">
            <a:off x="5162550" y="4000500"/>
            <a:ext cx="1714500" cy="1104900"/>
          </a:xfrm>
          <a:prstGeom xmlns:a="http://schemas.openxmlformats.org/drawingml/2006/main" prst="roundRect">
            <a:avLst>
              <a:gd name="adj" fmla="val 10345"/>
            </a:avLst>
          </a:prstGeom>
          <a:solidFill xmlns:a="http://schemas.openxmlformats.org/drawingml/2006/main">
            <a:srgbClr val="FFFFFF"/>
          </a:solidFill>
          <a:ln xmlns:a="http://schemas.openxmlformats.org/drawingml/2006/main" w="0">
            <a:solidFill>
              <a:srgbClr val="FFFFFF"/>
            </a:solidFill>
            <a:prstDash val="solid"/>
          </a:ln>
        </p:spPr>
      </p:sp>
      <p:sp>
        <p:nvSpPr>
          <p:cNvPr id="32" name="">
            <a:extLst xmlns:a="http://schemas.openxmlformats.org/drawingml/2006/main">
              <a:ext uri="{FF2B5EF4-FFF2-40B4-BE49-F238E27FC236}">
                <a16:creationId xmlns:a16="http://schemas.microsoft.com/office/drawing/2014/main" id="{6C9C1F26-F695-459D-9476-C97BE9D96921}"/>
              </a:ext>
            </a:extLst>
          </p:cNvPr>
          <p:cNvSpPr>
            <a:spLocks xmlns:a="http://schemas.openxmlformats.org/drawingml/2006/main" noGrp="1"/>
          </p:cNvSpPr>
          <p:nvPr/>
        </p:nvSpPr>
        <p:spPr>
          <a:xfrm xmlns:a="http://schemas.openxmlformats.org/drawingml/2006/main">
            <a:off x="5314950" y="4095750"/>
            <a:ext cx="1409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687B8C"/>
                </a:solidFill>
              </a:defRPr>
            </a:pPr>
            <a:r>
              <a:rPr sz="1050" b="1">
                <a:solidFill>
                  <a:srgbClr val="687B8C"/>
                </a:solidFill>
              </a:rPr>
              <a:t>验证 bags</a:t>
            </a:r>
          </a:p>
        </p:txBody>
      </p:sp>
      <p:sp>
        <p:nvSpPr>
          <p:cNvPr id="33" name="">
            <a:extLst xmlns:a="http://schemas.openxmlformats.org/drawingml/2006/main">
              <a:ext uri="{FF2B5EF4-FFF2-40B4-BE49-F238E27FC236}">
                <a16:creationId xmlns:a16="http://schemas.microsoft.com/office/drawing/2014/main" id="{EC1499DE-2BCC-406C-B7DB-5B0EFC9B9799}"/>
              </a:ext>
            </a:extLst>
          </p:cNvPr>
          <p:cNvSpPr>
            <a:spLocks xmlns:a="http://schemas.openxmlformats.org/drawingml/2006/main" noGrp="1"/>
          </p:cNvSpPr>
          <p:nvPr/>
        </p:nvSpPr>
        <p:spPr>
          <a:xfrm xmlns:a="http://schemas.openxmlformats.org/drawingml/2006/main">
            <a:off x="5314950" y="4324350"/>
            <a:ext cx="14097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325" b="1">
                <a:solidFill>
                  <a:srgbClr val="28A99E"/>
                </a:solidFill>
              </a:defRPr>
            </a:pPr>
            <a:r>
              <a:rPr sz="2325" b="1">
                <a:solidFill>
                  <a:srgbClr val="28A99E"/>
                </a:solidFill>
              </a:rPr>
              <a:t>12</a:t>
            </a:r>
          </a:p>
        </p:txBody>
      </p:sp>
      <p:sp>
        <p:nvSpPr>
          <p:cNvPr id="34" name="">
            <a:extLst xmlns:a="http://schemas.openxmlformats.org/drawingml/2006/main">
              <a:ext uri="{FF2B5EF4-FFF2-40B4-BE49-F238E27FC236}">
                <a16:creationId xmlns:a16="http://schemas.microsoft.com/office/drawing/2014/main" id="{2057C816-43ED-488E-A180-E4B2F86EBA4B}"/>
              </a:ext>
            </a:extLst>
          </p:cNvPr>
          <p:cNvSpPr>
            <a:spLocks xmlns:a="http://schemas.openxmlformats.org/drawingml/2006/main" noGrp="1"/>
          </p:cNvSpPr>
          <p:nvPr/>
        </p:nvSpPr>
        <p:spPr>
          <a:xfrm xmlns:a="http://schemas.openxmlformats.org/drawingml/2006/main">
            <a:off x="5314950" y="4781550"/>
            <a:ext cx="1409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687B8C"/>
                </a:solidFill>
              </a:defRPr>
            </a:pPr>
            <a:r>
              <a:rPr sz="975" b="0">
                <a:solidFill>
                  <a:srgbClr val="687B8C"/>
                </a:solidFill>
              </a:rPr>
              <a:t>独立划分</a:t>
            </a:r>
          </a:p>
        </p:txBody>
      </p:sp>
      <p:sp>
        <p:nvSpPr>
          <p:cNvPr id="35" name="">
            <a:extLst xmlns:a="http://schemas.openxmlformats.org/drawingml/2006/main">
              <a:ext uri="{FF2B5EF4-FFF2-40B4-BE49-F238E27FC236}">
                <a16:creationId xmlns:a16="http://schemas.microsoft.com/office/drawing/2014/main" id="{B75A1E8E-BA07-4A6E-9B7C-2C6277F8EDF7}"/>
              </a:ext>
            </a:extLst>
          </p:cNvPr>
          <p:cNvSpPr>
            <a:spLocks xmlns:a="http://schemas.openxmlformats.org/drawingml/2006/main" noGrp="1"/>
          </p:cNvSpPr>
          <p:nvPr/>
        </p:nvSpPr>
        <p:spPr>
          <a:xfrm xmlns:a="http://schemas.openxmlformats.org/drawingml/2006/main">
            <a:off x="7029450" y="4000500"/>
            <a:ext cx="1714500" cy="1104900"/>
          </a:xfrm>
          <a:prstGeom xmlns:a="http://schemas.openxmlformats.org/drawingml/2006/main" prst="roundRect">
            <a:avLst>
              <a:gd name="adj" fmla="val 10345"/>
            </a:avLst>
          </a:prstGeom>
          <a:solidFill xmlns:a="http://schemas.openxmlformats.org/drawingml/2006/main">
            <a:srgbClr val="FFFFFF"/>
          </a:solidFill>
          <a:ln xmlns:a="http://schemas.openxmlformats.org/drawingml/2006/main" w="0">
            <a:solidFill>
              <a:srgbClr val="FFFFFF"/>
            </a:solidFill>
            <a:prstDash val="solid"/>
          </a:ln>
        </p:spPr>
      </p:sp>
      <p:sp>
        <p:nvSpPr>
          <p:cNvPr id="36" name="">
            <a:extLst xmlns:a="http://schemas.openxmlformats.org/drawingml/2006/main">
              <a:ext uri="{FF2B5EF4-FFF2-40B4-BE49-F238E27FC236}">
                <a16:creationId xmlns:a16="http://schemas.microsoft.com/office/drawing/2014/main" id="{38C2B63D-8943-45D9-85F2-7EA6A723FC27}"/>
              </a:ext>
            </a:extLst>
          </p:cNvPr>
          <p:cNvSpPr>
            <a:spLocks xmlns:a="http://schemas.openxmlformats.org/drawingml/2006/main" noGrp="1"/>
          </p:cNvSpPr>
          <p:nvPr/>
        </p:nvSpPr>
        <p:spPr>
          <a:xfrm xmlns:a="http://schemas.openxmlformats.org/drawingml/2006/main">
            <a:off x="7181850" y="4095750"/>
            <a:ext cx="1409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687B8C"/>
                </a:solidFill>
              </a:defRPr>
            </a:pPr>
            <a:r>
              <a:rPr sz="1050" b="1">
                <a:solidFill>
                  <a:srgbClr val="687B8C"/>
                </a:solidFill>
              </a:rPr>
              <a:t>测试 bags</a:t>
            </a:r>
          </a:p>
        </p:txBody>
      </p:sp>
      <p:sp>
        <p:nvSpPr>
          <p:cNvPr id="37" name="">
            <a:extLst xmlns:a="http://schemas.openxmlformats.org/drawingml/2006/main">
              <a:ext uri="{FF2B5EF4-FFF2-40B4-BE49-F238E27FC236}">
                <a16:creationId xmlns:a16="http://schemas.microsoft.com/office/drawing/2014/main" id="{4CF7B083-454D-4A55-9285-0E8DDC59AC6B}"/>
              </a:ext>
            </a:extLst>
          </p:cNvPr>
          <p:cNvSpPr>
            <a:spLocks xmlns:a="http://schemas.openxmlformats.org/drawingml/2006/main" noGrp="1"/>
          </p:cNvSpPr>
          <p:nvPr/>
        </p:nvSpPr>
        <p:spPr>
          <a:xfrm xmlns:a="http://schemas.openxmlformats.org/drawingml/2006/main">
            <a:off x="7181850" y="4324350"/>
            <a:ext cx="14097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325" b="1">
                <a:solidFill>
                  <a:srgbClr val="F0A24A"/>
                </a:solidFill>
              </a:defRPr>
            </a:pPr>
            <a:r>
              <a:rPr sz="2325" b="1">
                <a:solidFill>
                  <a:srgbClr val="F0A24A"/>
                </a:solidFill>
              </a:rPr>
              <a:t>12</a:t>
            </a:r>
          </a:p>
        </p:txBody>
      </p:sp>
      <p:sp>
        <p:nvSpPr>
          <p:cNvPr id="38" name="">
            <a:extLst xmlns:a="http://schemas.openxmlformats.org/drawingml/2006/main">
              <a:ext uri="{FF2B5EF4-FFF2-40B4-BE49-F238E27FC236}">
                <a16:creationId xmlns:a16="http://schemas.microsoft.com/office/drawing/2014/main" id="{466E44C1-215E-4EF0-961B-C62AB3C9AA6F}"/>
              </a:ext>
            </a:extLst>
          </p:cNvPr>
          <p:cNvSpPr>
            <a:spLocks xmlns:a="http://schemas.openxmlformats.org/drawingml/2006/main" noGrp="1"/>
          </p:cNvSpPr>
          <p:nvPr/>
        </p:nvSpPr>
        <p:spPr>
          <a:xfrm xmlns:a="http://schemas.openxmlformats.org/drawingml/2006/main">
            <a:off x="7181850" y="4781550"/>
            <a:ext cx="1409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687B8C"/>
                </a:solidFill>
              </a:defRPr>
            </a:pPr>
            <a:r>
              <a:rPr sz="975" b="0">
                <a:solidFill>
                  <a:srgbClr val="687B8C"/>
                </a:solidFill>
              </a:rPr>
              <a:t>独立划分</a:t>
            </a:r>
          </a:p>
        </p:txBody>
      </p:sp>
      <p:sp>
        <p:nvSpPr>
          <p:cNvPr id="39" name="">
            <a:extLst xmlns:a="http://schemas.openxmlformats.org/drawingml/2006/main">
              <a:ext uri="{FF2B5EF4-FFF2-40B4-BE49-F238E27FC236}">
                <a16:creationId xmlns:a16="http://schemas.microsoft.com/office/drawing/2014/main" id="{E76E07EC-43F6-48CA-8B60-4F3FB30B3A77}"/>
              </a:ext>
            </a:extLst>
          </p:cNvPr>
          <p:cNvSpPr>
            <a:spLocks xmlns:a="http://schemas.openxmlformats.org/drawingml/2006/main" noGrp="1"/>
          </p:cNvSpPr>
          <p:nvPr/>
        </p:nvSpPr>
        <p:spPr>
          <a:xfrm xmlns:a="http://schemas.openxmlformats.org/drawingml/2006/main">
            <a:off x="8896350" y="4000500"/>
            <a:ext cx="2171700" cy="1104900"/>
          </a:xfrm>
          <a:prstGeom xmlns:a="http://schemas.openxmlformats.org/drawingml/2006/main" prst="roundRect">
            <a:avLst>
              <a:gd name="adj" fmla="val 10345"/>
            </a:avLst>
          </a:prstGeom>
          <a:solidFill xmlns:a="http://schemas.openxmlformats.org/drawingml/2006/main">
            <a:srgbClr val="FFFFFF"/>
          </a:solidFill>
          <a:ln xmlns:a="http://schemas.openxmlformats.org/drawingml/2006/main" w="0">
            <a:solidFill>
              <a:srgbClr val="FFFFFF"/>
            </a:solidFill>
            <a:prstDash val="solid"/>
          </a:ln>
        </p:spPr>
      </p:sp>
      <p:sp>
        <p:nvSpPr>
          <p:cNvPr id="40" name="">
            <a:extLst xmlns:a="http://schemas.openxmlformats.org/drawingml/2006/main">
              <a:ext uri="{FF2B5EF4-FFF2-40B4-BE49-F238E27FC236}">
                <a16:creationId xmlns:a16="http://schemas.microsoft.com/office/drawing/2014/main" id="{ED310A4A-0DA3-4FFF-B170-D276A8D9DC6E}"/>
              </a:ext>
            </a:extLst>
          </p:cNvPr>
          <p:cNvSpPr>
            <a:spLocks xmlns:a="http://schemas.openxmlformats.org/drawingml/2006/main" noGrp="1"/>
          </p:cNvSpPr>
          <p:nvPr/>
        </p:nvSpPr>
        <p:spPr>
          <a:xfrm xmlns:a="http://schemas.openxmlformats.org/drawingml/2006/main">
            <a:off x="9048750" y="4095750"/>
            <a:ext cx="1866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687B8C"/>
                </a:solidFill>
              </a:defRPr>
            </a:pPr>
            <a:r>
              <a:rPr sz="1050" b="1">
                <a:solidFill>
                  <a:srgbClr val="687B8C"/>
                </a:solidFill>
              </a:rPr>
              <a:t>特征维度</a:t>
            </a:r>
          </a:p>
        </p:txBody>
      </p:sp>
      <p:sp>
        <p:nvSpPr>
          <p:cNvPr id="41" name="">
            <a:extLst xmlns:a="http://schemas.openxmlformats.org/drawingml/2006/main">
              <a:ext uri="{FF2B5EF4-FFF2-40B4-BE49-F238E27FC236}">
                <a16:creationId xmlns:a16="http://schemas.microsoft.com/office/drawing/2014/main" id="{36635A34-C2B4-4067-ADB3-B772C4D7151A}"/>
              </a:ext>
            </a:extLst>
          </p:cNvPr>
          <p:cNvSpPr>
            <a:spLocks xmlns:a="http://schemas.openxmlformats.org/drawingml/2006/main" noGrp="1"/>
          </p:cNvSpPr>
          <p:nvPr/>
        </p:nvSpPr>
        <p:spPr>
          <a:xfrm xmlns:a="http://schemas.openxmlformats.org/drawingml/2006/main">
            <a:off x="9048750" y="4324350"/>
            <a:ext cx="1866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325" b="1">
                <a:solidFill>
                  <a:srgbClr val="E66F6A"/>
                </a:solidFill>
              </a:defRPr>
            </a:pPr>
            <a:r>
              <a:rPr sz="2325" b="1">
                <a:solidFill>
                  <a:srgbClr val="E66F6A"/>
                </a:solidFill>
              </a:rPr>
              <a:t>768</a:t>
            </a:r>
          </a:p>
        </p:txBody>
      </p:sp>
      <p:sp>
        <p:nvSpPr>
          <p:cNvPr id="42" name="">
            <a:extLst xmlns:a="http://schemas.openxmlformats.org/drawingml/2006/main">
              <a:ext uri="{FF2B5EF4-FFF2-40B4-BE49-F238E27FC236}">
                <a16:creationId xmlns:a16="http://schemas.microsoft.com/office/drawing/2014/main" id="{6F681DE9-B60F-4248-B529-12DF156B28E9}"/>
              </a:ext>
            </a:extLst>
          </p:cNvPr>
          <p:cNvSpPr>
            <a:spLocks xmlns:a="http://schemas.openxmlformats.org/drawingml/2006/main" noGrp="1"/>
          </p:cNvSpPr>
          <p:nvPr/>
        </p:nvSpPr>
        <p:spPr>
          <a:xfrm xmlns:a="http://schemas.openxmlformats.org/drawingml/2006/main">
            <a:off x="9048750" y="4781550"/>
            <a:ext cx="1866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687B8C"/>
                </a:solidFill>
              </a:defRPr>
            </a:pPr>
            <a:r>
              <a:rPr sz="975" b="0">
                <a:solidFill>
                  <a:srgbClr val="687B8C"/>
                </a:solidFill>
              </a:rPr>
              <a:t>patch 数量可变</a:t>
            </a:r>
          </a:p>
        </p:txBody>
      </p:sp>
      <p:sp>
        <p:nvSpPr>
          <p:cNvPr id="43" name="">
            <a:extLst xmlns:a="http://schemas.openxmlformats.org/drawingml/2006/main">
              <a:ext uri="{FF2B5EF4-FFF2-40B4-BE49-F238E27FC236}">
                <a16:creationId xmlns:a16="http://schemas.microsoft.com/office/drawing/2014/main" id="{5FBD5076-82C0-4F0B-BD79-75517091CF58}"/>
              </a:ext>
            </a:extLst>
          </p:cNvPr>
          <p:cNvSpPr>
            <a:spLocks xmlns:a="http://schemas.openxmlformats.org/drawingml/2006/main" noGrp="1"/>
          </p:cNvSpPr>
          <p:nvPr/>
        </p:nvSpPr>
        <p:spPr>
          <a:xfrm xmlns:a="http://schemas.openxmlformats.org/drawingml/2006/main">
            <a:off x="1562100" y="5619750"/>
            <a:ext cx="9067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E66F6A"/>
                </a:solidFill>
              </a:defRPr>
            </a:pPr>
            <a:r>
              <a:rPr sz="1425" b="1">
                <a:solidFill>
                  <a:srgbClr val="E66F6A"/>
                </a:solidFill>
              </a:rPr>
              <a:t>少量合成 bag 用于框架对齐；真实 WSI 特征可通过同一转换接口接入。</a:t>
            </a:r>
          </a:p>
        </p:txBody>
      </p:sp>
    </p:spTree>
    <p:extLst>
      <p:ext uri="{BB962C8B-B14F-4D97-AF65-F5344CB8AC3E}">
        <p14:creationId xmlns:p14="http://schemas.microsoft.com/office/powerpoint/2010/main" val="1548434805"/>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05149E99-08EC-43D7-9D8E-10BBDD7D9A0D}"/>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174A7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F934BCC-7876-4F35-B43F-9E16B462FCE4}"/>
              </a:ext>
            </a:extLst>
          </p:cNvPr>
          <p:cNvSpPr>
            <a:spLocks xmlns:a="http://schemas.openxmlformats.org/drawingml/2006/main" noGrp="1"/>
          </p:cNvSpPr>
          <p:nvPr/>
        </p:nvSpPr>
        <p:spPr>
          <a:xfrm xmlns:a="http://schemas.openxmlformats.org/drawingml/2006/main">
            <a:off x="400050" y="19050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D76A8"/>
                </a:solidFill>
              </a:defRPr>
            </a:pPr>
            <a:r>
              <a:rPr sz="975" b="1">
                <a:solidFill>
                  <a:srgbClr val="2D76A8"/>
                </a:solidFill>
              </a:rPr>
              <a:t>04 · 对齐实验设计</a:t>
            </a:r>
          </a:p>
        </p:txBody>
      </p:sp>
      <p:sp>
        <p:nvSpPr>
          <p:cNvPr id="3" name="">
            <a:extLst xmlns:a="http://schemas.openxmlformats.org/drawingml/2006/main">
              <a:ext uri="{FF2B5EF4-FFF2-40B4-BE49-F238E27FC236}">
                <a16:creationId xmlns:a16="http://schemas.microsoft.com/office/drawing/2014/main" id="{5AAFD6E5-CE6D-48CD-BBB5-DA75A2F566FE}"/>
              </a:ext>
            </a:extLst>
          </p:cNvPr>
          <p:cNvSpPr>
            <a:spLocks xmlns:a="http://schemas.openxmlformats.org/drawingml/2006/main" noGrp="1"/>
          </p:cNvSpPr>
          <p:nvPr/>
        </p:nvSpPr>
        <p:spPr>
          <a:xfrm xmlns:a="http://schemas.openxmlformats.org/drawingml/2006/main">
            <a:off x="400050" y="419100"/>
            <a:ext cx="11191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250" b="1">
                <a:solidFill>
                  <a:srgbClr val="183247"/>
                </a:solidFill>
              </a:defRPr>
            </a:pPr>
            <a:r>
              <a:rPr sz="2250" b="1">
                <a:solidFill>
                  <a:srgbClr val="183247"/>
                </a:solidFill>
              </a:rPr>
              <a:t>公平对齐的关键是控制变量，而不是只比较最终准确率</a:t>
            </a:r>
          </a:p>
        </p:txBody>
      </p:sp>
      <p:sp>
        <p:nvSpPr>
          <p:cNvPr id="4" name="">
            <a:extLst xmlns:a="http://schemas.openxmlformats.org/drawingml/2006/main">
              <a:ext uri="{FF2B5EF4-FFF2-40B4-BE49-F238E27FC236}">
                <a16:creationId xmlns:a16="http://schemas.microsoft.com/office/drawing/2014/main" id="{F24A7A18-E8EA-4DE7-B9C9-F49DE4B8CB92}"/>
              </a:ext>
            </a:extLst>
          </p:cNvPr>
          <p:cNvSpPr>
            <a:spLocks xmlns:a="http://schemas.openxmlformats.org/drawingml/2006/main" noGrp="1"/>
          </p:cNvSpPr>
          <p:nvPr/>
        </p:nvSpPr>
        <p:spPr>
          <a:xfrm xmlns:a="http://schemas.openxmlformats.org/drawingml/2006/main">
            <a:off x="400050" y="1009650"/>
            <a:ext cx="11391900" cy="9525"/>
          </a:xfrm>
          <a:prstGeom xmlns:a="http://schemas.openxmlformats.org/drawingml/2006/main" prst="rect">
            <a:avLst/>
          </a:prstGeom>
          <a:solidFill xmlns:a="http://schemas.openxmlformats.org/drawingml/2006/main">
            <a:srgbClr val="D8E2E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FF1B82E-C2B2-48D0-BD14-8D2DF3129E8A}"/>
              </a:ext>
            </a:extLst>
          </p:cNvPr>
          <p:cNvSpPr>
            <a:spLocks xmlns:a="http://schemas.openxmlformats.org/drawingml/2006/main" noGrp="1"/>
          </p:cNvSpPr>
          <p:nvPr/>
        </p:nvSpPr>
        <p:spPr>
          <a:xfrm xmlns:a="http://schemas.openxmlformats.org/drawingml/2006/main">
            <a:off x="11334750" y="6477000"/>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0">
                <a:solidFill>
                  <a:srgbClr val="687B8C"/>
                </a:solidFill>
              </a:defRPr>
            </a:pPr>
            <a:r>
              <a:rPr sz="900" b="0">
                <a:solidFill>
                  <a:srgbClr val="687B8C"/>
                </a:solidFill>
              </a:rPr>
              <a:t>20</a:t>
            </a:r>
          </a:p>
        </p:txBody>
      </p:sp>
      <p:sp>
        <p:nvSpPr>
          <p:cNvPr id="6" name="">
            <a:extLst xmlns:a="http://schemas.openxmlformats.org/drawingml/2006/main">
              <a:ext uri="{FF2B5EF4-FFF2-40B4-BE49-F238E27FC236}">
                <a16:creationId xmlns:a16="http://schemas.microsoft.com/office/drawing/2014/main" id="{EC9D941C-40FC-4398-9EEE-9AEC34C706DD}"/>
              </a:ext>
            </a:extLst>
          </p:cNvPr>
          <p:cNvSpPr>
            <a:spLocks xmlns:a="http://schemas.openxmlformats.org/drawingml/2006/main" noGrp="1"/>
          </p:cNvSpPr>
          <p:nvPr/>
        </p:nvSpPr>
        <p:spPr>
          <a:xfrm xmlns:a="http://schemas.openxmlformats.org/drawingml/2006/main">
            <a:off x="895350" y="1466850"/>
            <a:ext cx="10401300" cy="4133850"/>
          </a:xfrm>
          <a:prstGeom xmlns:a="http://schemas.openxmlformats.org/drawingml/2006/main" prst="roundRect">
            <a:avLst>
              <a:gd name="adj" fmla="val 2765"/>
            </a:avLst>
          </a:prstGeom>
          <a:solidFill xmlns:a="http://schemas.openxmlformats.org/drawingml/2006/main">
            <a:srgbClr val="FFFFFF"/>
          </a:solidFill>
          <a:ln xmlns:a="http://schemas.openxmlformats.org/drawingml/2006/main" w="9525">
            <a:solidFill>
              <a:srgbClr val="D8E2EA"/>
            </a:solidFill>
            <a:prstDash val="solid"/>
          </a:ln>
        </p:spPr>
      </p:sp>
      <p:sp>
        <p:nvSpPr>
          <p:cNvPr id="7" name="">
            <a:extLst xmlns:a="http://schemas.openxmlformats.org/drawingml/2006/main">
              <a:ext uri="{FF2B5EF4-FFF2-40B4-BE49-F238E27FC236}">
                <a16:creationId xmlns:a16="http://schemas.microsoft.com/office/drawing/2014/main" id="{6CFC749B-4C1D-43E8-9886-A1E09E4D64A2}"/>
              </a:ext>
            </a:extLst>
          </p:cNvPr>
          <p:cNvSpPr>
            <a:spLocks xmlns:a="http://schemas.openxmlformats.org/drawingml/2006/main" noGrp="1"/>
          </p:cNvSpPr>
          <p:nvPr/>
        </p:nvSpPr>
        <p:spPr>
          <a:xfrm xmlns:a="http://schemas.openxmlformats.org/drawingml/2006/main">
            <a:off x="895350" y="1466850"/>
            <a:ext cx="10401300" cy="590550"/>
          </a:xfrm>
          <a:prstGeom xmlns:a="http://schemas.openxmlformats.org/drawingml/2006/main" prst="rect">
            <a:avLst/>
          </a:prstGeom>
          <a:solidFill xmlns:a="http://schemas.openxmlformats.org/drawingml/2006/main">
            <a:srgbClr val="0F355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EDC20EA-8C2D-4B46-956F-8C9611D585A0}"/>
              </a:ext>
            </a:extLst>
          </p:cNvPr>
          <p:cNvSpPr>
            <a:spLocks xmlns:a="http://schemas.openxmlformats.org/drawingml/2006/main" noGrp="1"/>
          </p:cNvSpPr>
          <p:nvPr/>
        </p:nvSpPr>
        <p:spPr>
          <a:xfrm xmlns:a="http://schemas.openxmlformats.org/drawingml/2006/main">
            <a:off x="1123950" y="156210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FFFFFF"/>
                </a:solidFill>
              </a:defRPr>
            </a:pPr>
            <a:r>
              <a:rPr sz="1425" b="1">
                <a:solidFill>
                  <a:srgbClr val="FFFFFF"/>
                </a:solidFill>
              </a:rPr>
              <a:t>控制项</a:t>
            </a:r>
          </a:p>
        </p:txBody>
      </p:sp>
      <p:sp>
        <p:nvSpPr>
          <p:cNvPr id="9" name="">
            <a:extLst xmlns:a="http://schemas.openxmlformats.org/drawingml/2006/main">
              <a:ext uri="{FF2B5EF4-FFF2-40B4-BE49-F238E27FC236}">
                <a16:creationId xmlns:a16="http://schemas.microsoft.com/office/drawing/2014/main" id="{4186A991-7517-4F28-8E44-AC6B234C967E}"/>
              </a:ext>
            </a:extLst>
          </p:cNvPr>
          <p:cNvSpPr>
            <a:spLocks xmlns:a="http://schemas.openxmlformats.org/drawingml/2006/main" noGrp="1"/>
          </p:cNvSpPr>
          <p:nvPr/>
        </p:nvSpPr>
        <p:spPr>
          <a:xfrm xmlns:a="http://schemas.openxmlformats.org/drawingml/2006/main">
            <a:off x="4895850" y="1562100"/>
            <a:ext cx="342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FFFFFF"/>
                </a:solidFill>
              </a:defRPr>
            </a:pPr>
            <a:r>
              <a:rPr sz="1425" b="1">
                <a:solidFill>
                  <a:srgbClr val="FFFFFF"/>
                </a:solidFill>
              </a:rPr>
              <a:t>设定</a:t>
            </a:r>
          </a:p>
        </p:txBody>
      </p:sp>
      <p:sp>
        <p:nvSpPr>
          <p:cNvPr id="10" name="">
            <a:extLst xmlns:a="http://schemas.openxmlformats.org/drawingml/2006/main">
              <a:ext uri="{FF2B5EF4-FFF2-40B4-BE49-F238E27FC236}">
                <a16:creationId xmlns:a16="http://schemas.microsoft.com/office/drawing/2014/main" id="{76BAEDA6-5A40-417C-85EC-8B95A5094BD2}"/>
              </a:ext>
            </a:extLst>
          </p:cNvPr>
          <p:cNvSpPr>
            <a:spLocks xmlns:a="http://schemas.openxmlformats.org/drawingml/2006/main" noGrp="1"/>
          </p:cNvSpPr>
          <p:nvPr/>
        </p:nvSpPr>
        <p:spPr>
          <a:xfrm xmlns:a="http://schemas.openxmlformats.org/drawingml/2006/main">
            <a:off x="8743950" y="156210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FFFFFF"/>
                </a:solidFill>
              </a:defRPr>
            </a:pPr>
            <a:r>
              <a:rPr sz="1425" b="1">
                <a:solidFill>
                  <a:srgbClr val="FFFFFF"/>
                </a:solidFill>
              </a:rPr>
              <a:t>PyTorch vs Jittor</a:t>
            </a:r>
          </a:p>
        </p:txBody>
      </p:sp>
      <p:sp>
        <p:nvSpPr>
          <p:cNvPr id="11" name="">
            <a:extLst xmlns:a="http://schemas.openxmlformats.org/drawingml/2006/main">
              <a:ext uri="{FF2B5EF4-FFF2-40B4-BE49-F238E27FC236}">
                <a16:creationId xmlns:a16="http://schemas.microsoft.com/office/drawing/2014/main" id="{937C2D18-8C73-4F57-80FC-D50F2487DA56}"/>
              </a:ext>
            </a:extLst>
          </p:cNvPr>
          <p:cNvSpPr>
            <a:spLocks xmlns:a="http://schemas.openxmlformats.org/drawingml/2006/main" noGrp="1"/>
          </p:cNvSpPr>
          <p:nvPr/>
        </p:nvSpPr>
        <p:spPr>
          <a:xfrm xmlns:a="http://schemas.openxmlformats.org/drawingml/2006/main">
            <a:off x="904875" y="2057400"/>
            <a:ext cx="10382250" cy="590550"/>
          </a:xfrm>
          <a:prstGeom xmlns:a="http://schemas.openxmlformats.org/drawingml/2006/main" prst="rect">
            <a:avLst/>
          </a:prstGeom>
          <a:solidFill xmlns:a="http://schemas.openxmlformats.org/drawingml/2006/main">
            <a:srgbClr val="F4F7F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A247180-F705-473C-B053-1C6B54F378BB}"/>
              </a:ext>
            </a:extLst>
          </p:cNvPr>
          <p:cNvSpPr>
            <a:spLocks xmlns:a="http://schemas.openxmlformats.org/drawingml/2006/main" noGrp="1"/>
          </p:cNvSpPr>
          <p:nvPr/>
        </p:nvSpPr>
        <p:spPr>
          <a:xfrm xmlns:a="http://schemas.openxmlformats.org/drawingml/2006/main">
            <a:off x="1123950" y="2133600"/>
            <a:ext cx="3143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83247"/>
                </a:solidFill>
              </a:defRPr>
            </a:pPr>
            <a:r>
              <a:rPr sz="1350" b="1">
                <a:solidFill>
                  <a:srgbClr val="183247"/>
                </a:solidFill>
              </a:rPr>
              <a:t>随机种子</a:t>
            </a:r>
          </a:p>
        </p:txBody>
      </p:sp>
      <p:sp>
        <p:nvSpPr>
          <p:cNvPr id="13" name="">
            <a:extLst xmlns:a="http://schemas.openxmlformats.org/drawingml/2006/main">
              <a:ext uri="{FF2B5EF4-FFF2-40B4-BE49-F238E27FC236}">
                <a16:creationId xmlns:a16="http://schemas.microsoft.com/office/drawing/2014/main" id="{2A13F86A-BA81-4625-977F-97103AAACA1C}"/>
              </a:ext>
            </a:extLst>
          </p:cNvPr>
          <p:cNvSpPr>
            <a:spLocks xmlns:a="http://schemas.openxmlformats.org/drawingml/2006/main" noGrp="1"/>
          </p:cNvSpPr>
          <p:nvPr/>
        </p:nvSpPr>
        <p:spPr>
          <a:xfrm xmlns:a="http://schemas.openxmlformats.org/drawingml/2006/main">
            <a:off x="4895850" y="2133600"/>
            <a:ext cx="342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74A74"/>
                </a:solidFill>
              </a:defRPr>
            </a:pPr>
            <a:r>
              <a:rPr sz="1350" b="1">
                <a:solidFill>
                  <a:srgbClr val="174A74"/>
                </a:solidFill>
              </a:rPr>
              <a:t>2026</a:t>
            </a:r>
          </a:p>
        </p:txBody>
      </p:sp>
      <p:sp>
        <p:nvSpPr>
          <p:cNvPr id="14" name="">
            <a:extLst xmlns:a="http://schemas.openxmlformats.org/drawingml/2006/main">
              <a:ext uri="{FF2B5EF4-FFF2-40B4-BE49-F238E27FC236}">
                <a16:creationId xmlns:a16="http://schemas.microsoft.com/office/drawing/2014/main" id="{57480499-BA3D-4896-B4F2-8E7A3349407C}"/>
              </a:ext>
            </a:extLst>
          </p:cNvPr>
          <p:cNvSpPr>
            <a:spLocks xmlns:a="http://schemas.openxmlformats.org/drawingml/2006/main" noGrp="1"/>
          </p:cNvSpPr>
          <p:nvPr/>
        </p:nvSpPr>
        <p:spPr>
          <a:xfrm xmlns:a="http://schemas.openxmlformats.org/drawingml/2006/main">
            <a:off x="9182100" y="2190750"/>
            <a:ext cx="1333500" cy="323850"/>
          </a:xfrm>
          <a:prstGeom xmlns:a="http://schemas.openxmlformats.org/drawingml/2006/main" prst="roundRect">
            <a:avLst>
              <a:gd name="adj" fmla="val 50000"/>
            </a:avLst>
          </a:prstGeom>
          <a:solidFill xmlns:a="http://schemas.openxmlformats.org/drawingml/2006/main">
            <a:srgbClr val="E9F7F4"/>
          </a:solidFill>
          <a:ln xmlns:a="http://schemas.openxmlformats.org/drawingml/2006/main" w="9525">
            <a:solidFill>
              <a:srgbClr val="28A99E"/>
            </a:solidFill>
            <a:prstDash val="solid"/>
          </a:ln>
        </p:spPr>
      </p:sp>
      <p:sp>
        <p:nvSpPr>
          <p:cNvPr id="15" name="">
            <a:extLst xmlns:a="http://schemas.openxmlformats.org/drawingml/2006/main">
              <a:ext uri="{FF2B5EF4-FFF2-40B4-BE49-F238E27FC236}">
                <a16:creationId xmlns:a16="http://schemas.microsoft.com/office/drawing/2014/main" id="{BDCE0FE9-5D92-40AD-9ADA-E11FBCBF0CA2}"/>
              </a:ext>
            </a:extLst>
          </p:cNvPr>
          <p:cNvSpPr>
            <a:spLocks xmlns:a="http://schemas.openxmlformats.org/drawingml/2006/main" noGrp="1"/>
          </p:cNvSpPr>
          <p:nvPr/>
        </p:nvSpPr>
        <p:spPr>
          <a:xfrm xmlns:a="http://schemas.openxmlformats.org/drawingml/2006/main">
            <a:off x="9182100" y="2200275"/>
            <a:ext cx="1333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28A99E"/>
                </a:solidFill>
              </a:defRPr>
            </a:pPr>
            <a:r>
              <a:rPr sz="1200" b="1">
                <a:solidFill>
                  <a:srgbClr val="28A99E"/>
                </a:solidFill>
              </a:rPr>
              <a:t>相同</a:t>
            </a:r>
          </a:p>
        </p:txBody>
      </p:sp>
      <p:sp>
        <p:nvSpPr>
          <p:cNvPr id="16" name="">
            <a:extLst xmlns:a="http://schemas.openxmlformats.org/drawingml/2006/main">
              <a:ext uri="{FF2B5EF4-FFF2-40B4-BE49-F238E27FC236}">
                <a16:creationId xmlns:a16="http://schemas.microsoft.com/office/drawing/2014/main" id="{34C75B1C-8ACF-4218-8717-049E07DA6662}"/>
              </a:ext>
            </a:extLst>
          </p:cNvPr>
          <p:cNvSpPr>
            <a:spLocks xmlns:a="http://schemas.openxmlformats.org/drawingml/2006/main" noGrp="1"/>
          </p:cNvSpPr>
          <p:nvPr/>
        </p:nvSpPr>
        <p:spPr>
          <a:xfrm xmlns:a="http://schemas.openxmlformats.org/drawingml/2006/main">
            <a:off x="1123950" y="2724150"/>
            <a:ext cx="3143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83247"/>
                </a:solidFill>
              </a:defRPr>
            </a:pPr>
            <a:r>
              <a:rPr sz="1350" b="0">
                <a:solidFill>
                  <a:srgbClr val="183247"/>
                </a:solidFill>
              </a:rPr>
              <a:t>训练 / 验证 / 测试</a:t>
            </a:r>
          </a:p>
        </p:txBody>
      </p:sp>
      <p:sp>
        <p:nvSpPr>
          <p:cNvPr id="17" name="">
            <a:extLst xmlns:a="http://schemas.openxmlformats.org/drawingml/2006/main">
              <a:ext uri="{FF2B5EF4-FFF2-40B4-BE49-F238E27FC236}">
                <a16:creationId xmlns:a16="http://schemas.microsoft.com/office/drawing/2014/main" id="{EC407A93-EA47-4700-AF13-6561E5E90A26}"/>
              </a:ext>
            </a:extLst>
          </p:cNvPr>
          <p:cNvSpPr>
            <a:spLocks xmlns:a="http://schemas.openxmlformats.org/drawingml/2006/main" noGrp="1"/>
          </p:cNvSpPr>
          <p:nvPr/>
        </p:nvSpPr>
        <p:spPr>
          <a:xfrm xmlns:a="http://schemas.openxmlformats.org/drawingml/2006/main">
            <a:off x="4895850" y="2724150"/>
            <a:ext cx="342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74A74"/>
                </a:solidFill>
              </a:defRPr>
            </a:pPr>
            <a:r>
              <a:rPr sz="1350" b="1">
                <a:solidFill>
                  <a:srgbClr val="174A74"/>
                </a:solidFill>
              </a:rPr>
              <a:t>36 / 12 / 12 bags</a:t>
            </a:r>
          </a:p>
        </p:txBody>
      </p:sp>
      <p:sp>
        <p:nvSpPr>
          <p:cNvPr id="18" name="">
            <a:extLst xmlns:a="http://schemas.openxmlformats.org/drawingml/2006/main">
              <a:ext uri="{FF2B5EF4-FFF2-40B4-BE49-F238E27FC236}">
                <a16:creationId xmlns:a16="http://schemas.microsoft.com/office/drawing/2014/main" id="{24376D82-0010-4B72-8C00-65526BA67111}"/>
              </a:ext>
            </a:extLst>
          </p:cNvPr>
          <p:cNvSpPr>
            <a:spLocks xmlns:a="http://schemas.openxmlformats.org/drawingml/2006/main" noGrp="1"/>
          </p:cNvSpPr>
          <p:nvPr/>
        </p:nvSpPr>
        <p:spPr>
          <a:xfrm xmlns:a="http://schemas.openxmlformats.org/drawingml/2006/main">
            <a:off x="9182100" y="2781300"/>
            <a:ext cx="1333500" cy="323850"/>
          </a:xfrm>
          <a:prstGeom xmlns:a="http://schemas.openxmlformats.org/drawingml/2006/main" prst="roundRect">
            <a:avLst>
              <a:gd name="adj" fmla="val 50000"/>
            </a:avLst>
          </a:prstGeom>
          <a:solidFill xmlns:a="http://schemas.openxmlformats.org/drawingml/2006/main">
            <a:srgbClr val="E9F7F4"/>
          </a:solidFill>
          <a:ln xmlns:a="http://schemas.openxmlformats.org/drawingml/2006/main" w="9525">
            <a:solidFill>
              <a:srgbClr val="28A99E"/>
            </a:solidFill>
            <a:prstDash val="solid"/>
          </a:ln>
        </p:spPr>
      </p:sp>
      <p:sp>
        <p:nvSpPr>
          <p:cNvPr id="19" name="">
            <a:extLst xmlns:a="http://schemas.openxmlformats.org/drawingml/2006/main">
              <a:ext uri="{FF2B5EF4-FFF2-40B4-BE49-F238E27FC236}">
                <a16:creationId xmlns:a16="http://schemas.microsoft.com/office/drawing/2014/main" id="{46B63F19-CA56-4027-B549-CABB7C6915D1}"/>
              </a:ext>
            </a:extLst>
          </p:cNvPr>
          <p:cNvSpPr>
            <a:spLocks xmlns:a="http://schemas.openxmlformats.org/drawingml/2006/main" noGrp="1"/>
          </p:cNvSpPr>
          <p:nvPr/>
        </p:nvSpPr>
        <p:spPr>
          <a:xfrm xmlns:a="http://schemas.openxmlformats.org/drawingml/2006/main">
            <a:off x="9182100" y="2790825"/>
            <a:ext cx="1333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28A99E"/>
                </a:solidFill>
              </a:defRPr>
            </a:pPr>
            <a:r>
              <a:rPr sz="1200" b="1">
                <a:solidFill>
                  <a:srgbClr val="28A99E"/>
                </a:solidFill>
              </a:rPr>
              <a:t>相同</a:t>
            </a:r>
          </a:p>
        </p:txBody>
      </p:sp>
      <p:sp>
        <p:nvSpPr>
          <p:cNvPr id="20" name="">
            <a:extLst xmlns:a="http://schemas.openxmlformats.org/drawingml/2006/main">
              <a:ext uri="{FF2B5EF4-FFF2-40B4-BE49-F238E27FC236}">
                <a16:creationId xmlns:a16="http://schemas.microsoft.com/office/drawing/2014/main" id="{09A0E5E3-5AC2-4A2F-94E6-08105B6FBE10}"/>
              </a:ext>
            </a:extLst>
          </p:cNvPr>
          <p:cNvSpPr>
            <a:spLocks xmlns:a="http://schemas.openxmlformats.org/drawingml/2006/main" noGrp="1"/>
          </p:cNvSpPr>
          <p:nvPr/>
        </p:nvSpPr>
        <p:spPr>
          <a:xfrm xmlns:a="http://schemas.openxmlformats.org/drawingml/2006/main">
            <a:off x="904875" y="3238500"/>
            <a:ext cx="10382250" cy="590550"/>
          </a:xfrm>
          <a:prstGeom xmlns:a="http://schemas.openxmlformats.org/drawingml/2006/main" prst="rect">
            <a:avLst/>
          </a:prstGeom>
          <a:solidFill xmlns:a="http://schemas.openxmlformats.org/drawingml/2006/main">
            <a:srgbClr val="F4F7FA"/>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2BF4FE6E-8021-4EC5-8589-6D67C69FCBE4}"/>
              </a:ext>
            </a:extLst>
          </p:cNvPr>
          <p:cNvSpPr>
            <a:spLocks xmlns:a="http://schemas.openxmlformats.org/drawingml/2006/main" noGrp="1"/>
          </p:cNvSpPr>
          <p:nvPr/>
        </p:nvSpPr>
        <p:spPr>
          <a:xfrm xmlns:a="http://schemas.openxmlformats.org/drawingml/2006/main">
            <a:off x="1123950" y="3314700"/>
            <a:ext cx="3143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83247"/>
                </a:solidFill>
              </a:defRPr>
            </a:pPr>
            <a:r>
              <a:rPr sz="1350" b="0">
                <a:solidFill>
                  <a:srgbClr val="183247"/>
                </a:solidFill>
              </a:rPr>
              <a:t>输入 / 隐藏维度</a:t>
            </a:r>
          </a:p>
        </p:txBody>
      </p:sp>
      <p:sp>
        <p:nvSpPr>
          <p:cNvPr id="22" name="">
            <a:extLst xmlns:a="http://schemas.openxmlformats.org/drawingml/2006/main">
              <a:ext uri="{FF2B5EF4-FFF2-40B4-BE49-F238E27FC236}">
                <a16:creationId xmlns:a16="http://schemas.microsoft.com/office/drawing/2014/main" id="{A297931A-1CD9-4149-AD89-BEB3CAE0A9A2}"/>
              </a:ext>
            </a:extLst>
          </p:cNvPr>
          <p:cNvSpPr>
            <a:spLocks xmlns:a="http://schemas.openxmlformats.org/drawingml/2006/main" noGrp="1"/>
          </p:cNvSpPr>
          <p:nvPr/>
        </p:nvSpPr>
        <p:spPr>
          <a:xfrm xmlns:a="http://schemas.openxmlformats.org/drawingml/2006/main">
            <a:off x="4895850" y="3314700"/>
            <a:ext cx="342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74A74"/>
                </a:solidFill>
              </a:defRPr>
            </a:pPr>
            <a:r>
              <a:rPr sz="1350" b="1">
                <a:solidFill>
                  <a:srgbClr val="174A74"/>
                </a:solidFill>
              </a:rPr>
              <a:t>768 / 512</a:t>
            </a:r>
          </a:p>
        </p:txBody>
      </p:sp>
      <p:sp>
        <p:nvSpPr>
          <p:cNvPr id="23" name="">
            <a:extLst xmlns:a="http://schemas.openxmlformats.org/drawingml/2006/main">
              <a:ext uri="{FF2B5EF4-FFF2-40B4-BE49-F238E27FC236}">
                <a16:creationId xmlns:a16="http://schemas.microsoft.com/office/drawing/2014/main" id="{2238F595-AFFB-4DA5-935B-39E6D92DB4CB}"/>
              </a:ext>
            </a:extLst>
          </p:cNvPr>
          <p:cNvSpPr>
            <a:spLocks xmlns:a="http://schemas.openxmlformats.org/drawingml/2006/main" noGrp="1"/>
          </p:cNvSpPr>
          <p:nvPr/>
        </p:nvSpPr>
        <p:spPr>
          <a:xfrm xmlns:a="http://schemas.openxmlformats.org/drawingml/2006/main">
            <a:off x="9182100" y="3371850"/>
            <a:ext cx="1333500" cy="323850"/>
          </a:xfrm>
          <a:prstGeom xmlns:a="http://schemas.openxmlformats.org/drawingml/2006/main" prst="roundRect">
            <a:avLst>
              <a:gd name="adj" fmla="val 50000"/>
            </a:avLst>
          </a:prstGeom>
          <a:solidFill xmlns:a="http://schemas.openxmlformats.org/drawingml/2006/main">
            <a:srgbClr val="E9F7F4"/>
          </a:solidFill>
          <a:ln xmlns:a="http://schemas.openxmlformats.org/drawingml/2006/main" w="9525">
            <a:solidFill>
              <a:srgbClr val="28A99E"/>
            </a:solidFill>
            <a:prstDash val="solid"/>
          </a:ln>
        </p:spPr>
      </p:sp>
      <p:sp>
        <p:nvSpPr>
          <p:cNvPr id="24" name="">
            <a:extLst xmlns:a="http://schemas.openxmlformats.org/drawingml/2006/main">
              <a:ext uri="{FF2B5EF4-FFF2-40B4-BE49-F238E27FC236}">
                <a16:creationId xmlns:a16="http://schemas.microsoft.com/office/drawing/2014/main" id="{8C98387D-0E81-4331-9832-1B334F0179A3}"/>
              </a:ext>
            </a:extLst>
          </p:cNvPr>
          <p:cNvSpPr>
            <a:spLocks xmlns:a="http://schemas.openxmlformats.org/drawingml/2006/main" noGrp="1"/>
          </p:cNvSpPr>
          <p:nvPr/>
        </p:nvSpPr>
        <p:spPr>
          <a:xfrm xmlns:a="http://schemas.openxmlformats.org/drawingml/2006/main">
            <a:off x="9182100" y="3381375"/>
            <a:ext cx="1333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28A99E"/>
                </a:solidFill>
              </a:defRPr>
            </a:pPr>
            <a:r>
              <a:rPr sz="1200" b="1">
                <a:solidFill>
                  <a:srgbClr val="28A99E"/>
                </a:solidFill>
              </a:rPr>
              <a:t>相同</a:t>
            </a:r>
          </a:p>
        </p:txBody>
      </p:sp>
      <p:sp>
        <p:nvSpPr>
          <p:cNvPr id="25" name="">
            <a:extLst xmlns:a="http://schemas.openxmlformats.org/drawingml/2006/main">
              <a:ext uri="{FF2B5EF4-FFF2-40B4-BE49-F238E27FC236}">
                <a16:creationId xmlns:a16="http://schemas.microsoft.com/office/drawing/2014/main" id="{E82B3794-CA4C-45D2-9A2A-E35F73F2872C}"/>
              </a:ext>
            </a:extLst>
          </p:cNvPr>
          <p:cNvSpPr>
            <a:spLocks xmlns:a="http://schemas.openxmlformats.org/drawingml/2006/main" noGrp="1"/>
          </p:cNvSpPr>
          <p:nvPr/>
        </p:nvSpPr>
        <p:spPr>
          <a:xfrm xmlns:a="http://schemas.openxmlformats.org/drawingml/2006/main">
            <a:off x="1123950" y="3905250"/>
            <a:ext cx="3143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83247"/>
                </a:solidFill>
              </a:defRPr>
            </a:pPr>
            <a:r>
              <a:rPr sz="1350" b="0">
                <a:solidFill>
                  <a:srgbClr val="183247"/>
                </a:solidFill>
              </a:rPr>
              <a:t>初始化权重</a:t>
            </a:r>
          </a:p>
        </p:txBody>
      </p:sp>
      <p:sp>
        <p:nvSpPr>
          <p:cNvPr id="26" name="">
            <a:extLst xmlns:a="http://schemas.openxmlformats.org/drawingml/2006/main">
              <a:ext uri="{FF2B5EF4-FFF2-40B4-BE49-F238E27FC236}">
                <a16:creationId xmlns:a16="http://schemas.microsoft.com/office/drawing/2014/main" id="{436B89DC-4A36-4110-A5D6-BDD99DC20954}"/>
              </a:ext>
            </a:extLst>
          </p:cNvPr>
          <p:cNvSpPr>
            <a:spLocks xmlns:a="http://schemas.openxmlformats.org/drawingml/2006/main" noGrp="1"/>
          </p:cNvSpPr>
          <p:nvPr/>
        </p:nvSpPr>
        <p:spPr>
          <a:xfrm xmlns:a="http://schemas.openxmlformats.org/drawingml/2006/main">
            <a:off x="4895850" y="3905250"/>
            <a:ext cx="342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74A74"/>
                </a:solidFill>
              </a:defRPr>
            </a:pPr>
            <a:r>
              <a:rPr sz="1350" b="1">
                <a:solidFill>
                  <a:srgbClr val="174A74"/>
                </a:solidFill>
              </a:rPr>
              <a:t>common_init.npz</a:t>
            </a:r>
          </a:p>
        </p:txBody>
      </p:sp>
      <p:sp>
        <p:nvSpPr>
          <p:cNvPr id="27" name="">
            <a:extLst xmlns:a="http://schemas.openxmlformats.org/drawingml/2006/main">
              <a:ext uri="{FF2B5EF4-FFF2-40B4-BE49-F238E27FC236}">
                <a16:creationId xmlns:a16="http://schemas.microsoft.com/office/drawing/2014/main" id="{E6F4FF3A-4CF1-4833-A9C0-BF9F8E540FA0}"/>
              </a:ext>
            </a:extLst>
          </p:cNvPr>
          <p:cNvSpPr>
            <a:spLocks xmlns:a="http://schemas.openxmlformats.org/drawingml/2006/main" noGrp="1"/>
          </p:cNvSpPr>
          <p:nvPr/>
        </p:nvSpPr>
        <p:spPr>
          <a:xfrm xmlns:a="http://schemas.openxmlformats.org/drawingml/2006/main">
            <a:off x="9182100" y="3962400"/>
            <a:ext cx="1333500" cy="323850"/>
          </a:xfrm>
          <a:prstGeom xmlns:a="http://schemas.openxmlformats.org/drawingml/2006/main" prst="roundRect">
            <a:avLst>
              <a:gd name="adj" fmla="val 50000"/>
            </a:avLst>
          </a:prstGeom>
          <a:solidFill xmlns:a="http://schemas.openxmlformats.org/drawingml/2006/main">
            <a:srgbClr val="E9F7F4"/>
          </a:solidFill>
          <a:ln xmlns:a="http://schemas.openxmlformats.org/drawingml/2006/main" w="9525">
            <a:solidFill>
              <a:srgbClr val="28A99E"/>
            </a:solidFill>
            <a:prstDash val="solid"/>
          </a:ln>
        </p:spPr>
      </p:sp>
      <p:sp>
        <p:nvSpPr>
          <p:cNvPr id="28" name="">
            <a:extLst xmlns:a="http://schemas.openxmlformats.org/drawingml/2006/main">
              <a:ext uri="{FF2B5EF4-FFF2-40B4-BE49-F238E27FC236}">
                <a16:creationId xmlns:a16="http://schemas.microsoft.com/office/drawing/2014/main" id="{D80079B2-4F2B-4CF8-AC19-861B8D7128BF}"/>
              </a:ext>
            </a:extLst>
          </p:cNvPr>
          <p:cNvSpPr>
            <a:spLocks xmlns:a="http://schemas.openxmlformats.org/drawingml/2006/main" noGrp="1"/>
          </p:cNvSpPr>
          <p:nvPr/>
        </p:nvSpPr>
        <p:spPr>
          <a:xfrm xmlns:a="http://schemas.openxmlformats.org/drawingml/2006/main">
            <a:off x="9182100" y="3971925"/>
            <a:ext cx="1333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28A99E"/>
                </a:solidFill>
              </a:defRPr>
            </a:pPr>
            <a:r>
              <a:rPr sz="1200" b="1">
                <a:solidFill>
                  <a:srgbClr val="28A99E"/>
                </a:solidFill>
              </a:rPr>
              <a:t>相同</a:t>
            </a:r>
          </a:p>
        </p:txBody>
      </p:sp>
      <p:sp>
        <p:nvSpPr>
          <p:cNvPr id="29" name="">
            <a:extLst xmlns:a="http://schemas.openxmlformats.org/drawingml/2006/main">
              <a:ext uri="{FF2B5EF4-FFF2-40B4-BE49-F238E27FC236}">
                <a16:creationId xmlns:a16="http://schemas.microsoft.com/office/drawing/2014/main" id="{63897F43-A06E-4F11-848F-E8EB0E65C00D}"/>
              </a:ext>
            </a:extLst>
          </p:cNvPr>
          <p:cNvSpPr>
            <a:spLocks xmlns:a="http://schemas.openxmlformats.org/drawingml/2006/main" noGrp="1"/>
          </p:cNvSpPr>
          <p:nvPr/>
        </p:nvSpPr>
        <p:spPr>
          <a:xfrm xmlns:a="http://schemas.openxmlformats.org/drawingml/2006/main">
            <a:off x="904875" y="4419600"/>
            <a:ext cx="10382250" cy="590550"/>
          </a:xfrm>
          <a:prstGeom xmlns:a="http://schemas.openxmlformats.org/drawingml/2006/main" prst="rect">
            <a:avLst/>
          </a:prstGeom>
          <a:solidFill xmlns:a="http://schemas.openxmlformats.org/drawingml/2006/main">
            <a:srgbClr val="F4F7FA"/>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693D2EC9-4EEB-4D65-B00B-74959E2E1620}"/>
              </a:ext>
            </a:extLst>
          </p:cNvPr>
          <p:cNvSpPr>
            <a:spLocks xmlns:a="http://schemas.openxmlformats.org/drawingml/2006/main" noGrp="1"/>
          </p:cNvSpPr>
          <p:nvPr/>
        </p:nvSpPr>
        <p:spPr>
          <a:xfrm xmlns:a="http://schemas.openxmlformats.org/drawingml/2006/main">
            <a:off x="1123950" y="4495800"/>
            <a:ext cx="3143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83247"/>
                </a:solidFill>
              </a:defRPr>
            </a:pPr>
            <a:r>
              <a:rPr sz="1350" b="0">
                <a:solidFill>
                  <a:srgbClr val="183247"/>
                </a:solidFill>
              </a:rPr>
              <a:t>优化目标</a:t>
            </a:r>
          </a:p>
        </p:txBody>
      </p:sp>
      <p:sp>
        <p:nvSpPr>
          <p:cNvPr id="31" name="">
            <a:extLst xmlns:a="http://schemas.openxmlformats.org/drawingml/2006/main">
              <a:ext uri="{FF2B5EF4-FFF2-40B4-BE49-F238E27FC236}">
                <a16:creationId xmlns:a16="http://schemas.microsoft.com/office/drawing/2014/main" id="{C037BB28-E579-4B10-B02B-5C7AAF147265}"/>
              </a:ext>
            </a:extLst>
          </p:cNvPr>
          <p:cNvSpPr>
            <a:spLocks xmlns:a="http://schemas.openxmlformats.org/drawingml/2006/main" noGrp="1"/>
          </p:cNvSpPr>
          <p:nvPr/>
        </p:nvSpPr>
        <p:spPr>
          <a:xfrm xmlns:a="http://schemas.openxmlformats.org/drawingml/2006/main">
            <a:off x="4895850" y="4495800"/>
            <a:ext cx="342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74A74"/>
                </a:solidFill>
              </a:defRPr>
            </a:pPr>
            <a:r>
              <a:rPr sz="1350" b="1">
                <a:solidFill>
                  <a:srgbClr val="174A74"/>
                </a:solidFill>
              </a:rPr>
              <a:t>Cross Entropy</a:t>
            </a:r>
          </a:p>
        </p:txBody>
      </p:sp>
      <p:sp>
        <p:nvSpPr>
          <p:cNvPr id="32" name="">
            <a:extLst xmlns:a="http://schemas.openxmlformats.org/drawingml/2006/main">
              <a:ext uri="{FF2B5EF4-FFF2-40B4-BE49-F238E27FC236}">
                <a16:creationId xmlns:a16="http://schemas.microsoft.com/office/drawing/2014/main" id="{8E01C37F-9BD4-42C4-9331-765D72B1E651}"/>
              </a:ext>
            </a:extLst>
          </p:cNvPr>
          <p:cNvSpPr>
            <a:spLocks xmlns:a="http://schemas.openxmlformats.org/drawingml/2006/main" noGrp="1"/>
          </p:cNvSpPr>
          <p:nvPr/>
        </p:nvSpPr>
        <p:spPr>
          <a:xfrm xmlns:a="http://schemas.openxmlformats.org/drawingml/2006/main">
            <a:off x="9182100" y="4552950"/>
            <a:ext cx="1333500" cy="323850"/>
          </a:xfrm>
          <a:prstGeom xmlns:a="http://schemas.openxmlformats.org/drawingml/2006/main" prst="roundRect">
            <a:avLst>
              <a:gd name="adj" fmla="val 50000"/>
            </a:avLst>
          </a:prstGeom>
          <a:solidFill xmlns:a="http://schemas.openxmlformats.org/drawingml/2006/main">
            <a:srgbClr val="E9F7F4"/>
          </a:solidFill>
          <a:ln xmlns:a="http://schemas.openxmlformats.org/drawingml/2006/main" w="9525">
            <a:solidFill>
              <a:srgbClr val="28A99E"/>
            </a:solidFill>
            <a:prstDash val="solid"/>
          </a:ln>
        </p:spPr>
      </p:sp>
      <p:sp>
        <p:nvSpPr>
          <p:cNvPr id="33" name="">
            <a:extLst xmlns:a="http://schemas.openxmlformats.org/drawingml/2006/main">
              <a:ext uri="{FF2B5EF4-FFF2-40B4-BE49-F238E27FC236}">
                <a16:creationId xmlns:a16="http://schemas.microsoft.com/office/drawing/2014/main" id="{E843F288-5E37-4386-8358-DFFCABDEE3F6}"/>
              </a:ext>
            </a:extLst>
          </p:cNvPr>
          <p:cNvSpPr>
            <a:spLocks xmlns:a="http://schemas.openxmlformats.org/drawingml/2006/main" noGrp="1"/>
          </p:cNvSpPr>
          <p:nvPr/>
        </p:nvSpPr>
        <p:spPr>
          <a:xfrm xmlns:a="http://schemas.openxmlformats.org/drawingml/2006/main">
            <a:off x="9182100" y="4562475"/>
            <a:ext cx="1333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28A99E"/>
                </a:solidFill>
              </a:defRPr>
            </a:pPr>
            <a:r>
              <a:rPr sz="1200" b="1">
                <a:solidFill>
                  <a:srgbClr val="28A99E"/>
                </a:solidFill>
              </a:rPr>
              <a:t>相同</a:t>
            </a:r>
          </a:p>
        </p:txBody>
      </p:sp>
      <p:sp>
        <p:nvSpPr>
          <p:cNvPr id="34" name="">
            <a:extLst xmlns:a="http://schemas.openxmlformats.org/drawingml/2006/main">
              <a:ext uri="{FF2B5EF4-FFF2-40B4-BE49-F238E27FC236}">
                <a16:creationId xmlns:a16="http://schemas.microsoft.com/office/drawing/2014/main" id="{C2439141-DA03-47FD-B03F-91C7D5F0C9AF}"/>
              </a:ext>
            </a:extLst>
          </p:cNvPr>
          <p:cNvSpPr>
            <a:spLocks xmlns:a="http://schemas.openxmlformats.org/drawingml/2006/main" noGrp="1"/>
          </p:cNvSpPr>
          <p:nvPr/>
        </p:nvSpPr>
        <p:spPr>
          <a:xfrm xmlns:a="http://schemas.openxmlformats.org/drawingml/2006/main">
            <a:off x="1123950" y="5086350"/>
            <a:ext cx="3143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83247"/>
                </a:solidFill>
              </a:defRPr>
            </a:pPr>
            <a:r>
              <a:rPr sz="1350" b="0">
                <a:solidFill>
                  <a:srgbClr val="183247"/>
                </a:solidFill>
              </a:rPr>
              <a:t>训练轮数</a:t>
            </a:r>
          </a:p>
        </p:txBody>
      </p:sp>
      <p:sp>
        <p:nvSpPr>
          <p:cNvPr id="35" name="">
            <a:extLst xmlns:a="http://schemas.openxmlformats.org/drawingml/2006/main">
              <a:ext uri="{FF2B5EF4-FFF2-40B4-BE49-F238E27FC236}">
                <a16:creationId xmlns:a16="http://schemas.microsoft.com/office/drawing/2014/main" id="{E4774792-2AEA-4832-B365-420E331071F5}"/>
              </a:ext>
            </a:extLst>
          </p:cNvPr>
          <p:cNvSpPr>
            <a:spLocks xmlns:a="http://schemas.openxmlformats.org/drawingml/2006/main" noGrp="1"/>
          </p:cNvSpPr>
          <p:nvPr/>
        </p:nvSpPr>
        <p:spPr>
          <a:xfrm xmlns:a="http://schemas.openxmlformats.org/drawingml/2006/main">
            <a:off x="4895850" y="5086350"/>
            <a:ext cx="342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74A74"/>
                </a:solidFill>
              </a:defRPr>
            </a:pPr>
            <a:r>
              <a:rPr sz="1350" b="1">
                <a:solidFill>
                  <a:srgbClr val="174A74"/>
                </a:solidFill>
              </a:rPr>
              <a:t>8 epochs</a:t>
            </a:r>
          </a:p>
        </p:txBody>
      </p:sp>
      <p:sp>
        <p:nvSpPr>
          <p:cNvPr id="36" name="">
            <a:extLst xmlns:a="http://schemas.openxmlformats.org/drawingml/2006/main">
              <a:ext uri="{FF2B5EF4-FFF2-40B4-BE49-F238E27FC236}">
                <a16:creationId xmlns:a16="http://schemas.microsoft.com/office/drawing/2014/main" id="{60B6542E-B331-4538-A3D4-42DC18374E78}"/>
              </a:ext>
            </a:extLst>
          </p:cNvPr>
          <p:cNvSpPr>
            <a:spLocks xmlns:a="http://schemas.openxmlformats.org/drawingml/2006/main" noGrp="1"/>
          </p:cNvSpPr>
          <p:nvPr/>
        </p:nvSpPr>
        <p:spPr>
          <a:xfrm xmlns:a="http://schemas.openxmlformats.org/drawingml/2006/main">
            <a:off x="9182100" y="5143500"/>
            <a:ext cx="1333500" cy="323850"/>
          </a:xfrm>
          <a:prstGeom xmlns:a="http://schemas.openxmlformats.org/drawingml/2006/main" prst="roundRect">
            <a:avLst>
              <a:gd name="adj" fmla="val 50000"/>
            </a:avLst>
          </a:prstGeom>
          <a:solidFill xmlns:a="http://schemas.openxmlformats.org/drawingml/2006/main">
            <a:srgbClr val="E9F7F4"/>
          </a:solidFill>
          <a:ln xmlns:a="http://schemas.openxmlformats.org/drawingml/2006/main" w="9525">
            <a:solidFill>
              <a:srgbClr val="28A99E"/>
            </a:solidFill>
            <a:prstDash val="solid"/>
          </a:ln>
        </p:spPr>
      </p:sp>
      <p:sp>
        <p:nvSpPr>
          <p:cNvPr id="37" name="">
            <a:extLst xmlns:a="http://schemas.openxmlformats.org/drawingml/2006/main">
              <a:ext uri="{FF2B5EF4-FFF2-40B4-BE49-F238E27FC236}">
                <a16:creationId xmlns:a16="http://schemas.microsoft.com/office/drawing/2014/main" id="{B5FF156B-C062-4824-BDA0-DB4964B99AEE}"/>
              </a:ext>
            </a:extLst>
          </p:cNvPr>
          <p:cNvSpPr>
            <a:spLocks xmlns:a="http://schemas.openxmlformats.org/drawingml/2006/main" noGrp="1"/>
          </p:cNvSpPr>
          <p:nvPr/>
        </p:nvSpPr>
        <p:spPr>
          <a:xfrm xmlns:a="http://schemas.openxmlformats.org/drawingml/2006/main">
            <a:off x="9182100" y="5153025"/>
            <a:ext cx="1333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28A99E"/>
                </a:solidFill>
              </a:defRPr>
            </a:pPr>
            <a:r>
              <a:rPr sz="1200" b="1">
                <a:solidFill>
                  <a:srgbClr val="28A99E"/>
                </a:solidFill>
              </a:rPr>
              <a:t>相同</a:t>
            </a:r>
          </a:p>
        </p:txBody>
      </p:sp>
      <p:sp>
        <p:nvSpPr>
          <p:cNvPr id="38" name="">
            <a:extLst xmlns:a="http://schemas.openxmlformats.org/drawingml/2006/main">
              <a:ext uri="{FF2B5EF4-FFF2-40B4-BE49-F238E27FC236}">
                <a16:creationId xmlns:a16="http://schemas.microsoft.com/office/drawing/2014/main" id="{0B49799E-F45D-4A3F-8A9B-8FD9286C4AA3}"/>
              </a:ext>
            </a:extLst>
          </p:cNvPr>
          <p:cNvSpPr>
            <a:spLocks xmlns:a="http://schemas.openxmlformats.org/drawingml/2006/main" noGrp="1"/>
          </p:cNvSpPr>
          <p:nvPr/>
        </p:nvSpPr>
        <p:spPr>
          <a:xfrm xmlns:a="http://schemas.openxmlformats.org/drawingml/2006/main">
            <a:off x="3676650" y="5876925"/>
            <a:ext cx="4838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a:solidFill>
                  <a:srgbClr val="E66F6A"/>
                </a:solidFill>
              </a:defRPr>
            </a:pPr>
            <a:r>
              <a:rPr sz="1575" b="1">
                <a:solidFill>
                  <a:srgbClr val="E66F6A"/>
                </a:solidFill>
              </a:rPr>
              <a:t>唯一改变的变量：深度学习框架。</a:t>
            </a:r>
          </a:p>
        </p:txBody>
      </p:sp>
    </p:spTree>
    <p:extLst>
      <p:ext uri="{BB962C8B-B14F-4D97-AF65-F5344CB8AC3E}">
        <p14:creationId xmlns:p14="http://schemas.microsoft.com/office/powerpoint/2010/main" val="203736564"/>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48474993-66F7-408E-8C67-84C64664146E}"/>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174A7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5338565-244F-4BC2-9A61-47C8DC965886}"/>
              </a:ext>
            </a:extLst>
          </p:cNvPr>
          <p:cNvSpPr>
            <a:spLocks xmlns:a="http://schemas.openxmlformats.org/drawingml/2006/main" noGrp="1"/>
          </p:cNvSpPr>
          <p:nvPr/>
        </p:nvSpPr>
        <p:spPr>
          <a:xfrm xmlns:a="http://schemas.openxmlformats.org/drawingml/2006/main">
            <a:off x="400050" y="19050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D76A8"/>
                </a:solidFill>
              </a:defRPr>
            </a:pPr>
            <a:r>
              <a:rPr sz="975" b="1">
                <a:solidFill>
                  <a:srgbClr val="2D76A8"/>
                </a:solidFill>
              </a:rPr>
              <a:t>04 · 证据一</a:t>
            </a:r>
          </a:p>
        </p:txBody>
      </p:sp>
      <p:sp>
        <p:nvSpPr>
          <p:cNvPr id="3" name="">
            <a:extLst xmlns:a="http://schemas.openxmlformats.org/drawingml/2006/main">
              <a:ext uri="{FF2B5EF4-FFF2-40B4-BE49-F238E27FC236}">
                <a16:creationId xmlns:a16="http://schemas.microsoft.com/office/drawing/2014/main" id="{A3B6D284-7FCF-4D24-A572-146C16FB3083}"/>
              </a:ext>
            </a:extLst>
          </p:cNvPr>
          <p:cNvSpPr>
            <a:spLocks xmlns:a="http://schemas.openxmlformats.org/drawingml/2006/main" noGrp="1"/>
          </p:cNvSpPr>
          <p:nvPr/>
        </p:nvSpPr>
        <p:spPr>
          <a:xfrm xmlns:a="http://schemas.openxmlformats.org/drawingml/2006/main">
            <a:off x="400050" y="419100"/>
            <a:ext cx="11191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250" b="1">
                <a:solidFill>
                  <a:srgbClr val="183247"/>
                </a:solidFill>
              </a:defRPr>
            </a:pPr>
            <a:r>
              <a:rPr sz="2250" b="1">
                <a:solidFill>
                  <a:srgbClr val="183247"/>
                </a:solidFill>
              </a:rPr>
              <a:t>干净 PyTorch 参考与官方实现逐项完全一致</a:t>
            </a:r>
          </a:p>
        </p:txBody>
      </p:sp>
      <p:sp>
        <p:nvSpPr>
          <p:cNvPr id="4" name="">
            <a:extLst xmlns:a="http://schemas.openxmlformats.org/drawingml/2006/main">
              <a:ext uri="{FF2B5EF4-FFF2-40B4-BE49-F238E27FC236}">
                <a16:creationId xmlns:a16="http://schemas.microsoft.com/office/drawing/2014/main" id="{62E4F51C-0177-479E-83C1-052A8780D49D}"/>
              </a:ext>
            </a:extLst>
          </p:cNvPr>
          <p:cNvSpPr>
            <a:spLocks xmlns:a="http://schemas.openxmlformats.org/drawingml/2006/main" noGrp="1"/>
          </p:cNvSpPr>
          <p:nvPr/>
        </p:nvSpPr>
        <p:spPr>
          <a:xfrm xmlns:a="http://schemas.openxmlformats.org/drawingml/2006/main">
            <a:off x="400050" y="1009650"/>
            <a:ext cx="11391900" cy="9525"/>
          </a:xfrm>
          <a:prstGeom xmlns:a="http://schemas.openxmlformats.org/drawingml/2006/main" prst="rect">
            <a:avLst/>
          </a:prstGeom>
          <a:solidFill xmlns:a="http://schemas.openxmlformats.org/drawingml/2006/main">
            <a:srgbClr val="D8E2E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AD98D3F-37AC-450D-8B57-477E5B1EF126}"/>
              </a:ext>
            </a:extLst>
          </p:cNvPr>
          <p:cNvSpPr>
            <a:spLocks xmlns:a="http://schemas.openxmlformats.org/drawingml/2006/main" noGrp="1"/>
          </p:cNvSpPr>
          <p:nvPr/>
        </p:nvSpPr>
        <p:spPr>
          <a:xfrm xmlns:a="http://schemas.openxmlformats.org/drawingml/2006/main">
            <a:off x="11334750" y="6477000"/>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0">
                <a:solidFill>
                  <a:srgbClr val="687B8C"/>
                </a:solidFill>
              </a:defRPr>
            </a:pPr>
            <a:r>
              <a:rPr sz="900" b="0">
                <a:solidFill>
                  <a:srgbClr val="687B8C"/>
                </a:solidFill>
              </a:rPr>
              <a:t>21</a:t>
            </a:r>
          </a:p>
        </p:txBody>
      </p:sp>
      <p:sp>
        <p:nvSpPr>
          <p:cNvPr id="6" name="">
            <a:extLst xmlns:a="http://schemas.openxmlformats.org/drawingml/2006/main">
              <a:ext uri="{FF2B5EF4-FFF2-40B4-BE49-F238E27FC236}">
                <a16:creationId xmlns:a16="http://schemas.microsoft.com/office/drawing/2014/main" id="{0620B09A-9A34-418A-B7D9-5786B85BB252}"/>
              </a:ext>
            </a:extLst>
          </p:cNvPr>
          <p:cNvSpPr>
            <a:spLocks xmlns:a="http://schemas.openxmlformats.org/drawingml/2006/main" noGrp="1"/>
          </p:cNvSpPr>
          <p:nvPr/>
        </p:nvSpPr>
        <p:spPr>
          <a:xfrm xmlns:a="http://schemas.openxmlformats.org/drawingml/2006/main">
            <a:off x="666750" y="1676400"/>
            <a:ext cx="2457450" cy="2209800"/>
          </a:xfrm>
          <a:prstGeom xmlns:a="http://schemas.openxmlformats.org/drawingml/2006/main" prst="roundRect">
            <a:avLst>
              <a:gd name="adj" fmla="val 6897"/>
            </a:avLst>
          </a:prstGeom>
          <a:solidFill xmlns:a="http://schemas.openxmlformats.org/drawingml/2006/main">
            <a:srgbClr val="E9F7F4"/>
          </a:solidFill>
          <a:ln xmlns:a="http://schemas.openxmlformats.org/drawingml/2006/main" w="9525">
            <a:solidFill>
              <a:srgbClr val="28A99E"/>
            </a:solidFill>
            <a:prstDash val="solid"/>
          </a:ln>
        </p:spPr>
      </p:sp>
      <p:sp>
        <p:nvSpPr>
          <p:cNvPr id="7" name="">
            <a:extLst xmlns:a="http://schemas.openxmlformats.org/drawingml/2006/main">
              <a:ext uri="{FF2B5EF4-FFF2-40B4-BE49-F238E27FC236}">
                <a16:creationId xmlns:a16="http://schemas.microsoft.com/office/drawing/2014/main" id="{E341E563-C2B5-45D4-8112-9CB590FE47DA}"/>
              </a:ext>
            </a:extLst>
          </p:cNvPr>
          <p:cNvSpPr>
            <a:spLocks xmlns:a="http://schemas.openxmlformats.org/drawingml/2006/main" noGrp="1"/>
          </p:cNvSpPr>
          <p:nvPr/>
        </p:nvSpPr>
        <p:spPr>
          <a:xfrm xmlns:a="http://schemas.openxmlformats.org/drawingml/2006/main">
            <a:off x="1514475" y="1847850"/>
            <a:ext cx="762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3900" b="1">
                <a:solidFill>
                  <a:srgbClr val="28A99E"/>
                </a:solidFill>
              </a:defRPr>
            </a:pPr>
            <a:r>
              <a:rPr sz="3900" b="1">
                <a:solidFill>
                  <a:srgbClr val="28A99E"/>
                </a:solidFill>
              </a:rPr>
              <a:t>✓</a:t>
            </a:r>
          </a:p>
        </p:txBody>
      </p:sp>
      <p:sp>
        <p:nvSpPr>
          <p:cNvPr id="8" name="">
            <a:extLst xmlns:a="http://schemas.openxmlformats.org/drawingml/2006/main">
              <a:ext uri="{FF2B5EF4-FFF2-40B4-BE49-F238E27FC236}">
                <a16:creationId xmlns:a16="http://schemas.microsoft.com/office/drawing/2014/main" id="{F5BF5D78-ED6E-4C51-9F62-34C46EB41B99}"/>
              </a:ext>
            </a:extLst>
          </p:cNvPr>
          <p:cNvSpPr>
            <a:spLocks xmlns:a="http://schemas.openxmlformats.org/drawingml/2006/main" noGrp="1"/>
          </p:cNvSpPr>
          <p:nvPr/>
        </p:nvSpPr>
        <p:spPr>
          <a:xfrm xmlns:a="http://schemas.openxmlformats.org/drawingml/2006/main">
            <a:off x="819150" y="2609850"/>
            <a:ext cx="2152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83247"/>
                </a:solidFill>
              </a:defRPr>
            </a:pPr>
            <a:r>
              <a:rPr sz="1350" b="1">
                <a:solidFill>
                  <a:srgbClr val="183247"/>
                </a:solidFill>
              </a:rPr>
              <a:t>bag_logits</a:t>
            </a:r>
          </a:p>
        </p:txBody>
      </p:sp>
      <p:sp>
        <p:nvSpPr>
          <p:cNvPr id="9" name="">
            <a:extLst xmlns:a="http://schemas.openxmlformats.org/drawingml/2006/main">
              <a:ext uri="{FF2B5EF4-FFF2-40B4-BE49-F238E27FC236}">
                <a16:creationId xmlns:a16="http://schemas.microsoft.com/office/drawing/2014/main" id="{4AAEBEB5-F7B6-4951-8273-EA4CEF9D1468}"/>
              </a:ext>
            </a:extLst>
          </p:cNvPr>
          <p:cNvSpPr>
            <a:spLocks xmlns:a="http://schemas.openxmlformats.org/drawingml/2006/main" noGrp="1"/>
          </p:cNvSpPr>
          <p:nvPr/>
        </p:nvSpPr>
        <p:spPr>
          <a:xfrm xmlns:a="http://schemas.openxmlformats.org/drawingml/2006/main">
            <a:off x="952500" y="3086100"/>
            <a:ext cx="1885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687B8C"/>
                </a:solidFill>
              </a:defRPr>
            </a:pPr>
            <a:r>
              <a:rPr sz="1050" b="1">
                <a:solidFill>
                  <a:srgbClr val="687B8C"/>
                </a:solidFill>
              </a:rPr>
              <a:t>max abs</a:t>
            </a:r>
          </a:p>
        </p:txBody>
      </p:sp>
      <p:sp>
        <p:nvSpPr>
          <p:cNvPr id="10" name="">
            <a:extLst xmlns:a="http://schemas.openxmlformats.org/drawingml/2006/main">
              <a:ext uri="{FF2B5EF4-FFF2-40B4-BE49-F238E27FC236}">
                <a16:creationId xmlns:a16="http://schemas.microsoft.com/office/drawing/2014/main" id="{D57390AD-4183-4A7D-8E4E-6BF4BD871EAF}"/>
              </a:ext>
            </a:extLst>
          </p:cNvPr>
          <p:cNvSpPr>
            <a:spLocks xmlns:a="http://schemas.openxmlformats.org/drawingml/2006/main" noGrp="1"/>
          </p:cNvSpPr>
          <p:nvPr/>
        </p:nvSpPr>
        <p:spPr>
          <a:xfrm xmlns:a="http://schemas.openxmlformats.org/drawingml/2006/main">
            <a:off x="952500" y="3314700"/>
            <a:ext cx="1885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325" b="1">
                <a:solidFill>
                  <a:srgbClr val="28A99E"/>
                </a:solidFill>
              </a:defRPr>
            </a:pPr>
            <a:r>
              <a:rPr sz="2325" b="1">
                <a:solidFill>
                  <a:srgbClr val="28A99E"/>
                </a:solidFill>
              </a:rPr>
              <a:t>0.0</a:t>
            </a:r>
          </a:p>
        </p:txBody>
      </p:sp>
      <p:sp>
        <p:nvSpPr>
          <p:cNvPr id="11" name="">
            <a:extLst xmlns:a="http://schemas.openxmlformats.org/drawingml/2006/main">
              <a:ext uri="{FF2B5EF4-FFF2-40B4-BE49-F238E27FC236}">
                <a16:creationId xmlns:a16="http://schemas.microsoft.com/office/drawing/2014/main" id="{356C7CCD-6208-4B87-8A66-DAD9629CBD82}"/>
              </a:ext>
            </a:extLst>
          </p:cNvPr>
          <p:cNvSpPr>
            <a:spLocks xmlns:a="http://schemas.openxmlformats.org/drawingml/2006/main" noGrp="1"/>
          </p:cNvSpPr>
          <p:nvPr/>
        </p:nvSpPr>
        <p:spPr>
          <a:xfrm xmlns:a="http://schemas.openxmlformats.org/drawingml/2006/main">
            <a:off x="3505200" y="1676400"/>
            <a:ext cx="2457450" cy="2209800"/>
          </a:xfrm>
          <a:prstGeom xmlns:a="http://schemas.openxmlformats.org/drawingml/2006/main" prst="roundRect">
            <a:avLst>
              <a:gd name="adj" fmla="val 6897"/>
            </a:avLst>
          </a:prstGeom>
          <a:solidFill xmlns:a="http://schemas.openxmlformats.org/drawingml/2006/main">
            <a:srgbClr val="E9F7F4"/>
          </a:solidFill>
          <a:ln xmlns:a="http://schemas.openxmlformats.org/drawingml/2006/main" w="9525">
            <a:solidFill>
              <a:srgbClr val="28A99E"/>
            </a:solidFill>
            <a:prstDash val="solid"/>
          </a:ln>
        </p:spPr>
      </p:sp>
      <p:sp>
        <p:nvSpPr>
          <p:cNvPr id="12" name="">
            <a:extLst xmlns:a="http://schemas.openxmlformats.org/drawingml/2006/main">
              <a:ext uri="{FF2B5EF4-FFF2-40B4-BE49-F238E27FC236}">
                <a16:creationId xmlns:a16="http://schemas.microsoft.com/office/drawing/2014/main" id="{621D1DE6-4A1C-4ECF-8F98-C4A6A10939C3}"/>
              </a:ext>
            </a:extLst>
          </p:cNvPr>
          <p:cNvSpPr>
            <a:spLocks xmlns:a="http://schemas.openxmlformats.org/drawingml/2006/main" noGrp="1"/>
          </p:cNvSpPr>
          <p:nvPr/>
        </p:nvSpPr>
        <p:spPr>
          <a:xfrm xmlns:a="http://schemas.openxmlformats.org/drawingml/2006/main">
            <a:off x="4352925" y="1847850"/>
            <a:ext cx="762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3900" b="1">
                <a:solidFill>
                  <a:srgbClr val="28A99E"/>
                </a:solidFill>
              </a:defRPr>
            </a:pPr>
            <a:r>
              <a:rPr sz="3900" b="1">
                <a:solidFill>
                  <a:srgbClr val="28A99E"/>
                </a:solidFill>
              </a:rPr>
              <a:t>✓</a:t>
            </a:r>
          </a:p>
        </p:txBody>
      </p:sp>
      <p:sp>
        <p:nvSpPr>
          <p:cNvPr id="13" name="">
            <a:extLst xmlns:a="http://schemas.openxmlformats.org/drawingml/2006/main">
              <a:ext uri="{FF2B5EF4-FFF2-40B4-BE49-F238E27FC236}">
                <a16:creationId xmlns:a16="http://schemas.microsoft.com/office/drawing/2014/main" id="{95FD6ECA-AACC-4628-BF12-227FC7588330}"/>
              </a:ext>
            </a:extLst>
          </p:cNvPr>
          <p:cNvSpPr>
            <a:spLocks xmlns:a="http://schemas.openxmlformats.org/drawingml/2006/main" noGrp="1"/>
          </p:cNvSpPr>
          <p:nvPr/>
        </p:nvSpPr>
        <p:spPr>
          <a:xfrm xmlns:a="http://schemas.openxmlformats.org/drawingml/2006/main">
            <a:off x="3657600" y="2609850"/>
            <a:ext cx="2152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83247"/>
                </a:solidFill>
              </a:defRPr>
            </a:pPr>
            <a:r>
              <a:rPr sz="1350" b="1">
                <a:solidFill>
                  <a:srgbClr val="183247"/>
                </a:solidFill>
              </a:rPr>
              <a:t>attention_raw</a:t>
            </a:r>
          </a:p>
        </p:txBody>
      </p:sp>
      <p:sp>
        <p:nvSpPr>
          <p:cNvPr id="14" name="">
            <a:extLst xmlns:a="http://schemas.openxmlformats.org/drawingml/2006/main">
              <a:ext uri="{FF2B5EF4-FFF2-40B4-BE49-F238E27FC236}">
                <a16:creationId xmlns:a16="http://schemas.microsoft.com/office/drawing/2014/main" id="{29F7F9B2-966D-4188-8281-15A210D7AFDF}"/>
              </a:ext>
            </a:extLst>
          </p:cNvPr>
          <p:cNvSpPr>
            <a:spLocks xmlns:a="http://schemas.openxmlformats.org/drawingml/2006/main" noGrp="1"/>
          </p:cNvSpPr>
          <p:nvPr/>
        </p:nvSpPr>
        <p:spPr>
          <a:xfrm xmlns:a="http://schemas.openxmlformats.org/drawingml/2006/main">
            <a:off x="3790950" y="3086100"/>
            <a:ext cx="1885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687B8C"/>
                </a:solidFill>
              </a:defRPr>
            </a:pPr>
            <a:r>
              <a:rPr sz="1050" b="1">
                <a:solidFill>
                  <a:srgbClr val="687B8C"/>
                </a:solidFill>
              </a:rPr>
              <a:t>max abs</a:t>
            </a:r>
          </a:p>
        </p:txBody>
      </p:sp>
      <p:sp>
        <p:nvSpPr>
          <p:cNvPr id="15" name="">
            <a:extLst xmlns:a="http://schemas.openxmlformats.org/drawingml/2006/main">
              <a:ext uri="{FF2B5EF4-FFF2-40B4-BE49-F238E27FC236}">
                <a16:creationId xmlns:a16="http://schemas.microsoft.com/office/drawing/2014/main" id="{387F97AB-4A22-4240-AAC3-4377099FFB5D}"/>
              </a:ext>
            </a:extLst>
          </p:cNvPr>
          <p:cNvSpPr>
            <a:spLocks xmlns:a="http://schemas.openxmlformats.org/drawingml/2006/main" noGrp="1"/>
          </p:cNvSpPr>
          <p:nvPr/>
        </p:nvSpPr>
        <p:spPr>
          <a:xfrm xmlns:a="http://schemas.openxmlformats.org/drawingml/2006/main">
            <a:off x="3790950" y="3314700"/>
            <a:ext cx="1885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325" b="1">
                <a:solidFill>
                  <a:srgbClr val="28A99E"/>
                </a:solidFill>
              </a:defRPr>
            </a:pPr>
            <a:r>
              <a:rPr sz="2325" b="1">
                <a:solidFill>
                  <a:srgbClr val="28A99E"/>
                </a:solidFill>
              </a:rPr>
              <a:t>0.0</a:t>
            </a:r>
          </a:p>
        </p:txBody>
      </p:sp>
      <p:sp>
        <p:nvSpPr>
          <p:cNvPr id="16" name="">
            <a:extLst xmlns:a="http://schemas.openxmlformats.org/drawingml/2006/main">
              <a:ext uri="{FF2B5EF4-FFF2-40B4-BE49-F238E27FC236}">
                <a16:creationId xmlns:a16="http://schemas.microsoft.com/office/drawing/2014/main" id="{9AE858CD-04C9-4BB1-A205-279698F7933E}"/>
              </a:ext>
            </a:extLst>
          </p:cNvPr>
          <p:cNvSpPr>
            <a:spLocks xmlns:a="http://schemas.openxmlformats.org/drawingml/2006/main" noGrp="1"/>
          </p:cNvSpPr>
          <p:nvPr/>
        </p:nvSpPr>
        <p:spPr>
          <a:xfrm xmlns:a="http://schemas.openxmlformats.org/drawingml/2006/main">
            <a:off x="6343650" y="1676400"/>
            <a:ext cx="2457450" cy="2209800"/>
          </a:xfrm>
          <a:prstGeom xmlns:a="http://schemas.openxmlformats.org/drawingml/2006/main" prst="roundRect">
            <a:avLst>
              <a:gd name="adj" fmla="val 6897"/>
            </a:avLst>
          </a:prstGeom>
          <a:solidFill xmlns:a="http://schemas.openxmlformats.org/drawingml/2006/main">
            <a:srgbClr val="E9F7F4"/>
          </a:solidFill>
          <a:ln xmlns:a="http://schemas.openxmlformats.org/drawingml/2006/main" w="9525">
            <a:solidFill>
              <a:srgbClr val="28A99E"/>
            </a:solidFill>
            <a:prstDash val="solid"/>
          </a:ln>
        </p:spPr>
      </p:sp>
      <p:sp>
        <p:nvSpPr>
          <p:cNvPr id="17" name="">
            <a:extLst xmlns:a="http://schemas.openxmlformats.org/drawingml/2006/main">
              <a:ext uri="{FF2B5EF4-FFF2-40B4-BE49-F238E27FC236}">
                <a16:creationId xmlns:a16="http://schemas.microsoft.com/office/drawing/2014/main" id="{88C6CABE-F4F1-431C-8608-0ABFAE11A86D}"/>
              </a:ext>
            </a:extLst>
          </p:cNvPr>
          <p:cNvSpPr>
            <a:spLocks xmlns:a="http://schemas.openxmlformats.org/drawingml/2006/main" noGrp="1"/>
          </p:cNvSpPr>
          <p:nvPr/>
        </p:nvSpPr>
        <p:spPr>
          <a:xfrm xmlns:a="http://schemas.openxmlformats.org/drawingml/2006/main">
            <a:off x="7191375" y="1847850"/>
            <a:ext cx="762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3900" b="1">
                <a:solidFill>
                  <a:srgbClr val="28A99E"/>
                </a:solidFill>
              </a:defRPr>
            </a:pPr>
            <a:r>
              <a:rPr sz="3900" b="1">
                <a:solidFill>
                  <a:srgbClr val="28A99E"/>
                </a:solidFill>
              </a:rPr>
              <a:t>✓</a:t>
            </a:r>
          </a:p>
        </p:txBody>
      </p:sp>
      <p:sp>
        <p:nvSpPr>
          <p:cNvPr id="18" name="">
            <a:extLst xmlns:a="http://schemas.openxmlformats.org/drawingml/2006/main">
              <a:ext uri="{FF2B5EF4-FFF2-40B4-BE49-F238E27FC236}">
                <a16:creationId xmlns:a16="http://schemas.microsoft.com/office/drawing/2014/main" id="{8DC094E0-4775-45B7-B245-F6FB1C38091A}"/>
              </a:ext>
            </a:extLst>
          </p:cNvPr>
          <p:cNvSpPr>
            <a:spLocks xmlns:a="http://schemas.openxmlformats.org/drawingml/2006/main" noGrp="1"/>
          </p:cNvSpPr>
          <p:nvPr/>
        </p:nvSpPr>
        <p:spPr>
          <a:xfrm xmlns:a="http://schemas.openxmlformats.org/drawingml/2006/main">
            <a:off x="6496050" y="2609850"/>
            <a:ext cx="2152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83247"/>
                </a:solidFill>
              </a:defRPr>
            </a:pPr>
            <a:r>
              <a:rPr sz="1350" b="1">
                <a:solidFill>
                  <a:srgbClr val="183247"/>
                </a:solidFill>
              </a:rPr>
              <a:t>WSI_feature</a:t>
            </a:r>
          </a:p>
        </p:txBody>
      </p:sp>
      <p:sp>
        <p:nvSpPr>
          <p:cNvPr id="19" name="">
            <a:extLst xmlns:a="http://schemas.openxmlformats.org/drawingml/2006/main">
              <a:ext uri="{FF2B5EF4-FFF2-40B4-BE49-F238E27FC236}">
                <a16:creationId xmlns:a16="http://schemas.microsoft.com/office/drawing/2014/main" id="{DB3FDA54-8376-4BC8-BC53-F51422272B0F}"/>
              </a:ext>
            </a:extLst>
          </p:cNvPr>
          <p:cNvSpPr>
            <a:spLocks xmlns:a="http://schemas.openxmlformats.org/drawingml/2006/main" noGrp="1"/>
          </p:cNvSpPr>
          <p:nvPr/>
        </p:nvSpPr>
        <p:spPr>
          <a:xfrm xmlns:a="http://schemas.openxmlformats.org/drawingml/2006/main">
            <a:off x="6629400" y="3086100"/>
            <a:ext cx="1885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687B8C"/>
                </a:solidFill>
              </a:defRPr>
            </a:pPr>
            <a:r>
              <a:rPr sz="1050" b="1">
                <a:solidFill>
                  <a:srgbClr val="687B8C"/>
                </a:solidFill>
              </a:rPr>
              <a:t>max abs</a:t>
            </a:r>
          </a:p>
        </p:txBody>
      </p:sp>
      <p:sp>
        <p:nvSpPr>
          <p:cNvPr id="20" name="">
            <a:extLst xmlns:a="http://schemas.openxmlformats.org/drawingml/2006/main">
              <a:ext uri="{FF2B5EF4-FFF2-40B4-BE49-F238E27FC236}">
                <a16:creationId xmlns:a16="http://schemas.microsoft.com/office/drawing/2014/main" id="{CEA44D80-B94A-45B8-8BDB-4FF889204408}"/>
              </a:ext>
            </a:extLst>
          </p:cNvPr>
          <p:cNvSpPr>
            <a:spLocks xmlns:a="http://schemas.openxmlformats.org/drawingml/2006/main" noGrp="1"/>
          </p:cNvSpPr>
          <p:nvPr/>
        </p:nvSpPr>
        <p:spPr>
          <a:xfrm xmlns:a="http://schemas.openxmlformats.org/drawingml/2006/main">
            <a:off x="6629400" y="3314700"/>
            <a:ext cx="1885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325" b="1">
                <a:solidFill>
                  <a:srgbClr val="28A99E"/>
                </a:solidFill>
              </a:defRPr>
            </a:pPr>
            <a:r>
              <a:rPr sz="2325" b="1">
                <a:solidFill>
                  <a:srgbClr val="28A99E"/>
                </a:solidFill>
              </a:rPr>
              <a:t>0.0</a:t>
            </a:r>
          </a:p>
        </p:txBody>
      </p:sp>
      <p:sp>
        <p:nvSpPr>
          <p:cNvPr id="21" name="">
            <a:extLst xmlns:a="http://schemas.openxmlformats.org/drawingml/2006/main">
              <a:ext uri="{FF2B5EF4-FFF2-40B4-BE49-F238E27FC236}">
                <a16:creationId xmlns:a16="http://schemas.microsoft.com/office/drawing/2014/main" id="{32ACEDA0-4C6F-4F41-BEAF-FB9995495AE4}"/>
              </a:ext>
            </a:extLst>
          </p:cNvPr>
          <p:cNvSpPr>
            <a:spLocks xmlns:a="http://schemas.openxmlformats.org/drawingml/2006/main" noGrp="1"/>
          </p:cNvSpPr>
          <p:nvPr/>
        </p:nvSpPr>
        <p:spPr>
          <a:xfrm xmlns:a="http://schemas.openxmlformats.org/drawingml/2006/main">
            <a:off x="9182100" y="1676400"/>
            <a:ext cx="2457450" cy="2209800"/>
          </a:xfrm>
          <a:prstGeom xmlns:a="http://schemas.openxmlformats.org/drawingml/2006/main" prst="roundRect">
            <a:avLst>
              <a:gd name="adj" fmla="val 6897"/>
            </a:avLst>
          </a:prstGeom>
          <a:solidFill xmlns:a="http://schemas.openxmlformats.org/drawingml/2006/main">
            <a:srgbClr val="E9F7F4"/>
          </a:solidFill>
          <a:ln xmlns:a="http://schemas.openxmlformats.org/drawingml/2006/main" w="9525">
            <a:solidFill>
              <a:srgbClr val="28A99E"/>
            </a:solidFill>
            <a:prstDash val="solid"/>
          </a:ln>
        </p:spPr>
      </p:sp>
      <p:sp>
        <p:nvSpPr>
          <p:cNvPr id="22" name="">
            <a:extLst xmlns:a="http://schemas.openxmlformats.org/drawingml/2006/main">
              <a:ext uri="{FF2B5EF4-FFF2-40B4-BE49-F238E27FC236}">
                <a16:creationId xmlns:a16="http://schemas.microsoft.com/office/drawing/2014/main" id="{D8F0B49B-F3AE-43B8-AC26-66FDB23A245D}"/>
              </a:ext>
            </a:extLst>
          </p:cNvPr>
          <p:cNvSpPr>
            <a:spLocks xmlns:a="http://schemas.openxmlformats.org/drawingml/2006/main" noGrp="1"/>
          </p:cNvSpPr>
          <p:nvPr/>
        </p:nvSpPr>
        <p:spPr>
          <a:xfrm xmlns:a="http://schemas.openxmlformats.org/drawingml/2006/main">
            <a:off x="10029825" y="1847850"/>
            <a:ext cx="762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3900" b="1">
                <a:solidFill>
                  <a:srgbClr val="28A99E"/>
                </a:solidFill>
              </a:defRPr>
            </a:pPr>
            <a:r>
              <a:rPr sz="3900" b="1">
                <a:solidFill>
                  <a:srgbClr val="28A99E"/>
                </a:solidFill>
              </a:rPr>
              <a:t>✓</a:t>
            </a:r>
          </a:p>
        </p:txBody>
      </p:sp>
      <p:sp>
        <p:nvSpPr>
          <p:cNvPr id="23" name="">
            <a:extLst xmlns:a="http://schemas.openxmlformats.org/drawingml/2006/main">
              <a:ext uri="{FF2B5EF4-FFF2-40B4-BE49-F238E27FC236}">
                <a16:creationId xmlns:a16="http://schemas.microsoft.com/office/drawing/2014/main" id="{85C3836D-7667-40BD-B7B2-D98520BC1AB7}"/>
              </a:ext>
            </a:extLst>
          </p:cNvPr>
          <p:cNvSpPr>
            <a:spLocks xmlns:a="http://schemas.openxmlformats.org/drawingml/2006/main" noGrp="1"/>
          </p:cNvSpPr>
          <p:nvPr/>
        </p:nvSpPr>
        <p:spPr>
          <a:xfrm xmlns:a="http://schemas.openxmlformats.org/drawingml/2006/main">
            <a:off x="9334500" y="2609850"/>
            <a:ext cx="2152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83247"/>
                </a:solidFill>
              </a:defRPr>
            </a:pPr>
            <a:r>
              <a:rPr sz="1350" b="1">
                <a:solidFill>
                  <a:srgbClr val="183247"/>
                </a:solidFill>
              </a:rPr>
              <a:t>WSI_feature_anatomical</a:t>
            </a:r>
          </a:p>
        </p:txBody>
      </p:sp>
      <p:sp>
        <p:nvSpPr>
          <p:cNvPr id="24" name="">
            <a:extLst xmlns:a="http://schemas.openxmlformats.org/drawingml/2006/main">
              <a:ext uri="{FF2B5EF4-FFF2-40B4-BE49-F238E27FC236}">
                <a16:creationId xmlns:a16="http://schemas.microsoft.com/office/drawing/2014/main" id="{F4D4A16A-4AEC-4561-98FF-2CECE2BF0A3E}"/>
              </a:ext>
            </a:extLst>
          </p:cNvPr>
          <p:cNvSpPr>
            <a:spLocks xmlns:a="http://schemas.openxmlformats.org/drawingml/2006/main" noGrp="1"/>
          </p:cNvSpPr>
          <p:nvPr/>
        </p:nvSpPr>
        <p:spPr>
          <a:xfrm xmlns:a="http://schemas.openxmlformats.org/drawingml/2006/main">
            <a:off x="9467850" y="3086100"/>
            <a:ext cx="1885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687B8C"/>
                </a:solidFill>
              </a:defRPr>
            </a:pPr>
            <a:r>
              <a:rPr sz="1050" b="1">
                <a:solidFill>
                  <a:srgbClr val="687B8C"/>
                </a:solidFill>
              </a:rPr>
              <a:t>max abs</a:t>
            </a:r>
          </a:p>
        </p:txBody>
      </p:sp>
      <p:sp>
        <p:nvSpPr>
          <p:cNvPr id="25" name="">
            <a:extLst xmlns:a="http://schemas.openxmlformats.org/drawingml/2006/main">
              <a:ext uri="{FF2B5EF4-FFF2-40B4-BE49-F238E27FC236}">
                <a16:creationId xmlns:a16="http://schemas.microsoft.com/office/drawing/2014/main" id="{E95A8BEB-7D83-4866-B34D-BD7C2F89A249}"/>
              </a:ext>
            </a:extLst>
          </p:cNvPr>
          <p:cNvSpPr>
            <a:spLocks xmlns:a="http://schemas.openxmlformats.org/drawingml/2006/main" noGrp="1"/>
          </p:cNvSpPr>
          <p:nvPr/>
        </p:nvSpPr>
        <p:spPr>
          <a:xfrm xmlns:a="http://schemas.openxmlformats.org/drawingml/2006/main">
            <a:off x="9467850" y="3314700"/>
            <a:ext cx="1885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325" b="1">
                <a:solidFill>
                  <a:srgbClr val="28A99E"/>
                </a:solidFill>
              </a:defRPr>
            </a:pPr>
            <a:r>
              <a:rPr sz="2325" b="1">
                <a:solidFill>
                  <a:srgbClr val="28A99E"/>
                </a:solidFill>
              </a:rPr>
              <a:t>0.0</a:t>
            </a:r>
          </a:p>
        </p:txBody>
      </p:sp>
      <p:sp>
        <p:nvSpPr>
          <p:cNvPr id="26" name="">
            <a:extLst xmlns:a="http://schemas.openxmlformats.org/drawingml/2006/main">
              <a:ext uri="{FF2B5EF4-FFF2-40B4-BE49-F238E27FC236}">
                <a16:creationId xmlns:a16="http://schemas.microsoft.com/office/drawing/2014/main" id="{ECA07FAF-469F-4D4A-8875-BDB2E9C6C9C7}"/>
              </a:ext>
            </a:extLst>
          </p:cNvPr>
          <p:cNvSpPr>
            <a:spLocks xmlns:a="http://schemas.openxmlformats.org/drawingml/2006/main" noGrp="1"/>
          </p:cNvSpPr>
          <p:nvPr/>
        </p:nvSpPr>
        <p:spPr>
          <a:xfrm xmlns:a="http://schemas.openxmlformats.org/drawingml/2006/main">
            <a:off x="1676400" y="4476750"/>
            <a:ext cx="8839200" cy="895350"/>
          </a:xfrm>
          <a:prstGeom xmlns:a="http://schemas.openxmlformats.org/drawingml/2006/main" prst="roundRect">
            <a:avLst>
              <a:gd name="adj" fmla="val 12766"/>
            </a:avLst>
          </a:prstGeom>
          <a:solidFill xmlns:a="http://schemas.openxmlformats.org/drawingml/2006/main">
            <a:srgbClr val="0F3555"/>
          </a:solidFill>
          <a:ln xmlns:a="http://schemas.openxmlformats.org/drawingml/2006/main" w="0">
            <a:solidFill>
              <a:srgbClr val="0F3555"/>
            </a:solidFill>
            <a:prstDash val="solid"/>
          </a:ln>
        </p:spPr>
      </p:sp>
      <p:sp>
        <p:nvSpPr>
          <p:cNvPr id="27" name="">
            <a:extLst xmlns:a="http://schemas.openxmlformats.org/drawingml/2006/main">
              <a:ext uri="{FF2B5EF4-FFF2-40B4-BE49-F238E27FC236}">
                <a16:creationId xmlns:a16="http://schemas.microsoft.com/office/drawing/2014/main" id="{5AF8697A-D6F3-4718-B2D5-A5CB3D1C1BE9}"/>
              </a:ext>
            </a:extLst>
          </p:cNvPr>
          <p:cNvSpPr>
            <a:spLocks xmlns:a="http://schemas.openxmlformats.org/drawingml/2006/main" noGrp="1"/>
          </p:cNvSpPr>
          <p:nvPr/>
        </p:nvSpPr>
        <p:spPr>
          <a:xfrm xmlns:a="http://schemas.openxmlformats.org/drawingml/2006/main">
            <a:off x="1885950" y="4629150"/>
            <a:ext cx="8420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a:solidFill>
                  <a:srgbClr val="FFFFFF"/>
                </a:solidFill>
              </a:defRPr>
            </a:pPr>
            <a:r>
              <a:rPr sz="1575" b="1">
                <a:solidFill>
                  <a:srgbClr val="FFFFFF"/>
                </a:solidFill>
              </a:rPr>
              <a:t>结论：Clean PyTorch 没有改变官方 CHIEF 的核心输出语义</a:t>
            </a:r>
          </a:p>
        </p:txBody>
      </p:sp>
      <p:sp>
        <p:nvSpPr>
          <p:cNvPr id="28" name="">
            <a:extLst xmlns:a="http://schemas.openxmlformats.org/drawingml/2006/main">
              <a:ext uri="{FF2B5EF4-FFF2-40B4-BE49-F238E27FC236}">
                <a16:creationId xmlns:a16="http://schemas.microsoft.com/office/drawing/2014/main" id="{24FF0A6D-778B-4055-A4F6-228A7B2C7F6A}"/>
              </a:ext>
            </a:extLst>
          </p:cNvPr>
          <p:cNvSpPr>
            <a:spLocks xmlns:a="http://schemas.openxmlformats.org/drawingml/2006/main" noGrp="1"/>
          </p:cNvSpPr>
          <p:nvPr/>
        </p:nvSpPr>
        <p:spPr>
          <a:xfrm xmlns:a="http://schemas.openxmlformats.org/drawingml/2006/main">
            <a:off x="1885950" y="5010150"/>
            <a:ext cx="842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B9DCE7"/>
                </a:solidFill>
              </a:defRPr>
            </a:pPr>
            <a:r>
              <a:rPr sz="1125" b="0">
                <a:solidFill>
                  <a:srgbClr val="B9DCE7"/>
                </a:solidFill>
              </a:rPr>
              <a:t>logs/official_torch_equivalence.json  ·  pass = true</a:t>
            </a:r>
          </a:p>
        </p:txBody>
      </p:sp>
    </p:spTree>
    <p:extLst>
      <p:ext uri="{BB962C8B-B14F-4D97-AF65-F5344CB8AC3E}">
        <p14:creationId xmlns:p14="http://schemas.microsoft.com/office/powerpoint/2010/main" val="853840068"/>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A4CE5079-FCE6-4A68-8823-C5F57A233F13}"/>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174A7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26EEE22-7868-4904-AB16-C09983429A59}"/>
              </a:ext>
            </a:extLst>
          </p:cNvPr>
          <p:cNvSpPr>
            <a:spLocks xmlns:a="http://schemas.openxmlformats.org/drawingml/2006/main" noGrp="1"/>
          </p:cNvSpPr>
          <p:nvPr/>
        </p:nvSpPr>
        <p:spPr>
          <a:xfrm xmlns:a="http://schemas.openxmlformats.org/drawingml/2006/main">
            <a:off x="400050" y="19050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D76A8"/>
                </a:solidFill>
              </a:defRPr>
            </a:pPr>
            <a:r>
              <a:rPr sz="975" b="1">
                <a:solidFill>
                  <a:srgbClr val="2D76A8"/>
                </a:solidFill>
              </a:rPr>
              <a:t>04 · 证据二</a:t>
            </a:r>
          </a:p>
        </p:txBody>
      </p:sp>
      <p:sp>
        <p:nvSpPr>
          <p:cNvPr id="3" name="">
            <a:extLst xmlns:a="http://schemas.openxmlformats.org/drawingml/2006/main">
              <a:ext uri="{FF2B5EF4-FFF2-40B4-BE49-F238E27FC236}">
                <a16:creationId xmlns:a16="http://schemas.microsoft.com/office/drawing/2014/main" id="{2A71821F-A0AC-46F4-8C4E-9127D1C0FAFE}"/>
              </a:ext>
            </a:extLst>
          </p:cNvPr>
          <p:cNvSpPr>
            <a:spLocks xmlns:a="http://schemas.openxmlformats.org/drawingml/2006/main" noGrp="1"/>
          </p:cNvSpPr>
          <p:nvPr/>
        </p:nvSpPr>
        <p:spPr>
          <a:xfrm xmlns:a="http://schemas.openxmlformats.org/drawingml/2006/main">
            <a:off x="400050" y="419100"/>
            <a:ext cx="11191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250" b="1">
                <a:solidFill>
                  <a:srgbClr val="183247"/>
                </a:solidFill>
              </a:defRPr>
            </a:pPr>
            <a:r>
              <a:rPr sz="2250" b="1">
                <a:solidFill>
                  <a:srgbClr val="183247"/>
                </a:solidFill>
              </a:rPr>
              <a:t>前向、损失和一步更新达到 10⁻⁷–10⁻⁹ 量级</a:t>
            </a:r>
          </a:p>
        </p:txBody>
      </p:sp>
      <p:sp>
        <p:nvSpPr>
          <p:cNvPr id="4" name="">
            <a:extLst xmlns:a="http://schemas.openxmlformats.org/drawingml/2006/main">
              <a:ext uri="{FF2B5EF4-FFF2-40B4-BE49-F238E27FC236}">
                <a16:creationId xmlns:a16="http://schemas.microsoft.com/office/drawing/2014/main" id="{A44D9A43-2657-4AFE-B300-267AA065D4F2}"/>
              </a:ext>
            </a:extLst>
          </p:cNvPr>
          <p:cNvSpPr>
            <a:spLocks xmlns:a="http://schemas.openxmlformats.org/drawingml/2006/main" noGrp="1"/>
          </p:cNvSpPr>
          <p:nvPr/>
        </p:nvSpPr>
        <p:spPr>
          <a:xfrm xmlns:a="http://schemas.openxmlformats.org/drawingml/2006/main">
            <a:off x="400050" y="1009650"/>
            <a:ext cx="11391900" cy="9525"/>
          </a:xfrm>
          <a:prstGeom xmlns:a="http://schemas.openxmlformats.org/drawingml/2006/main" prst="rect">
            <a:avLst/>
          </a:prstGeom>
          <a:solidFill xmlns:a="http://schemas.openxmlformats.org/drawingml/2006/main">
            <a:srgbClr val="D8E2E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9C610B0-9CAC-486E-AE08-95E31EFD7CE3}"/>
              </a:ext>
            </a:extLst>
          </p:cNvPr>
          <p:cNvSpPr>
            <a:spLocks xmlns:a="http://schemas.openxmlformats.org/drawingml/2006/main" noGrp="1"/>
          </p:cNvSpPr>
          <p:nvPr/>
        </p:nvSpPr>
        <p:spPr>
          <a:xfrm xmlns:a="http://schemas.openxmlformats.org/drawingml/2006/main">
            <a:off x="11334750" y="6477000"/>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0">
                <a:solidFill>
                  <a:srgbClr val="687B8C"/>
                </a:solidFill>
              </a:defRPr>
            </a:pPr>
            <a:r>
              <a:rPr sz="900" b="0">
                <a:solidFill>
                  <a:srgbClr val="687B8C"/>
                </a:solidFill>
              </a:rPr>
              <a:t>22</a:t>
            </a:r>
          </a:p>
        </p:txBody>
      </p:sp>
      <p:sp>
        <p:nvSpPr>
          <p:cNvPr id="6" name="">
            <a:extLst xmlns:a="http://schemas.openxmlformats.org/drawingml/2006/main">
              <a:ext uri="{FF2B5EF4-FFF2-40B4-BE49-F238E27FC236}">
                <a16:creationId xmlns:a16="http://schemas.microsoft.com/office/drawing/2014/main" id="{8B8B79DD-7B9F-40E2-93A3-2CFB26F075A6}"/>
              </a:ext>
            </a:extLst>
          </p:cNvPr>
          <p:cNvSpPr>
            <a:spLocks xmlns:a="http://schemas.openxmlformats.org/drawingml/2006/main" noGrp="1"/>
          </p:cNvSpPr>
          <p:nvPr/>
        </p:nvSpPr>
        <p:spPr>
          <a:xfrm xmlns:a="http://schemas.openxmlformats.org/drawingml/2006/main">
            <a:off x="666750" y="15240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275" b="1">
                <a:solidFill>
                  <a:srgbClr val="183247"/>
                </a:solidFill>
              </a:defRPr>
            </a:pPr>
            <a:r>
              <a:rPr sz="1275" b="1">
                <a:solidFill>
                  <a:srgbClr val="183247"/>
                </a:solidFill>
              </a:rPr>
              <a:t>bag_logits</a:t>
            </a:r>
          </a:p>
        </p:txBody>
      </p:sp>
      <p:sp>
        <p:nvSpPr>
          <p:cNvPr id="7" name="">
            <a:extLst xmlns:a="http://schemas.openxmlformats.org/drawingml/2006/main">
              <a:ext uri="{FF2B5EF4-FFF2-40B4-BE49-F238E27FC236}">
                <a16:creationId xmlns:a16="http://schemas.microsoft.com/office/drawing/2014/main" id="{1B1833DC-54AA-4D40-A895-EF25FE130C34}"/>
              </a:ext>
            </a:extLst>
          </p:cNvPr>
          <p:cNvSpPr>
            <a:spLocks xmlns:a="http://schemas.openxmlformats.org/drawingml/2006/main" noGrp="1"/>
          </p:cNvSpPr>
          <p:nvPr/>
        </p:nvSpPr>
        <p:spPr>
          <a:xfrm xmlns:a="http://schemas.openxmlformats.org/drawingml/2006/main">
            <a:off x="3009900" y="1619250"/>
            <a:ext cx="7334250" cy="171450"/>
          </a:xfrm>
          <a:prstGeom xmlns:a="http://schemas.openxmlformats.org/drawingml/2006/main" prst="rect">
            <a:avLst/>
          </a:prstGeom>
          <a:solidFill xmlns:a="http://schemas.openxmlformats.org/drawingml/2006/main">
            <a:srgbClr val="F4F7F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52EFEA0-6B51-4E73-9E51-2AF2B48722E8}"/>
              </a:ext>
            </a:extLst>
          </p:cNvPr>
          <p:cNvSpPr>
            <a:spLocks xmlns:a="http://schemas.openxmlformats.org/drawingml/2006/main" noGrp="1"/>
          </p:cNvSpPr>
          <p:nvPr/>
        </p:nvSpPr>
        <p:spPr>
          <a:xfrm xmlns:a="http://schemas.openxmlformats.org/drawingml/2006/main">
            <a:off x="3009900" y="1619250"/>
            <a:ext cx="5076059" cy="171450"/>
          </a:xfrm>
          <a:prstGeom xmlns:a="http://schemas.openxmlformats.org/drawingml/2006/main" prst="rect">
            <a:avLst/>
          </a:prstGeom>
          <a:solidFill xmlns:a="http://schemas.openxmlformats.org/drawingml/2006/main">
            <a:srgbClr val="2D76A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1E1F2C3-CF49-46DE-B026-1C9AC63A18C6}"/>
              </a:ext>
            </a:extLst>
          </p:cNvPr>
          <p:cNvSpPr>
            <a:spLocks xmlns:a="http://schemas.openxmlformats.org/drawingml/2006/main" noGrp="1"/>
          </p:cNvSpPr>
          <p:nvPr/>
        </p:nvSpPr>
        <p:spPr>
          <a:xfrm xmlns:a="http://schemas.openxmlformats.org/drawingml/2006/main">
            <a:off x="10477500" y="1524000"/>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200" b="1">
                <a:solidFill>
                  <a:srgbClr val="2D76A8"/>
                </a:solidFill>
              </a:defRPr>
            </a:pPr>
            <a:r>
              <a:rPr sz="1200" b="1">
                <a:solidFill>
                  <a:srgbClr val="2D76A8"/>
                </a:solidFill>
              </a:rPr>
              <a:t>1.19e-7</a:t>
            </a:r>
          </a:p>
        </p:txBody>
      </p:sp>
      <p:sp>
        <p:nvSpPr>
          <p:cNvPr id="10" name="">
            <a:extLst xmlns:a="http://schemas.openxmlformats.org/drawingml/2006/main">
              <a:ext uri="{FF2B5EF4-FFF2-40B4-BE49-F238E27FC236}">
                <a16:creationId xmlns:a16="http://schemas.microsoft.com/office/drawing/2014/main" id="{3A77452B-1C2B-4C51-BEA2-3B099AE1004A}"/>
              </a:ext>
            </a:extLst>
          </p:cNvPr>
          <p:cNvSpPr>
            <a:spLocks xmlns:a="http://schemas.openxmlformats.org/drawingml/2006/main" noGrp="1"/>
          </p:cNvSpPr>
          <p:nvPr/>
        </p:nvSpPr>
        <p:spPr>
          <a:xfrm xmlns:a="http://schemas.openxmlformats.org/drawingml/2006/main">
            <a:off x="666750" y="22479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275" b="1">
                <a:solidFill>
                  <a:srgbClr val="183247"/>
                </a:solidFill>
              </a:defRPr>
            </a:pPr>
            <a:r>
              <a:rPr sz="1275" b="1">
                <a:solidFill>
                  <a:srgbClr val="183247"/>
                </a:solidFill>
              </a:rPr>
              <a:t>attention</a:t>
            </a:r>
          </a:p>
        </p:txBody>
      </p:sp>
      <p:sp>
        <p:nvSpPr>
          <p:cNvPr id="11" name="">
            <a:extLst xmlns:a="http://schemas.openxmlformats.org/drawingml/2006/main">
              <a:ext uri="{FF2B5EF4-FFF2-40B4-BE49-F238E27FC236}">
                <a16:creationId xmlns:a16="http://schemas.microsoft.com/office/drawing/2014/main" id="{B9ECB0E1-5E8C-46C2-B123-04203F077E66}"/>
              </a:ext>
            </a:extLst>
          </p:cNvPr>
          <p:cNvSpPr>
            <a:spLocks xmlns:a="http://schemas.openxmlformats.org/drawingml/2006/main" noGrp="1"/>
          </p:cNvSpPr>
          <p:nvPr/>
        </p:nvSpPr>
        <p:spPr>
          <a:xfrm xmlns:a="http://schemas.openxmlformats.org/drawingml/2006/main">
            <a:off x="3009900" y="2343150"/>
            <a:ext cx="7334250" cy="171450"/>
          </a:xfrm>
          <a:prstGeom xmlns:a="http://schemas.openxmlformats.org/drawingml/2006/main" prst="rect">
            <a:avLst/>
          </a:prstGeom>
          <a:solidFill xmlns:a="http://schemas.openxmlformats.org/drawingml/2006/main">
            <a:srgbClr val="F4F7F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A42030D3-5FD4-4004-A6CB-AC2FE8A9B184}"/>
              </a:ext>
            </a:extLst>
          </p:cNvPr>
          <p:cNvSpPr>
            <a:spLocks xmlns:a="http://schemas.openxmlformats.org/drawingml/2006/main" noGrp="1"/>
          </p:cNvSpPr>
          <p:nvPr/>
        </p:nvSpPr>
        <p:spPr>
          <a:xfrm xmlns:a="http://schemas.openxmlformats.org/drawingml/2006/main">
            <a:off x="3009900" y="2343150"/>
            <a:ext cx="2132287" cy="171450"/>
          </a:xfrm>
          <a:prstGeom xmlns:a="http://schemas.openxmlformats.org/drawingml/2006/main" prst="rect">
            <a:avLst/>
          </a:prstGeom>
          <a:solidFill xmlns:a="http://schemas.openxmlformats.org/drawingml/2006/main">
            <a:srgbClr val="28A99E"/>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048118C-480B-4373-B5F6-9643C012CF0B}"/>
              </a:ext>
            </a:extLst>
          </p:cNvPr>
          <p:cNvSpPr>
            <a:spLocks xmlns:a="http://schemas.openxmlformats.org/drawingml/2006/main" noGrp="1"/>
          </p:cNvSpPr>
          <p:nvPr/>
        </p:nvSpPr>
        <p:spPr>
          <a:xfrm xmlns:a="http://schemas.openxmlformats.org/drawingml/2006/main">
            <a:off x="10477500" y="2247900"/>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200" b="1">
                <a:solidFill>
                  <a:srgbClr val="28A99E"/>
                </a:solidFill>
              </a:defRPr>
            </a:pPr>
            <a:r>
              <a:rPr sz="1200" b="1">
                <a:solidFill>
                  <a:srgbClr val="28A99E"/>
                </a:solidFill>
              </a:rPr>
              <a:t>7.45e-9</a:t>
            </a:r>
          </a:p>
        </p:txBody>
      </p:sp>
      <p:sp>
        <p:nvSpPr>
          <p:cNvPr id="14" name="">
            <a:extLst xmlns:a="http://schemas.openxmlformats.org/drawingml/2006/main">
              <a:ext uri="{FF2B5EF4-FFF2-40B4-BE49-F238E27FC236}">
                <a16:creationId xmlns:a16="http://schemas.microsoft.com/office/drawing/2014/main" id="{0B89364C-1D39-492F-B4FA-0010BAAD2A48}"/>
              </a:ext>
            </a:extLst>
          </p:cNvPr>
          <p:cNvSpPr>
            <a:spLocks xmlns:a="http://schemas.openxmlformats.org/drawingml/2006/main" noGrp="1"/>
          </p:cNvSpPr>
          <p:nvPr/>
        </p:nvSpPr>
        <p:spPr>
          <a:xfrm xmlns:a="http://schemas.openxmlformats.org/drawingml/2006/main">
            <a:off x="666750" y="29718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275" b="1">
                <a:solidFill>
                  <a:srgbClr val="183247"/>
                </a:solidFill>
              </a:defRPr>
            </a:pPr>
            <a:r>
              <a:rPr sz="1275" b="1">
                <a:solidFill>
                  <a:srgbClr val="183247"/>
                </a:solidFill>
              </a:rPr>
              <a:t>WSI_feature</a:t>
            </a:r>
          </a:p>
        </p:txBody>
      </p:sp>
      <p:sp>
        <p:nvSpPr>
          <p:cNvPr id="15" name="">
            <a:extLst xmlns:a="http://schemas.openxmlformats.org/drawingml/2006/main">
              <a:ext uri="{FF2B5EF4-FFF2-40B4-BE49-F238E27FC236}">
                <a16:creationId xmlns:a16="http://schemas.microsoft.com/office/drawing/2014/main" id="{91DEB81C-FC1F-4220-A2DC-FF6299A738C0}"/>
              </a:ext>
            </a:extLst>
          </p:cNvPr>
          <p:cNvSpPr>
            <a:spLocks xmlns:a="http://schemas.openxmlformats.org/drawingml/2006/main" noGrp="1"/>
          </p:cNvSpPr>
          <p:nvPr/>
        </p:nvSpPr>
        <p:spPr>
          <a:xfrm xmlns:a="http://schemas.openxmlformats.org/drawingml/2006/main">
            <a:off x="3009900" y="3067050"/>
            <a:ext cx="7334250" cy="171450"/>
          </a:xfrm>
          <a:prstGeom xmlns:a="http://schemas.openxmlformats.org/drawingml/2006/main" prst="rect">
            <a:avLst/>
          </a:prstGeom>
          <a:solidFill xmlns:a="http://schemas.openxmlformats.org/drawingml/2006/main">
            <a:srgbClr val="F4F7F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1A1181B1-5A7B-4C07-B1CE-AC01DA163A84}"/>
              </a:ext>
            </a:extLst>
          </p:cNvPr>
          <p:cNvSpPr>
            <a:spLocks xmlns:a="http://schemas.openxmlformats.org/drawingml/2006/main" noGrp="1"/>
          </p:cNvSpPr>
          <p:nvPr/>
        </p:nvSpPr>
        <p:spPr>
          <a:xfrm xmlns:a="http://schemas.openxmlformats.org/drawingml/2006/main">
            <a:off x="3009900" y="3067050"/>
            <a:ext cx="5076059" cy="171450"/>
          </a:xfrm>
          <a:prstGeom xmlns:a="http://schemas.openxmlformats.org/drawingml/2006/main" prst="rect">
            <a:avLst/>
          </a:prstGeom>
          <a:solidFill xmlns:a="http://schemas.openxmlformats.org/drawingml/2006/main">
            <a:srgbClr val="F0A24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E7534B5-0E5A-4867-B320-D028752467FD}"/>
              </a:ext>
            </a:extLst>
          </p:cNvPr>
          <p:cNvSpPr>
            <a:spLocks xmlns:a="http://schemas.openxmlformats.org/drawingml/2006/main" noGrp="1"/>
          </p:cNvSpPr>
          <p:nvPr/>
        </p:nvSpPr>
        <p:spPr>
          <a:xfrm xmlns:a="http://schemas.openxmlformats.org/drawingml/2006/main">
            <a:off x="10477500" y="2971800"/>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200" b="1">
                <a:solidFill>
                  <a:srgbClr val="F0A24A"/>
                </a:solidFill>
              </a:defRPr>
            </a:pPr>
            <a:r>
              <a:rPr sz="1200" b="1">
                <a:solidFill>
                  <a:srgbClr val="F0A24A"/>
                </a:solidFill>
              </a:rPr>
              <a:t>1.19e-7</a:t>
            </a:r>
          </a:p>
        </p:txBody>
      </p:sp>
      <p:sp>
        <p:nvSpPr>
          <p:cNvPr id="18" name="">
            <a:extLst xmlns:a="http://schemas.openxmlformats.org/drawingml/2006/main">
              <a:ext uri="{FF2B5EF4-FFF2-40B4-BE49-F238E27FC236}">
                <a16:creationId xmlns:a16="http://schemas.microsoft.com/office/drawing/2014/main" id="{303065CC-3FA3-4124-9F8F-4809EAA8D3E4}"/>
              </a:ext>
            </a:extLst>
          </p:cNvPr>
          <p:cNvSpPr>
            <a:spLocks xmlns:a="http://schemas.openxmlformats.org/drawingml/2006/main" noGrp="1"/>
          </p:cNvSpPr>
          <p:nvPr/>
        </p:nvSpPr>
        <p:spPr>
          <a:xfrm xmlns:a="http://schemas.openxmlformats.org/drawingml/2006/main">
            <a:off x="666750" y="36957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275" b="1">
                <a:solidFill>
                  <a:srgbClr val="183247"/>
                </a:solidFill>
              </a:defRPr>
            </a:pPr>
            <a:r>
              <a:rPr sz="1275" b="1">
                <a:solidFill>
                  <a:srgbClr val="183247"/>
                </a:solidFill>
              </a:rPr>
              <a:t>anatomical</a:t>
            </a:r>
          </a:p>
        </p:txBody>
      </p:sp>
      <p:sp>
        <p:nvSpPr>
          <p:cNvPr id="19" name="">
            <a:extLst xmlns:a="http://schemas.openxmlformats.org/drawingml/2006/main">
              <a:ext uri="{FF2B5EF4-FFF2-40B4-BE49-F238E27FC236}">
                <a16:creationId xmlns:a16="http://schemas.microsoft.com/office/drawing/2014/main" id="{731A8973-8CD8-4324-BBAC-127F881FAE7E}"/>
              </a:ext>
            </a:extLst>
          </p:cNvPr>
          <p:cNvSpPr>
            <a:spLocks xmlns:a="http://schemas.openxmlformats.org/drawingml/2006/main" noGrp="1"/>
          </p:cNvSpPr>
          <p:nvPr/>
        </p:nvSpPr>
        <p:spPr>
          <a:xfrm xmlns:a="http://schemas.openxmlformats.org/drawingml/2006/main">
            <a:off x="3009900" y="3790950"/>
            <a:ext cx="7334250" cy="171450"/>
          </a:xfrm>
          <a:prstGeom xmlns:a="http://schemas.openxmlformats.org/drawingml/2006/main" prst="rect">
            <a:avLst/>
          </a:prstGeom>
          <a:solidFill xmlns:a="http://schemas.openxmlformats.org/drawingml/2006/main">
            <a:srgbClr val="F4F7FA"/>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2885031D-7EDD-4CD9-983D-25FF4DC60286}"/>
              </a:ext>
            </a:extLst>
          </p:cNvPr>
          <p:cNvSpPr>
            <a:spLocks xmlns:a="http://schemas.openxmlformats.org/drawingml/2006/main" noGrp="1"/>
          </p:cNvSpPr>
          <p:nvPr/>
        </p:nvSpPr>
        <p:spPr>
          <a:xfrm xmlns:a="http://schemas.openxmlformats.org/drawingml/2006/main">
            <a:off x="3009900" y="3790950"/>
            <a:ext cx="6547945" cy="171450"/>
          </a:xfrm>
          <a:prstGeom xmlns:a="http://schemas.openxmlformats.org/drawingml/2006/main" prst="rect">
            <a:avLst/>
          </a:prstGeom>
          <a:solidFill xmlns:a="http://schemas.openxmlformats.org/drawingml/2006/main">
            <a:srgbClr val="E66F6A"/>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0002ED54-B8FE-425A-A3D9-4BCC4FA79065}"/>
              </a:ext>
            </a:extLst>
          </p:cNvPr>
          <p:cNvSpPr>
            <a:spLocks xmlns:a="http://schemas.openxmlformats.org/drawingml/2006/main" noGrp="1"/>
          </p:cNvSpPr>
          <p:nvPr/>
        </p:nvSpPr>
        <p:spPr>
          <a:xfrm xmlns:a="http://schemas.openxmlformats.org/drawingml/2006/main">
            <a:off x="10477500" y="3695700"/>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200" b="1">
                <a:solidFill>
                  <a:srgbClr val="E66F6A"/>
                </a:solidFill>
              </a:defRPr>
            </a:pPr>
            <a:r>
              <a:rPr sz="1200" b="1">
                <a:solidFill>
                  <a:srgbClr val="E66F6A"/>
                </a:solidFill>
              </a:rPr>
              <a:t>4.77e-7</a:t>
            </a:r>
          </a:p>
        </p:txBody>
      </p:sp>
      <p:sp>
        <p:nvSpPr>
          <p:cNvPr id="22" name="">
            <a:extLst xmlns:a="http://schemas.openxmlformats.org/drawingml/2006/main">
              <a:ext uri="{FF2B5EF4-FFF2-40B4-BE49-F238E27FC236}">
                <a16:creationId xmlns:a16="http://schemas.microsoft.com/office/drawing/2014/main" id="{0700594F-73CD-46A1-A639-277A921BAF9F}"/>
              </a:ext>
            </a:extLst>
          </p:cNvPr>
          <p:cNvSpPr>
            <a:spLocks xmlns:a="http://schemas.openxmlformats.org/drawingml/2006/main" noGrp="1"/>
          </p:cNvSpPr>
          <p:nvPr/>
        </p:nvSpPr>
        <p:spPr>
          <a:xfrm xmlns:a="http://schemas.openxmlformats.org/drawingml/2006/main">
            <a:off x="666750" y="44196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275" b="1">
                <a:solidFill>
                  <a:srgbClr val="183247"/>
                </a:solidFill>
              </a:defRPr>
            </a:pPr>
            <a:r>
              <a:rPr sz="1275" b="1">
                <a:solidFill>
                  <a:srgbClr val="183247"/>
                </a:solidFill>
              </a:rPr>
              <a:t>one-step fc</a:t>
            </a:r>
          </a:p>
        </p:txBody>
      </p:sp>
      <p:sp>
        <p:nvSpPr>
          <p:cNvPr id="23" name="">
            <a:extLst xmlns:a="http://schemas.openxmlformats.org/drawingml/2006/main">
              <a:ext uri="{FF2B5EF4-FFF2-40B4-BE49-F238E27FC236}">
                <a16:creationId xmlns:a16="http://schemas.microsoft.com/office/drawing/2014/main" id="{6A4DDBB8-941B-48D8-92AB-51A67EF773E2}"/>
              </a:ext>
            </a:extLst>
          </p:cNvPr>
          <p:cNvSpPr>
            <a:spLocks xmlns:a="http://schemas.openxmlformats.org/drawingml/2006/main" noGrp="1"/>
          </p:cNvSpPr>
          <p:nvPr/>
        </p:nvSpPr>
        <p:spPr>
          <a:xfrm xmlns:a="http://schemas.openxmlformats.org/drawingml/2006/main">
            <a:off x="3009900" y="4514850"/>
            <a:ext cx="7334250" cy="171450"/>
          </a:xfrm>
          <a:prstGeom xmlns:a="http://schemas.openxmlformats.org/drawingml/2006/main" prst="rect">
            <a:avLst/>
          </a:prstGeom>
          <a:solidFill xmlns:a="http://schemas.openxmlformats.org/drawingml/2006/main">
            <a:srgbClr val="F4F7FA"/>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C24F4278-CD17-4B73-B9F9-834CEC3C3302}"/>
              </a:ext>
            </a:extLst>
          </p:cNvPr>
          <p:cNvSpPr>
            <a:spLocks xmlns:a="http://schemas.openxmlformats.org/drawingml/2006/main" noGrp="1"/>
          </p:cNvSpPr>
          <p:nvPr/>
        </p:nvSpPr>
        <p:spPr>
          <a:xfrm xmlns:a="http://schemas.openxmlformats.org/drawingml/2006/main">
            <a:off x="3009900" y="4514850"/>
            <a:ext cx="660401" cy="171450"/>
          </a:xfrm>
          <a:prstGeom xmlns:a="http://schemas.openxmlformats.org/drawingml/2006/main" prst="rect">
            <a:avLst/>
          </a:prstGeom>
          <a:solidFill xmlns:a="http://schemas.openxmlformats.org/drawingml/2006/main">
            <a:srgbClr val="174A74"/>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B081B035-DBE8-4066-8D2E-1F00FA60205E}"/>
              </a:ext>
            </a:extLst>
          </p:cNvPr>
          <p:cNvSpPr>
            <a:spLocks xmlns:a="http://schemas.openxmlformats.org/drawingml/2006/main" noGrp="1"/>
          </p:cNvSpPr>
          <p:nvPr/>
        </p:nvSpPr>
        <p:spPr>
          <a:xfrm xmlns:a="http://schemas.openxmlformats.org/drawingml/2006/main">
            <a:off x="10477500" y="4419600"/>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200" b="1">
                <a:solidFill>
                  <a:srgbClr val="174A74"/>
                </a:solidFill>
              </a:defRPr>
            </a:pPr>
            <a:r>
              <a:rPr sz="1200" b="1">
                <a:solidFill>
                  <a:srgbClr val="174A74"/>
                </a:solidFill>
              </a:rPr>
              <a:t>1.86e-9</a:t>
            </a:r>
          </a:p>
        </p:txBody>
      </p:sp>
      <p:sp>
        <p:nvSpPr>
          <p:cNvPr id="26" name="">
            <a:extLst xmlns:a="http://schemas.openxmlformats.org/drawingml/2006/main">
              <a:ext uri="{FF2B5EF4-FFF2-40B4-BE49-F238E27FC236}">
                <a16:creationId xmlns:a16="http://schemas.microsoft.com/office/drawing/2014/main" id="{67352CA8-3DE0-447E-ADE0-F58489804F20}"/>
              </a:ext>
            </a:extLst>
          </p:cNvPr>
          <p:cNvSpPr>
            <a:spLocks xmlns:a="http://schemas.openxmlformats.org/drawingml/2006/main" noGrp="1"/>
          </p:cNvSpPr>
          <p:nvPr/>
        </p:nvSpPr>
        <p:spPr>
          <a:xfrm xmlns:a="http://schemas.openxmlformats.org/drawingml/2006/main">
            <a:off x="3009900" y="521970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687B8C"/>
                </a:solidFill>
              </a:defRPr>
            </a:pPr>
            <a:r>
              <a:rPr sz="1050" b="0">
                <a:solidFill>
                  <a:srgbClr val="687B8C"/>
                </a:solidFill>
              </a:rPr>
              <a:t>10⁻⁹</a:t>
            </a:r>
          </a:p>
        </p:txBody>
      </p:sp>
      <p:sp>
        <p:nvSpPr>
          <p:cNvPr id="27" name="">
            <a:extLst xmlns:a="http://schemas.openxmlformats.org/drawingml/2006/main">
              <a:ext uri="{FF2B5EF4-FFF2-40B4-BE49-F238E27FC236}">
                <a16:creationId xmlns:a16="http://schemas.microsoft.com/office/drawing/2014/main" id="{CC32B31E-D45F-4DD4-B7F5-03EEEA3C1A07}"/>
              </a:ext>
            </a:extLst>
          </p:cNvPr>
          <p:cNvSpPr>
            <a:spLocks xmlns:a="http://schemas.openxmlformats.org/drawingml/2006/main" noGrp="1"/>
          </p:cNvSpPr>
          <p:nvPr/>
        </p:nvSpPr>
        <p:spPr>
          <a:xfrm xmlns:a="http://schemas.openxmlformats.org/drawingml/2006/main">
            <a:off x="5314950" y="521970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687B8C"/>
                </a:solidFill>
              </a:defRPr>
            </a:pPr>
            <a:r>
              <a:rPr sz="1050" b="0">
                <a:solidFill>
                  <a:srgbClr val="687B8C"/>
                </a:solidFill>
              </a:rPr>
              <a:t>10⁻⁸</a:t>
            </a:r>
          </a:p>
        </p:txBody>
      </p:sp>
      <p:sp>
        <p:nvSpPr>
          <p:cNvPr id="28" name="">
            <a:extLst xmlns:a="http://schemas.openxmlformats.org/drawingml/2006/main">
              <a:ext uri="{FF2B5EF4-FFF2-40B4-BE49-F238E27FC236}">
                <a16:creationId xmlns:a16="http://schemas.microsoft.com/office/drawing/2014/main" id="{17EE615A-9D6C-47C4-9875-61B9EC17426F}"/>
              </a:ext>
            </a:extLst>
          </p:cNvPr>
          <p:cNvSpPr>
            <a:spLocks xmlns:a="http://schemas.openxmlformats.org/drawingml/2006/main" noGrp="1"/>
          </p:cNvSpPr>
          <p:nvPr/>
        </p:nvSpPr>
        <p:spPr>
          <a:xfrm xmlns:a="http://schemas.openxmlformats.org/drawingml/2006/main">
            <a:off x="7772400" y="521970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687B8C"/>
                </a:solidFill>
              </a:defRPr>
            </a:pPr>
            <a:r>
              <a:rPr sz="1050" b="0">
                <a:solidFill>
                  <a:srgbClr val="687B8C"/>
                </a:solidFill>
              </a:rPr>
              <a:t>10⁻⁷</a:t>
            </a:r>
          </a:p>
        </p:txBody>
      </p:sp>
      <p:sp>
        <p:nvSpPr>
          <p:cNvPr id="29" name="">
            <a:extLst xmlns:a="http://schemas.openxmlformats.org/drawingml/2006/main">
              <a:ext uri="{FF2B5EF4-FFF2-40B4-BE49-F238E27FC236}">
                <a16:creationId xmlns:a16="http://schemas.microsoft.com/office/drawing/2014/main" id="{723A432B-7C8D-4046-BA4F-3C4604D7D191}"/>
              </a:ext>
            </a:extLst>
          </p:cNvPr>
          <p:cNvSpPr>
            <a:spLocks xmlns:a="http://schemas.openxmlformats.org/drawingml/2006/main" noGrp="1"/>
          </p:cNvSpPr>
          <p:nvPr/>
        </p:nvSpPr>
        <p:spPr>
          <a:xfrm xmlns:a="http://schemas.openxmlformats.org/drawingml/2006/main">
            <a:off x="9906000" y="521970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0">
                <a:solidFill>
                  <a:srgbClr val="687B8C"/>
                </a:solidFill>
              </a:defRPr>
            </a:pPr>
            <a:r>
              <a:rPr sz="1050" b="0">
                <a:solidFill>
                  <a:srgbClr val="687B8C"/>
                </a:solidFill>
              </a:rPr>
              <a:t>10⁻⁶</a:t>
            </a:r>
          </a:p>
        </p:txBody>
      </p:sp>
      <p:sp>
        <p:nvSpPr>
          <p:cNvPr id="30" name="">
            <a:extLst xmlns:a="http://schemas.openxmlformats.org/drawingml/2006/main">
              <a:ext uri="{FF2B5EF4-FFF2-40B4-BE49-F238E27FC236}">
                <a16:creationId xmlns:a16="http://schemas.microsoft.com/office/drawing/2014/main" id="{F54DA885-C8EE-4632-8BAC-746AC68A5AA9}"/>
              </a:ext>
            </a:extLst>
          </p:cNvPr>
          <p:cNvSpPr>
            <a:spLocks xmlns:a="http://schemas.openxmlformats.org/drawingml/2006/main" noGrp="1"/>
          </p:cNvSpPr>
          <p:nvPr/>
        </p:nvSpPr>
        <p:spPr>
          <a:xfrm xmlns:a="http://schemas.openxmlformats.org/drawingml/2006/main">
            <a:off x="781050" y="5619750"/>
            <a:ext cx="10629900" cy="457200"/>
          </a:xfrm>
          <a:prstGeom xmlns:a="http://schemas.openxmlformats.org/drawingml/2006/main" prst="roundRect">
            <a:avLst>
              <a:gd name="adj" fmla="val 50000"/>
            </a:avLst>
          </a:prstGeom>
          <a:solidFill xmlns:a="http://schemas.openxmlformats.org/drawingml/2006/main">
            <a:srgbClr val="E9F7F4"/>
          </a:solidFill>
          <a:ln xmlns:a="http://schemas.openxmlformats.org/drawingml/2006/main" w="9525">
            <a:solidFill>
              <a:srgbClr val="28A99E"/>
            </a:solidFill>
            <a:prstDash val="solid"/>
          </a:ln>
        </p:spPr>
      </p:sp>
      <p:sp>
        <p:nvSpPr>
          <p:cNvPr id="31" name="">
            <a:extLst xmlns:a="http://schemas.openxmlformats.org/drawingml/2006/main">
              <a:ext uri="{FF2B5EF4-FFF2-40B4-BE49-F238E27FC236}">
                <a16:creationId xmlns:a16="http://schemas.microsoft.com/office/drawing/2014/main" id="{5145B5F3-8B95-4ACD-A0C1-45242750E5B9}"/>
              </a:ext>
            </a:extLst>
          </p:cNvPr>
          <p:cNvSpPr>
            <a:spLocks xmlns:a="http://schemas.openxmlformats.org/drawingml/2006/main" noGrp="1"/>
          </p:cNvSpPr>
          <p:nvPr/>
        </p:nvSpPr>
        <p:spPr>
          <a:xfrm xmlns:a="http://schemas.openxmlformats.org/drawingml/2006/main">
            <a:off x="914400" y="5676900"/>
            <a:ext cx="10363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28A99E"/>
                </a:solidFill>
              </a:defRPr>
            </a:pPr>
            <a:r>
              <a:rPr sz="1425" b="1">
                <a:solidFill>
                  <a:srgbClr val="28A99E"/>
                </a:solidFill>
              </a:rPr>
              <a:t>Cross Entropy：PyTorch = Jittor = 0.9846228361，绝对差 = 0</a:t>
            </a:r>
          </a:p>
        </p:txBody>
      </p:sp>
    </p:spTree>
    <p:extLst>
      <p:ext uri="{BB962C8B-B14F-4D97-AF65-F5344CB8AC3E}">
        <p14:creationId xmlns:p14="http://schemas.microsoft.com/office/powerpoint/2010/main" val="2098033542"/>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F15D662B-D17E-4E8A-9704-2E66A783B936}"/>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174A7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189D46B-3160-4959-9948-A75E42B8CE30}"/>
              </a:ext>
            </a:extLst>
          </p:cNvPr>
          <p:cNvSpPr>
            <a:spLocks xmlns:a="http://schemas.openxmlformats.org/drawingml/2006/main" noGrp="1"/>
          </p:cNvSpPr>
          <p:nvPr/>
        </p:nvSpPr>
        <p:spPr>
          <a:xfrm xmlns:a="http://schemas.openxmlformats.org/drawingml/2006/main">
            <a:off x="400050" y="19050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D76A8"/>
                </a:solidFill>
              </a:defRPr>
            </a:pPr>
            <a:r>
              <a:rPr sz="975" b="1">
                <a:solidFill>
                  <a:srgbClr val="2D76A8"/>
                </a:solidFill>
              </a:rPr>
              <a:t>04 · 证据三</a:t>
            </a:r>
          </a:p>
        </p:txBody>
      </p:sp>
      <p:sp>
        <p:nvSpPr>
          <p:cNvPr id="3" name="">
            <a:extLst xmlns:a="http://schemas.openxmlformats.org/drawingml/2006/main">
              <a:ext uri="{FF2B5EF4-FFF2-40B4-BE49-F238E27FC236}">
                <a16:creationId xmlns:a16="http://schemas.microsoft.com/office/drawing/2014/main" id="{E4DBAC8D-9159-435E-8BC7-2ADA78133F4A}"/>
              </a:ext>
            </a:extLst>
          </p:cNvPr>
          <p:cNvSpPr>
            <a:spLocks xmlns:a="http://schemas.openxmlformats.org/drawingml/2006/main" noGrp="1"/>
          </p:cNvSpPr>
          <p:nvPr/>
        </p:nvSpPr>
        <p:spPr>
          <a:xfrm xmlns:a="http://schemas.openxmlformats.org/drawingml/2006/main">
            <a:off x="400050" y="419100"/>
            <a:ext cx="11191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250" b="1">
                <a:solidFill>
                  <a:srgbClr val="183247"/>
                </a:solidFill>
              </a:defRPr>
            </a:pPr>
            <a:r>
              <a:rPr sz="2250" b="1">
                <a:solidFill>
                  <a:srgbClr val="183247"/>
                </a:solidFill>
              </a:rPr>
              <a:t>8 轮训练中，PyTorch 与 Jittor 的损失曲线几乎重合</a:t>
            </a:r>
          </a:p>
        </p:txBody>
      </p:sp>
      <p:sp>
        <p:nvSpPr>
          <p:cNvPr id="4" name="">
            <a:extLst xmlns:a="http://schemas.openxmlformats.org/drawingml/2006/main">
              <a:ext uri="{FF2B5EF4-FFF2-40B4-BE49-F238E27FC236}">
                <a16:creationId xmlns:a16="http://schemas.microsoft.com/office/drawing/2014/main" id="{503CF682-3BA2-4C6F-89C8-D26CD86511AC}"/>
              </a:ext>
            </a:extLst>
          </p:cNvPr>
          <p:cNvSpPr>
            <a:spLocks xmlns:a="http://schemas.openxmlformats.org/drawingml/2006/main" noGrp="1"/>
          </p:cNvSpPr>
          <p:nvPr/>
        </p:nvSpPr>
        <p:spPr>
          <a:xfrm xmlns:a="http://schemas.openxmlformats.org/drawingml/2006/main">
            <a:off x="400050" y="1009650"/>
            <a:ext cx="11391900" cy="9525"/>
          </a:xfrm>
          <a:prstGeom xmlns:a="http://schemas.openxmlformats.org/drawingml/2006/main" prst="rect">
            <a:avLst/>
          </a:prstGeom>
          <a:solidFill xmlns:a="http://schemas.openxmlformats.org/drawingml/2006/main">
            <a:srgbClr val="D8E2E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31E297E-0833-49F3-A606-F84CEC911F02}"/>
              </a:ext>
            </a:extLst>
          </p:cNvPr>
          <p:cNvSpPr>
            <a:spLocks xmlns:a="http://schemas.openxmlformats.org/drawingml/2006/main" noGrp="1"/>
          </p:cNvSpPr>
          <p:nvPr/>
        </p:nvSpPr>
        <p:spPr>
          <a:xfrm xmlns:a="http://schemas.openxmlformats.org/drawingml/2006/main">
            <a:off x="11334750" y="6477000"/>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0">
                <a:solidFill>
                  <a:srgbClr val="687B8C"/>
                </a:solidFill>
              </a:defRPr>
            </a:pPr>
            <a:r>
              <a:rPr sz="900" b="0">
                <a:solidFill>
                  <a:srgbClr val="687B8C"/>
                </a:solidFill>
              </a:rPr>
              <a:t>23</a:t>
            </a:r>
          </a:p>
        </p:txBody>
      </p:sp>
      <p:sp>
        <p:nvSpPr>
          <p:cNvPr id="6" name="">
            <a:extLst xmlns:a="http://schemas.openxmlformats.org/drawingml/2006/main">
              <a:ext uri="{FF2B5EF4-FFF2-40B4-BE49-F238E27FC236}">
                <a16:creationId xmlns:a16="http://schemas.microsoft.com/office/drawing/2014/main" id="{FBCB8000-255B-4ECB-8605-7959649A0BEC}"/>
              </a:ext>
            </a:extLst>
          </p:cNvPr>
          <p:cNvSpPr>
            <a:spLocks xmlns:a="http://schemas.openxmlformats.org/drawingml/2006/main" noGrp="1"/>
          </p:cNvSpPr>
          <p:nvPr/>
        </p:nvSpPr>
        <p:spPr>
          <a:xfrm xmlns:a="http://schemas.openxmlformats.org/drawingml/2006/main">
            <a:off x="495300" y="1314450"/>
            <a:ext cx="8039100" cy="4552950"/>
          </a:xfrm>
          <a:prstGeom xmlns:a="http://schemas.openxmlformats.org/drawingml/2006/main" prst="roundRect">
            <a:avLst>
              <a:gd name="adj" fmla="val 2510"/>
            </a:avLst>
          </a:prstGeom>
          <a:solidFill xmlns:a="http://schemas.openxmlformats.org/drawingml/2006/main">
            <a:srgbClr val="FFFFFF"/>
          </a:solidFill>
          <a:ln xmlns:a="http://schemas.openxmlformats.org/drawingml/2006/main" w="9525">
            <a:solidFill>
              <a:srgbClr val="D8E2EA"/>
            </a:solidFill>
            <a:prstDash val="solid"/>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86fa65696ad14fd0"/>
          <a:stretch xmlns:a="http://schemas.openxmlformats.org/drawingml/2006/main"/>
        </p:blipFill>
        <p:spPr>
          <a:xfrm xmlns:a="http://schemas.openxmlformats.org/drawingml/2006/main">
            <a:off x="1177290" y="1466850"/>
            <a:ext cx="6675120" cy="41719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284A9744-E63D-43C8-84B4-0DA47DC66650}"/>
              </a:ext>
            </a:extLst>
          </p:cNvPr>
          <p:cNvSpPr>
            <a:spLocks xmlns:a="http://schemas.openxmlformats.org/drawingml/2006/main" noGrp="1"/>
          </p:cNvSpPr>
          <p:nvPr/>
        </p:nvSpPr>
        <p:spPr>
          <a:xfrm xmlns:a="http://schemas.openxmlformats.org/drawingml/2006/main">
            <a:off x="8858250" y="1485900"/>
            <a:ext cx="2533650" cy="1104900"/>
          </a:xfrm>
          <a:prstGeom xmlns:a="http://schemas.openxmlformats.org/drawingml/2006/main" prst="roundRect">
            <a:avLst>
              <a:gd name="adj" fmla="val 10345"/>
            </a:avLst>
          </a:prstGeom>
          <a:solidFill xmlns:a="http://schemas.openxmlformats.org/drawingml/2006/main">
            <a:srgbClr val="E9F7F4"/>
          </a:solidFill>
          <a:ln xmlns:a="http://schemas.openxmlformats.org/drawingml/2006/main" w="0">
            <a:solidFill>
              <a:srgbClr val="E9F7F4"/>
            </a:solidFill>
            <a:prstDash val="solid"/>
          </a:ln>
        </p:spPr>
      </p:sp>
      <p:sp>
        <p:nvSpPr>
          <p:cNvPr id="9" name="">
            <a:extLst xmlns:a="http://schemas.openxmlformats.org/drawingml/2006/main">
              <a:ext uri="{FF2B5EF4-FFF2-40B4-BE49-F238E27FC236}">
                <a16:creationId xmlns:a16="http://schemas.microsoft.com/office/drawing/2014/main" id="{FEB32474-D303-48F7-81AE-BDBF61A35113}"/>
              </a:ext>
            </a:extLst>
          </p:cNvPr>
          <p:cNvSpPr>
            <a:spLocks xmlns:a="http://schemas.openxmlformats.org/drawingml/2006/main" noGrp="1"/>
          </p:cNvSpPr>
          <p:nvPr/>
        </p:nvSpPr>
        <p:spPr>
          <a:xfrm xmlns:a="http://schemas.openxmlformats.org/drawingml/2006/main">
            <a:off x="9010650" y="1581150"/>
            <a:ext cx="2228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687B8C"/>
                </a:solidFill>
              </a:defRPr>
            </a:pPr>
            <a:r>
              <a:rPr sz="1050" b="1">
                <a:solidFill>
                  <a:srgbClr val="687B8C"/>
                </a:solidFill>
              </a:rPr>
              <a:t>最大训练 loss 差</a:t>
            </a:r>
          </a:p>
        </p:txBody>
      </p:sp>
      <p:sp>
        <p:nvSpPr>
          <p:cNvPr id="10" name="">
            <a:extLst xmlns:a="http://schemas.openxmlformats.org/drawingml/2006/main">
              <a:ext uri="{FF2B5EF4-FFF2-40B4-BE49-F238E27FC236}">
                <a16:creationId xmlns:a16="http://schemas.microsoft.com/office/drawing/2014/main" id="{B04D8348-9810-477C-9C26-53A3BDD034C9}"/>
              </a:ext>
            </a:extLst>
          </p:cNvPr>
          <p:cNvSpPr>
            <a:spLocks xmlns:a="http://schemas.openxmlformats.org/drawingml/2006/main" noGrp="1"/>
          </p:cNvSpPr>
          <p:nvPr/>
        </p:nvSpPr>
        <p:spPr>
          <a:xfrm xmlns:a="http://schemas.openxmlformats.org/drawingml/2006/main">
            <a:off x="9010650" y="1809750"/>
            <a:ext cx="22288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325" b="1">
                <a:solidFill>
                  <a:srgbClr val="28A99E"/>
                </a:solidFill>
              </a:defRPr>
            </a:pPr>
            <a:r>
              <a:rPr sz="2325" b="1">
                <a:solidFill>
                  <a:srgbClr val="28A99E"/>
                </a:solidFill>
              </a:rPr>
              <a:t>0.000644</a:t>
            </a:r>
          </a:p>
        </p:txBody>
      </p:sp>
      <p:sp>
        <p:nvSpPr>
          <p:cNvPr id="11" name="">
            <a:extLst xmlns:a="http://schemas.openxmlformats.org/drawingml/2006/main">
              <a:ext uri="{FF2B5EF4-FFF2-40B4-BE49-F238E27FC236}">
                <a16:creationId xmlns:a16="http://schemas.microsoft.com/office/drawing/2014/main" id="{9BB12751-BD0C-441F-8D2A-384803C214CB}"/>
              </a:ext>
            </a:extLst>
          </p:cNvPr>
          <p:cNvSpPr>
            <a:spLocks xmlns:a="http://schemas.openxmlformats.org/drawingml/2006/main" noGrp="1"/>
          </p:cNvSpPr>
          <p:nvPr/>
        </p:nvSpPr>
        <p:spPr>
          <a:xfrm xmlns:a="http://schemas.openxmlformats.org/drawingml/2006/main">
            <a:off x="9010650" y="2266950"/>
            <a:ext cx="2228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687B8C"/>
                </a:solidFill>
              </a:defRPr>
            </a:pPr>
            <a:r>
              <a:rPr sz="975" b="0">
                <a:solidFill>
                  <a:srgbClr val="687B8C"/>
                </a:solidFill>
              </a:rPr>
              <a:t>8 epochs</a:t>
            </a:r>
          </a:p>
        </p:txBody>
      </p:sp>
      <p:sp>
        <p:nvSpPr>
          <p:cNvPr id="12" name="">
            <a:extLst xmlns:a="http://schemas.openxmlformats.org/drawingml/2006/main">
              <a:ext uri="{FF2B5EF4-FFF2-40B4-BE49-F238E27FC236}">
                <a16:creationId xmlns:a16="http://schemas.microsoft.com/office/drawing/2014/main" id="{D6D43CA2-4184-4A90-813D-72EC75F92F3C}"/>
              </a:ext>
            </a:extLst>
          </p:cNvPr>
          <p:cNvSpPr>
            <a:spLocks xmlns:a="http://schemas.openxmlformats.org/drawingml/2006/main" noGrp="1"/>
          </p:cNvSpPr>
          <p:nvPr/>
        </p:nvSpPr>
        <p:spPr>
          <a:xfrm xmlns:a="http://schemas.openxmlformats.org/drawingml/2006/main">
            <a:off x="8858250" y="2800350"/>
            <a:ext cx="2533650" cy="1104900"/>
          </a:xfrm>
          <a:prstGeom xmlns:a="http://schemas.openxmlformats.org/drawingml/2006/main" prst="roundRect">
            <a:avLst>
              <a:gd name="adj" fmla="val 10345"/>
            </a:avLst>
          </a:prstGeom>
          <a:solidFill xmlns:a="http://schemas.openxmlformats.org/drawingml/2006/main">
            <a:srgbClr val="FFF4E7"/>
          </a:solidFill>
          <a:ln xmlns:a="http://schemas.openxmlformats.org/drawingml/2006/main" w="0">
            <a:solidFill>
              <a:srgbClr val="FFF4E7"/>
            </a:solidFill>
            <a:prstDash val="solid"/>
          </a:ln>
        </p:spPr>
      </p:sp>
      <p:sp>
        <p:nvSpPr>
          <p:cNvPr id="13" name="">
            <a:extLst xmlns:a="http://schemas.openxmlformats.org/drawingml/2006/main">
              <a:ext uri="{FF2B5EF4-FFF2-40B4-BE49-F238E27FC236}">
                <a16:creationId xmlns:a16="http://schemas.microsoft.com/office/drawing/2014/main" id="{90FB89EB-5DE6-4F28-BB73-4CC8F41A2148}"/>
              </a:ext>
            </a:extLst>
          </p:cNvPr>
          <p:cNvSpPr>
            <a:spLocks xmlns:a="http://schemas.openxmlformats.org/drawingml/2006/main" noGrp="1"/>
          </p:cNvSpPr>
          <p:nvPr/>
        </p:nvSpPr>
        <p:spPr>
          <a:xfrm xmlns:a="http://schemas.openxmlformats.org/drawingml/2006/main">
            <a:off x="9010650" y="2895600"/>
            <a:ext cx="2228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687B8C"/>
                </a:solidFill>
              </a:defRPr>
            </a:pPr>
            <a:r>
              <a:rPr sz="1050" b="1">
                <a:solidFill>
                  <a:srgbClr val="687B8C"/>
                </a:solidFill>
              </a:rPr>
              <a:t>最大验证 loss 差</a:t>
            </a:r>
          </a:p>
        </p:txBody>
      </p:sp>
      <p:sp>
        <p:nvSpPr>
          <p:cNvPr id="14" name="">
            <a:extLst xmlns:a="http://schemas.openxmlformats.org/drawingml/2006/main">
              <a:ext uri="{FF2B5EF4-FFF2-40B4-BE49-F238E27FC236}">
                <a16:creationId xmlns:a16="http://schemas.microsoft.com/office/drawing/2014/main" id="{59B8207B-997D-4540-A78B-B7D139F054D8}"/>
              </a:ext>
            </a:extLst>
          </p:cNvPr>
          <p:cNvSpPr>
            <a:spLocks xmlns:a="http://schemas.openxmlformats.org/drawingml/2006/main" noGrp="1"/>
          </p:cNvSpPr>
          <p:nvPr/>
        </p:nvSpPr>
        <p:spPr>
          <a:xfrm xmlns:a="http://schemas.openxmlformats.org/drawingml/2006/main">
            <a:off x="9010650" y="3124200"/>
            <a:ext cx="22288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325" b="1">
                <a:solidFill>
                  <a:srgbClr val="F0A24A"/>
                </a:solidFill>
              </a:defRPr>
            </a:pPr>
            <a:r>
              <a:rPr sz="2325" b="1">
                <a:solidFill>
                  <a:srgbClr val="F0A24A"/>
                </a:solidFill>
              </a:rPr>
              <a:t>0.000762</a:t>
            </a:r>
          </a:p>
        </p:txBody>
      </p:sp>
      <p:sp>
        <p:nvSpPr>
          <p:cNvPr id="15" name="">
            <a:extLst xmlns:a="http://schemas.openxmlformats.org/drawingml/2006/main">
              <a:ext uri="{FF2B5EF4-FFF2-40B4-BE49-F238E27FC236}">
                <a16:creationId xmlns:a16="http://schemas.microsoft.com/office/drawing/2014/main" id="{A7D60703-A628-4F54-B0ED-C67BDB0BA2B5}"/>
              </a:ext>
            </a:extLst>
          </p:cNvPr>
          <p:cNvSpPr>
            <a:spLocks xmlns:a="http://schemas.openxmlformats.org/drawingml/2006/main" noGrp="1"/>
          </p:cNvSpPr>
          <p:nvPr/>
        </p:nvSpPr>
        <p:spPr>
          <a:xfrm xmlns:a="http://schemas.openxmlformats.org/drawingml/2006/main">
            <a:off x="9010650" y="3581400"/>
            <a:ext cx="2228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687B8C"/>
                </a:solidFill>
              </a:defRPr>
            </a:pPr>
            <a:r>
              <a:rPr sz="975" b="0">
                <a:solidFill>
                  <a:srgbClr val="687B8C"/>
                </a:solidFill>
              </a:rPr>
              <a:t>8 epochs</a:t>
            </a:r>
          </a:p>
        </p:txBody>
      </p:sp>
      <p:sp>
        <p:nvSpPr>
          <p:cNvPr id="16" name="">
            <a:extLst xmlns:a="http://schemas.openxmlformats.org/drawingml/2006/main">
              <a:ext uri="{FF2B5EF4-FFF2-40B4-BE49-F238E27FC236}">
                <a16:creationId xmlns:a16="http://schemas.microsoft.com/office/drawing/2014/main" id="{0E5E6C41-4306-421F-B52E-12BEEAECA630}"/>
              </a:ext>
            </a:extLst>
          </p:cNvPr>
          <p:cNvSpPr>
            <a:spLocks xmlns:a="http://schemas.openxmlformats.org/drawingml/2006/main" noGrp="1"/>
          </p:cNvSpPr>
          <p:nvPr/>
        </p:nvSpPr>
        <p:spPr>
          <a:xfrm xmlns:a="http://schemas.openxmlformats.org/drawingml/2006/main">
            <a:off x="8858250" y="4114800"/>
            <a:ext cx="2533650" cy="1104900"/>
          </a:xfrm>
          <a:prstGeom xmlns:a="http://schemas.openxmlformats.org/drawingml/2006/main" prst="roundRect">
            <a:avLst>
              <a:gd name="adj" fmla="val 10345"/>
            </a:avLst>
          </a:prstGeom>
          <a:solidFill xmlns:a="http://schemas.openxmlformats.org/drawingml/2006/main">
            <a:srgbClr val="FCEDEC"/>
          </a:solidFill>
          <a:ln xmlns:a="http://schemas.openxmlformats.org/drawingml/2006/main" w="0">
            <a:solidFill>
              <a:srgbClr val="FCEDEC"/>
            </a:solidFill>
            <a:prstDash val="solid"/>
          </a:ln>
        </p:spPr>
      </p:sp>
      <p:sp>
        <p:nvSpPr>
          <p:cNvPr id="17" name="">
            <a:extLst xmlns:a="http://schemas.openxmlformats.org/drawingml/2006/main">
              <a:ext uri="{FF2B5EF4-FFF2-40B4-BE49-F238E27FC236}">
                <a16:creationId xmlns:a16="http://schemas.microsoft.com/office/drawing/2014/main" id="{7BC19A7C-817D-436B-87AE-FA74824BF92D}"/>
              </a:ext>
            </a:extLst>
          </p:cNvPr>
          <p:cNvSpPr>
            <a:spLocks xmlns:a="http://schemas.openxmlformats.org/drawingml/2006/main" noGrp="1"/>
          </p:cNvSpPr>
          <p:nvPr/>
        </p:nvSpPr>
        <p:spPr>
          <a:xfrm xmlns:a="http://schemas.openxmlformats.org/drawingml/2006/main">
            <a:off x="9010650" y="4210050"/>
            <a:ext cx="2228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687B8C"/>
                </a:solidFill>
              </a:defRPr>
            </a:pPr>
            <a:r>
              <a:rPr sz="1050" b="1">
                <a:solidFill>
                  <a:srgbClr val="687B8C"/>
                </a:solidFill>
              </a:rPr>
              <a:t>训练终点</a:t>
            </a:r>
          </a:p>
        </p:txBody>
      </p:sp>
      <p:sp>
        <p:nvSpPr>
          <p:cNvPr id="18" name="">
            <a:extLst xmlns:a="http://schemas.openxmlformats.org/drawingml/2006/main">
              <a:ext uri="{FF2B5EF4-FFF2-40B4-BE49-F238E27FC236}">
                <a16:creationId xmlns:a16="http://schemas.microsoft.com/office/drawing/2014/main" id="{FFE98435-E33E-47D7-85B5-083D73EE6F8A}"/>
              </a:ext>
            </a:extLst>
          </p:cNvPr>
          <p:cNvSpPr>
            <a:spLocks xmlns:a="http://schemas.openxmlformats.org/drawingml/2006/main" noGrp="1"/>
          </p:cNvSpPr>
          <p:nvPr/>
        </p:nvSpPr>
        <p:spPr>
          <a:xfrm xmlns:a="http://schemas.openxmlformats.org/drawingml/2006/main">
            <a:off x="9010650" y="4438650"/>
            <a:ext cx="22288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325" b="1">
                <a:solidFill>
                  <a:srgbClr val="E66F6A"/>
                </a:solidFill>
              </a:defRPr>
            </a:pPr>
            <a:r>
              <a:rPr sz="2325" b="1">
                <a:solidFill>
                  <a:srgbClr val="E66F6A"/>
                </a:solidFill>
              </a:rPr>
              <a:t>≈ 0.009</a:t>
            </a:r>
          </a:p>
        </p:txBody>
      </p:sp>
      <p:sp>
        <p:nvSpPr>
          <p:cNvPr id="19" name="">
            <a:extLst xmlns:a="http://schemas.openxmlformats.org/drawingml/2006/main">
              <a:ext uri="{FF2B5EF4-FFF2-40B4-BE49-F238E27FC236}">
                <a16:creationId xmlns:a16="http://schemas.microsoft.com/office/drawing/2014/main" id="{6472A012-6FA2-4A9A-B614-DD1B865FDF5F}"/>
              </a:ext>
            </a:extLst>
          </p:cNvPr>
          <p:cNvSpPr>
            <a:spLocks xmlns:a="http://schemas.openxmlformats.org/drawingml/2006/main" noGrp="1"/>
          </p:cNvSpPr>
          <p:nvPr/>
        </p:nvSpPr>
        <p:spPr>
          <a:xfrm xmlns:a="http://schemas.openxmlformats.org/drawingml/2006/main">
            <a:off x="9010650" y="4895850"/>
            <a:ext cx="2228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687B8C"/>
                </a:solidFill>
              </a:defRPr>
            </a:pPr>
            <a:r>
              <a:rPr sz="975" b="0">
                <a:solidFill>
                  <a:srgbClr val="687B8C"/>
                </a:solidFill>
              </a:rPr>
              <a:t>两框架均收敛</a:t>
            </a:r>
          </a:p>
        </p:txBody>
      </p:sp>
      <p:sp>
        <p:nvSpPr>
          <p:cNvPr id="20" name="">
            <a:extLst xmlns:a="http://schemas.openxmlformats.org/drawingml/2006/main">
              <a:ext uri="{FF2B5EF4-FFF2-40B4-BE49-F238E27FC236}">
                <a16:creationId xmlns:a16="http://schemas.microsoft.com/office/drawing/2014/main" id="{A6897924-E8D0-4BCC-BB16-05D048788A85}"/>
              </a:ext>
            </a:extLst>
          </p:cNvPr>
          <p:cNvSpPr>
            <a:spLocks xmlns:a="http://schemas.openxmlformats.org/drawingml/2006/main" noGrp="1"/>
          </p:cNvSpPr>
          <p:nvPr/>
        </p:nvSpPr>
        <p:spPr>
          <a:xfrm xmlns:a="http://schemas.openxmlformats.org/drawingml/2006/main">
            <a:off x="1543050" y="6057900"/>
            <a:ext cx="9105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E66F6A"/>
                </a:solidFill>
              </a:defRPr>
            </a:pPr>
            <a:r>
              <a:rPr sz="1425" b="1">
                <a:solidFill>
                  <a:srgbClr val="E66F6A"/>
                </a:solidFill>
              </a:rPr>
              <a:t>起点、下降速度与终点均一致，比“只看最终准确率”更有解释力。</a:t>
            </a:r>
          </a:p>
        </p:txBody>
      </p:sp>
    </p:spTree>
    <p:extLst>
      <p:ext uri="{BB962C8B-B14F-4D97-AF65-F5344CB8AC3E}">
        <p14:creationId xmlns:p14="http://schemas.microsoft.com/office/powerpoint/2010/main" val="1403541815"/>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1C5252E6-1D34-4229-B093-715DD994570A}"/>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174A7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E9462CB-B2C7-47B8-81E4-CE6C4018D833}"/>
              </a:ext>
            </a:extLst>
          </p:cNvPr>
          <p:cNvSpPr>
            <a:spLocks xmlns:a="http://schemas.openxmlformats.org/drawingml/2006/main" noGrp="1"/>
          </p:cNvSpPr>
          <p:nvPr/>
        </p:nvSpPr>
        <p:spPr>
          <a:xfrm xmlns:a="http://schemas.openxmlformats.org/drawingml/2006/main">
            <a:off x="400050" y="19050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D76A8"/>
                </a:solidFill>
              </a:defRPr>
            </a:pPr>
            <a:r>
              <a:rPr sz="975" b="1">
                <a:solidFill>
                  <a:srgbClr val="2D76A8"/>
                </a:solidFill>
              </a:rPr>
              <a:t>04 · 测试结果</a:t>
            </a:r>
          </a:p>
        </p:txBody>
      </p:sp>
      <p:sp>
        <p:nvSpPr>
          <p:cNvPr id="3" name="">
            <a:extLst xmlns:a="http://schemas.openxmlformats.org/drawingml/2006/main">
              <a:ext uri="{FF2B5EF4-FFF2-40B4-BE49-F238E27FC236}">
                <a16:creationId xmlns:a16="http://schemas.microsoft.com/office/drawing/2014/main" id="{1E8C9EFD-4D3D-46A9-95A6-A126683495AB}"/>
              </a:ext>
            </a:extLst>
          </p:cNvPr>
          <p:cNvSpPr>
            <a:spLocks xmlns:a="http://schemas.openxmlformats.org/drawingml/2006/main" noGrp="1"/>
          </p:cNvSpPr>
          <p:nvPr/>
        </p:nvSpPr>
        <p:spPr>
          <a:xfrm xmlns:a="http://schemas.openxmlformats.org/drawingml/2006/main">
            <a:off x="400050" y="419100"/>
            <a:ext cx="11191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250" b="1">
                <a:solidFill>
                  <a:srgbClr val="183247"/>
                </a:solidFill>
              </a:defRPr>
            </a:pPr>
            <a:r>
              <a:rPr sz="2250" b="1">
                <a:solidFill>
                  <a:srgbClr val="183247"/>
                </a:solidFill>
              </a:rPr>
              <a:t>玩具数据上的 1.0 只证明管线闭环，不证明临床效果</a:t>
            </a:r>
          </a:p>
        </p:txBody>
      </p:sp>
      <p:sp>
        <p:nvSpPr>
          <p:cNvPr id="4" name="">
            <a:extLst xmlns:a="http://schemas.openxmlformats.org/drawingml/2006/main">
              <a:ext uri="{FF2B5EF4-FFF2-40B4-BE49-F238E27FC236}">
                <a16:creationId xmlns:a16="http://schemas.microsoft.com/office/drawing/2014/main" id="{A908CAC9-B50E-43D7-B65D-6E2697A0DEE1}"/>
              </a:ext>
            </a:extLst>
          </p:cNvPr>
          <p:cNvSpPr>
            <a:spLocks xmlns:a="http://schemas.openxmlformats.org/drawingml/2006/main" noGrp="1"/>
          </p:cNvSpPr>
          <p:nvPr/>
        </p:nvSpPr>
        <p:spPr>
          <a:xfrm xmlns:a="http://schemas.openxmlformats.org/drawingml/2006/main">
            <a:off x="400050" y="1009650"/>
            <a:ext cx="11391900" cy="9525"/>
          </a:xfrm>
          <a:prstGeom xmlns:a="http://schemas.openxmlformats.org/drawingml/2006/main" prst="rect">
            <a:avLst/>
          </a:prstGeom>
          <a:solidFill xmlns:a="http://schemas.openxmlformats.org/drawingml/2006/main">
            <a:srgbClr val="D8E2E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F1DF171-9C4E-4FA6-B622-AA64F46DD697}"/>
              </a:ext>
            </a:extLst>
          </p:cNvPr>
          <p:cNvSpPr>
            <a:spLocks xmlns:a="http://schemas.openxmlformats.org/drawingml/2006/main" noGrp="1"/>
          </p:cNvSpPr>
          <p:nvPr/>
        </p:nvSpPr>
        <p:spPr>
          <a:xfrm xmlns:a="http://schemas.openxmlformats.org/drawingml/2006/main">
            <a:off x="11334750" y="6477000"/>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0">
                <a:solidFill>
                  <a:srgbClr val="687B8C"/>
                </a:solidFill>
              </a:defRPr>
            </a:pPr>
            <a:r>
              <a:rPr sz="900" b="0">
                <a:solidFill>
                  <a:srgbClr val="687B8C"/>
                </a:solidFill>
              </a:rPr>
              <a:t>24</a:t>
            </a:r>
          </a:p>
        </p:txBody>
      </p:sp>
      <p:sp>
        <p:nvSpPr>
          <p:cNvPr id="6" name="">
            <a:extLst xmlns:a="http://schemas.openxmlformats.org/drawingml/2006/main">
              <a:ext uri="{FF2B5EF4-FFF2-40B4-BE49-F238E27FC236}">
                <a16:creationId xmlns:a16="http://schemas.microsoft.com/office/drawing/2014/main" id="{EABFEAC9-09D1-4AC3-93CB-50E7A2CB247E}"/>
              </a:ext>
            </a:extLst>
          </p:cNvPr>
          <p:cNvSpPr>
            <a:spLocks xmlns:a="http://schemas.openxmlformats.org/drawingml/2006/main" noGrp="1"/>
          </p:cNvSpPr>
          <p:nvPr/>
        </p:nvSpPr>
        <p:spPr>
          <a:xfrm xmlns:a="http://schemas.openxmlformats.org/drawingml/2006/main">
            <a:off x="609600" y="1562100"/>
            <a:ext cx="2457450" cy="1943100"/>
          </a:xfrm>
          <a:prstGeom xmlns:a="http://schemas.openxmlformats.org/drawingml/2006/main" prst="roundRect">
            <a:avLst>
              <a:gd name="adj" fmla="val 7843"/>
            </a:avLst>
          </a:prstGeom>
          <a:solidFill xmlns:a="http://schemas.openxmlformats.org/drawingml/2006/main">
            <a:srgbClr val="E9F7F4"/>
          </a:solidFill>
          <a:ln xmlns:a="http://schemas.openxmlformats.org/drawingml/2006/main" w="9525">
            <a:solidFill>
              <a:srgbClr val="28A99E"/>
            </a:solidFill>
            <a:prstDash val="solid"/>
          </a:ln>
        </p:spPr>
      </p:sp>
      <p:sp>
        <p:nvSpPr>
          <p:cNvPr id="7" name="">
            <a:extLst xmlns:a="http://schemas.openxmlformats.org/drawingml/2006/main">
              <a:ext uri="{FF2B5EF4-FFF2-40B4-BE49-F238E27FC236}">
                <a16:creationId xmlns:a16="http://schemas.microsoft.com/office/drawing/2014/main" id="{CEF3A918-9A95-419F-9E32-E7BBDA4216D0}"/>
              </a:ext>
            </a:extLst>
          </p:cNvPr>
          <p:cNvSpPr>
            <a:spLocks xmlns:a="http://schemas.openxmlformats.org/drawingml/2006/main" noGrp="1"/>
          </p:cNvSpPr>
          <p:nvPr/>
        </p:nvSpPr>
        <p:spPr>
          <a:xfrm xmlns:a="http://schemas.openxmlformats.org/drawingml/2006/main">
            <a:off x="762000" y="1752600"/>
            <a:ext cx="2152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28A99E"/>
                </a:solidFill>
              </a:defRPr>
            </a:pPr>
            <a:r>
              <a:rPr sz="1200" b="1">
                <a:solidFill>
                  <a:srgbClr val="28A99E"/>
                </a:solidFill>
              </a:rPr>
              <a:t>Accuracy</a:t>
            </a:r>
          </a:p>
        </p:txBody>
      </p:sp>
      <p:sp>
        <p:nvSpPr>
          <p:cNvPr id="8" name="">
            <a:extLst xmlns:a="http://schemas.openxmlformats.org/drawingml/2006/main">
              <a:ext uri="{FF2B5EF4-FFF2-40B4-BE49-F238E27FC236}">
                <a16:creationId xmlns:a16="http://schemas.microsoft.com/office/drawing/2014/main" id="{7F64952C-18FF-481D-9DAF-715E37AB57E0}"/>
              </a:ext>
            </a:extLst>
          </p:cNvPr>
          <p:cNvSpPr>
            <a:spLocks xmlns:a="http://schemas.openxmlformats.org/drawingml/2006/main" noGrp="1"/>
          </p:cNvSpPr>
          <p:nvPr/>
        </p:nvSpPr>
        <p:spPr>
          <a:xfrm xmlns:a="http://schemas.openxmlformats.org/drawingml/2006/main">
            <a:off x="762000" y="2209800"/>
            <a:ext cx="21526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3225" b="1">
                <a:solidFill>
                  <a:srgbClr val="183247"/>
                </a:solidFill>
              </a:defRPr>
            </a:pPr>
            <a:r>
              <a:rPr sz="3225" b="1">
                <a:solidFill>
                  <a:srgbClr val="183247"/>
                </a:solidFill>
              </a:rPr>
              <a:t>1.000</a:t>
            </a:r>
          </a:p>
        </p:txBody>
      </p:sp>
      <p:sp>
        <p:nvSpPr>
          <p:cNvPr id="9" name="">
            <a:extLst xmlns:a="http://schemas.openxmlformats.org/drawingml/2006/main">
              <a:ext uri="{FF2B5EF4-FFF2-40B4-BE49-F238E27FC236}">
                <a16:creationId xmlns:a16="http://schemas.microsoft.com/office/drawing/2014/main" id="{635A0025-B4FE-4A03-8D7D-C6EF6771EDB4}"/>
              </a:ext>
            </a:extLst>
          </p:cNvPr>
          <p:cNvSpPr>
            <a:spLocks xmlns:a="http://schemas.openxmlformats.org/drawingml/2006/main" noGrp="1"/>
          </p:cNvSpPr>
          <p:nvPr/>
        </p:nvSpPr>
        <p:spPr>
          <a:xfrm xmlns:a="http://schemas.openxmlformats.org/drawingml/2006/main">
            <a:off x="762000" y="2990850"/>
            <a:ext cx="2152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687B8C"/>
                </a:solidFill>
              </a:defRPr>
            </a:pPr>
            <a:r>
              <a:rPr sz="1050" b="0">
                <a:solidFill>
                  <a:srgbClr val="687B8C"/>
                </a:solidFill>
              </a:rPr>
              <a:t>Torch = Jittor</a:t>
            </a:r>
          </a:p>
        </p:txBody>
      </p:sp>
      <p:sp>
        <p:nvSpPr>
          <p:cNvPr id="10" name="">
            <a:extLst xmlns:a="http://schemas.openxmlformats.org/drawingml/2006/main">
              <a:ext uri="{FF2B5EF4-FFF2-40B4-BE49-F238E27FC236}">
                <a16:creationId xmlns:a16="http://schemas.microsoft.com/office/drawing/2014/main" id="{0ABEDE72-E4FC-4D59-A7F2-6674BA9DE410}"/>
              </a:ext>
            </a:extLst>
          </p:cNvPr>
          <p:cNvSpPr>
            <a:spLocks xmlns:a="http://schemas.openxmlformats.org/drawingml/2006/main" noGrp="1"/>
          </p:cNvSpPr>
          <p:nvPr/>
        </p:nvSpPr>
        <p:spPr>
          <a:xfrm xmlns:a="http://schemas.openxmlformats.org/drawingml/2006/main">
            <a:off x="3448050" y="1562100"/>
            <a:ext cx="2457450" cy="1943100"/>
          </a:xfrm>
          <a:prstGeom xmlns:a="http://schemas.openxmlformats.org/drawingml/2006/main" prst="roundRect">
            <a:avLst>
              <a:gd name="adj" fmla="val 7843"/>
            </a:avLst>
          </a:prstGeom>
          <a:solidFill xmlns:a="http://schemas.openxmlformats.org/drawingml/2006/main">
            <a:srgbClr val="E9F7F4"/>
          </a:solidFill>
          <a:ln xmlns:a="http://schemas.openxmlformats.org/drawingml/2006/main" w="9525">
            <a:solidFill>
              <a:srgbClr val="28A99E"/>
            </a:solidFill>
            <a:prstDash val="solid"/>
          </a:ln>
        </p:spPr>
      </p:sp>
      <p:sp>
        <p:nvSpPr>
          <p:cNvPr id="11" name="">
            <a:extLst xmlns:a="http://schemas.openxmlformats.org/drawingml/2006/main">
              <a:ext uri="{FF2B5EF4-FFF2-40B4-BE49-F238E27FC236}">
                <a16:creationId xmlns:a16="http://schemas.microsoft.com/office/drawing/2014/main" id="{25351FC5-BBD4-4E3B-96EB-B465E9A8199A}"/>
              </a:ext>
            </a:extLst>
          </p:cNvPr>
          <p:cNvSpPr>
            <a:spLocks xmlns:a="http://schemas.openxmlformats.org/drawingml/2006/main" noGrp="1"/>
          </p:cNvSpPr>
          <p:nvPr/>
        </p:nvSpPr>
        <p:spPr>
          <a:xfrm xmlns:a="http://schemas.openxmlformats.org/drawingml/2006/main">
            <a:off x="3600450" y="1752600"/>
            <a:ext cx="2152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28A99E"/>
                </a:solidFill>
              </a:defRPr>
            </a:pPr>
            <a:r>
              <a:rPr sz="1200" b="1">
                <a:solidFill>
                  <a:srgbClr val="28A99E"/>
                </a:solidFill>
              </a:rPr>
              <a:t>Balanced Accuracy</a:t>
            </a:r>
          </a:p>
        </p:txBody>
      </p:sp>
      <p:sp>
        <p:nvSpPr>
          <p:cNvPr id="12" name="">
            <a:extLst xmlns:a="http://schemas.openxmlformats.org/drawingml/2006/main">
              <a:ext uri="{FF2B5EF4-FFF2-40B4-BE49-F238E27FC236}">
                <a16:creationId xmlns:a16="http://schemas.microsoft.com/office/drawing/2014/main" id="{861420F5-5305-4E26-8264-C08DCAC354BA}"/>
              </a:ext>
            </a:extLst>
          </p:cNvPr>
          <p:cNvSpPr>
            <a:spLocks xmlns:a="http://schemas.openxmlformats.org/drawingml/2006/main" noGrp="1"/>
          </p:cNvSpPr>
          <p:nvPr/>
        </p:nvSpPr>
        <p:spPr>
          <a:xfrm xmlns:a="http://schemas.openxmlformats.org/drawingml/2006/main">
            <a:off x="3600450" y="2209800"/>
            <a:ext cx="21526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3225" b="1">
                <a:solidFill>
                  <a:srgbClr val="183247"/>
                </a:solidFill>
              </a:defRPr>
            </a:pPr>
            <a:r>
              <a:rPr sz="3225" b="1">
                <a:solidFill>
                  <a:srgbClr val="183247"/>
                </a:solidFill>
              </a:rPr>
              <a:t>1.000</a:t>
            </a:r>
          </a:p>
        </p:txBody>
      </p:sp>
      <p:sp>
        <p:nvSpPr>
          <p:cNvPr id="13" name="">
            <a:extLst xmlns:a="http://schemas.openxmlformats.org/drawingml/2006/main">
              <a:ext uri="{FF2B5EF4-FFF2-40B4-BE49-F238E27FC236}">
                <a16:creationId xmlns:a16="http://schemas.microsoft.com/office/drawing/2014/main" id="{85E04BC3-F3A3-4B39-91C7-3B7EF5BB41D0}"/>
              </a:ext>
            </a:extLst>
          </p:cNvPr>
          <p:cNvSpPr>
            <a:spLocks xmlns:a="http://schemas.openxmlformats.org/drawingml/2006/main" noGrp="1"/>
          </p:cNvSpPr>
          <p:nvPr/>
        </p:nvSpPr>
        <p:spPr>
          <a:xfrm xmlns:a="http://schemas.openxmlformats.org/drawingml/2006/main">
            <a:off x="3600450" y="2990850"/>
            <a:ext cx="2152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687B8C"/>
                </a:solidFill>
              </a:defRPr>
            </a:pPr>
            <a:r>
              <a:rPr sz="1050" b="0">
                <a:solidFill>
                  <a:srgbClr val="687B8C"/>
                </a:solidFill>
              </a:rPr>
              <a:t>Torch = Jittor</a:t>
            </a:r>
          </a:p>
        </p:txBody>
      </p:sp>
      <p:sp>
        <p:nvSpPr>
          <p:cNvPr id="14" name="">
            <a:extLst xmlns:a="http://schemas.openxmlformats.org/drawingml/2006/main">
              <a:ext uri="{FF2B5EF4-FFF2-40B4-BE49-F238E27FC236}">
                <a16:creationId xmlns:a16="http://schemas.microsoft.com/office/drawing/2014/main" id="{627D0149-AA1C-4F09-AFFF-8529677781D3}"/>
              </a:ext>
            </a:extLst>
          </p:cNvPr>
          <p:cNvSpPr>
            <a:spLocks xmlns:a="http://schemas.openxmlformats.org/drawingml/2006/main" noGrp="1"/>
          </p:cNvSpPr>
          <p:nvPr/>
        </p:nvSpPr>
        <p:spPr>
          <a:xfrm xmlns:a="http://schemas.openxmlformats.org/drawingml/2006/main">
            <a:off x="6286500" y="1562100"/>
            <a:ext cx="2457450" cy="1943100"/>
          </a:xfrm>
          <a:prstGeom xmlns:a="http://schemas.openxmlformats.org/drawingml/2006/main" prst="roundRect">
            <a:avLst>
              <a:gd name="adj" fmla="val 7843"/>
            </a:avLst>
          </a:prstGeom>
          <a:solidFill xmlns:a="http://schemas.openxmlformats.org/drawingml/2006/main">
            <a:srgbClr val="E9F7F4"/>
          </a:solidFill>
          <a:ln xmlns:a="http://schemas.openxmlformats.org/drawingml/2006/main" w="9525">
            <a:solidFill>
              <a:srgbClr val="28A99E"/>
            </a:solidFill>
            <a:prstDash val="solid"/>
          </a:ln>
        </p:spPr>
      </p:sp>
      <p:sp>
        <p:nvSpPr>
          <p:cNvPr id="15" name="">
            <a:extLst xmlns:a="http://schemas.openxmlformats.org/drawingml/2006/main">
              <a:ext uri="{FF2B5EF4-FFF2-40B4-BE49-F238E27FC236}">
                <a16:creationId xmlns:a16="http://schemas.microsoft.com/office/drawing/2014/main" id="{E198F39A-43A5-4CF4-84A5-6D887DAC6C6F}"/>
              </a:ext>
            </a:extLst>
          </p:cNvPr>
          <p:cNvSpPr>
            <a:spLocks xmlns:a="http://schemas.openxmlformats.org/drawingml/2006/main" noGrp="1"/>
          </p:cNvSpPr>
          <p:nvPr/>
        </p:nvSpPr>
        <p:spPr>
          <a:xfrm xmlns:a="http://schemas.openxmlformats.org/drawingml/2006/main">
            <a:off x="6438900" y="1752600"/>
            <a:ext cx="2152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28A99E"/>
                </a:solidFill>
              </a:defRPr>
            </a:pPr>
            <a:r>
              <a:rPr sz="1200" b="1">
                <a:solidFill>
                  <a:srgbClr val="28A99E"/>
                </a:solidFill>
              </a:rPr>
              <a:t>Macro-F1</a:t>
            </a:r>
          </a:p>
        </p:txBody>
      </p:sp>
      <p:sp>
        <p:nvSpPr>
          <p:cNvPr id="16" name="">
            <a:extLst xmlns:a="http://schemas.openxmlformats.org/drawingml/2006/main">
              <a:ext uri="{FF2B5EF4-FFF2-40B4-BE49-F238E27FC236}">
                <a16:creationId xmlns:a16="http://schemas.microsoft.com/office/drawing/2014/main" id="{C448129B-29EC-456A-BE25-65F657896471}"/>
              </a:ext>
            </a:extLst>
          </p:cNvPr>
          <p:cNvSpPr>
            <a:spLocks xmlns:a="http://schemas.openxmlformats.org/drawingml/2006/main" noGrp="1"/>
          </p:cNvSpPr>
          <p:nvPr/>
        </p:nvSpPr>
        <p:spPr>
          <a:xfrm xmlns:a="http://schemas.openxmlformats.org/drawingml/2006/main">
            <a:off x="6438900" y="2209800"/>
            <a:ext cx="21526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3225" b="1">
                <a:solidFill>
                  <a:srgbClr val="183247"/>
                </a:solidFill>
              </a:defRPr>
            </a:pPr>
            <a:r>
              <a:rPr sz="3225" b="1">
                <a:solidFill>
                  <a:srgbClr val="183247"/>
                </a:solidFill>
              </a:rPr>
              <a:t>1.000</a:t>
            </a:r>
          </a:p>
        </p:txBody>
      </p:sp>
      <p:sp>
        <p:nvSpPr>
          <p:cNvPr id="17" name="">
            <a:extLst xmlns:a="http://schemas.openxmlformats.org/drawingml/2006/main">
              <a:ext uri="{FF2B5EF4-FFF2-40B4-BE49-F238E27FC236}">
                <a16:creationId xmlns:a16="http://schemas.microsoft.com/office/drawing/2014/main" id="{A1BB2C52-78CE-479D-8457-80E37444B6EC}"/>
              </a:ext>
            </a:extLst>
          </p:cNvPr>
          <p:cNvSpPr>
            <a:spLocks xmlns:a="http://schemas.openxmlformats.org/drawingml/2006/main" noGrp="1"/>
          </p:cNvSpPr>
          <p:nvPr/>
        </p:nvSpPr>
        <p:spPr>
          <a:xfrm xmlns:a="http://schemas.openxmlformats.org/drawingml/2006/main">
            <a:off x="6438900" y="2990850"/>
            <a:ext cx="2152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687B8C"/>
                </a:solidFill>
              </a:defRPr>
            </a:pPr>
            <a:r>
              <a:rPr sz="1050" b="0">
                <a:solidFill>
                  <a:srgbClr val="687B8C"/>
                </a:solidFill>
              </a:rPr>
              <a:t>Torch = Jittor</a:t>
            </a:r>
          </a:p>
        </p:txBody>
      </p:sp>
      <p:sp>
        <p:nvSpPr>
          <p:cNvPr id="18" name="">
            <a:extLst xmlns:a="http://schemas.openxmlformats.org/drawingml/2006/main">
              <a:ext uri="{FF2B5EF4-FFF2-40B4-BE49-F238E27FC236}">
                <a16:creationId xmlns:a16="http://schemas.microsoft.com/office/drawing/2014/main" id="{0F982714-6757-41FA-863E-9EACA84E56A5}"/>
              </a:ext>
            </a:extLst>
          </p:cNvPr>
          <p:cNvSpPr>
            <a:spLocks xmlns:a="http://schemas.openxmlformats.org/drawingml/2006/main" noGrp="1"/>
          </p:cNvSpPr>
          <p:nvPr/>
        </p:nvSpPr>
        <p:spPr>
          <a:xfrm xmlns:a="http://schemas.openxmlformats.org/drawingml/2006/main">
            <a:off x="9124950" y="1562100"/>
            <a:ext cx="2457450" cy="1943100"/>
          </a:xfrm>
          <a:prstGeom xmlns:a="http://schemas.openxmlformats.org/drawingml/2006/main" prst="roundRect">
            <a:avLst>
              <a:gd name="adj" fmla="val 7843"/>
            </a:avLst>
          </a:prstGeom>
          <a:solidFill xmlns:a="http://schemas.openxmlformats.org/drawingml/2006/main">
            <a:srgbClr val="E9F7F4"/>
          </a:solidFill>
          <a:ln xmlns:a="http://schemas.openxmlformats.org/drawingml/2006/main" w="9525">
            <a:solidFill>
              <a:srgbClr val="28A99E"/>
            </a:solidFill>
            <a:prstDash val="solid"/>
          </a:ln>
        </p:spPr>
      </p:sp>
      <p:sp>
        <p:nvSpPr>
          <p:cNvPr id="19" name="">
            <a:extLst xmlns:a="http://schemas.openxmlformats.org/drawingml/2006/main">
              <a:ext uri="{FF2B5EF4-FFF2-40B4-BE49-F238E27FC236}">
                <a16:creationId xmlns:a16="http://schemas.microsoft.com/office/drawing/2014/main" id="{369E7E5A-2E73-4A01-9D67-0734219C20B4}"/>
              </a:ext>
            </a:extLst>
          </p:cNvPr>
          <p:cNvSpPr>
            <a:spLocks xmlns:a="http://schemas.openxmlformats.org/drawingml/2006/main" noGrp="1"/>
          </p:cNvSpPr>
          <p:nvPr/>
        </p:nvSpPr>
        <p:spPr>
          <a:xfrm xmlns:a="http://schemas.openxmlformats.org/drawingml/2006/main">
            <a:off x="9277350" y="1752600"/>
            <a:ext cx="2152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28A99E"/>
                </a:solidFill>
              </a:defRPr>
            </a:pPr>
            <a:r>
              <a:rPr sz="1200" b="1">
                <a:solidFill>
                  <a:srgbClr val="28A99E"/>
                </a:solidFill>
              </a:rPr>
              <a:t>Macro-AUROC</a:t>
            </a:r>
          </a:p>
        </p:txBody>
      </p:sp>
      <p:sp>
        <p:nvSpPr>
          <p:cNvPr id="20" name="">
            <a:extLst xmlns:a="http://schemas.openxmlformats.org/drawingml/2006/main">
              <a:ext uri="{FF2B5EF4-FFF2-40B4-BE49-F238E27FC236}">
                <a16:creationId xmlns:a16="http://schemas.microsoft.com/office/drawing/2014/main" id="{FB3AD934-630B-44BF-BFC1-FAD2CC80150D}"/>
              </a:ext>
            </a:extLst>
          </p:cNvPr>
          <p:cNvSpPr>
            <a:spLocks xmlns:a="http://schemas.openxmlformats.org/drawingml/2006/main" noGrp="1"/>
          </p:cNvSpPr>
          <p:nvPr/>
        </p:nvSpPr>
        <p:spPr>
          <a:xfrm xmlns:a="http://schemas.openxmlformats.org/drawingml/2006/main">
            <a:off x="9277350" y="2209800"/>
            <a:ext cx="21526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3225" b="1">
                <a:solidFill>
                  <a:srgbClr val="183247"/>
                </a:solidFill>
              </a:defRPr>
            </a:pPr>
            <a:r>
              <a:rPr sz="3225" b="1">
                <a:solidFill>
                  <a:srgbClr val="183247"/>
                </a:solidFill>
              </a:rPr>
              <a:t>1.000</a:t>
            </a:r>
          </a:p>
        </p:txBody>
      </p:sp>
      <p:sp>
        <p:nvSpPr>
          <p:cNvPr id="21" name="">
            <a:extLst xmlns:a="http://schemas.openxmlformats.org/drawingml/2006/main">
              <a:ext uri="{FF2B5EF4-FFF2-40B4-BE49-F238E27FC236}">
                <a16:creationId xmlns:a16="http://schemas.microsoft.com/office/drawing/2014/main" id="{9C7EDA2F-4A03-4D79-9177-57DD107E0B90}"/>
              </a:ext>
            </a:extLst>
          </p:cNvPr>
          <p:cNvSpPr>
            <a:spLocks xmlns:a="http://schemas.openxmlformats.org/drawingml/2006/main" noGrp="1"/>
          </p:cNvSpPr>
          <p:nvPr/>
        </p:nvSpPr>
        <p:spPr>
          <a:xfrm xmlns:a="http://schemas.openxmlformats.org/drawingml/2006/main">
            <a:off x="9277350" y="2990850"/>
            <a:ext cx="2152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687B8C"/>
                </a:solidFill>
              </a:defRPr>
            </a:pPr>
            <a:r>
              <a:rPr sz="1050" b="0">
                <a:solidFill>
                  <a:srgbClr val="687B8C"/>
                </a:solidFill>
              </a:rPr>
              <a:t>Torch = Jittor</a:t>
            </a:r>
          </a:p>
        </p:txBody>
      </p:sp>
      <p:sp>
        <p:nvSpPr>
          <p:cNvPr id="22" name="">
            <a:extLst xmlns:a="http://schemas.openxmlformats.org/drawingml/2006/main">
              <a:ext uri="{FF2B5EF4-FFF2-40B4-BE49-F238E27FC236}">
                <a16:creationId xmlns:a16="http://schemas.microsoft.com/office/drawing/2014/main" id="{5EC20E53-C8D5-4752-BFE1-02B81D5C3ED4}"/>
              </a:ext>
            </a:extLst>
          </p:cNvPr>
          <p:cNvSpPr>
            <a:spLocks xmlns:a="http://schemas.openxmlformats.org/drawingml/2006/main" noGrp="1"/>
          </p:cNvSpPr>
          <p:nvPr/>
        </p:nvSpPr>
        <p:spPr>
          <a:xfrm xmlns:a="http://schemas.openxmlformats.org/drawingml/2006/main">
            <a:off x="876300" y="4114800"/>
            <a:ext cx="10439400" cy="1428750"/>
          </a:xfrm>
          <a:prstGeom xmlns:a="http://schemas.openxmlformats.org/drawingml/2006/main" prst="roundRect">
            <a:avLst>
              <a:gd name="adj" fmla="val 10667"/>
            </a:avLst>
          </a:prstGeom>
          <a:solidFill xmlns:a="http://schemas.openxmlformats.org/drawingml/2006/main">
            <a:srgbClr val="FCEDEC"/>
          </a:solidFill>
          <a:ln xmlns:a="http://schemas.openxmlformats.org/drawingml/2006/main" w="9525">
            <a:solidFill>
              <a:srgbClr val="E66F6A"/>
            </a:solidFill>
            <a:prstDash val="solid"/>
          </a:ln>
        </p:spPr>
      </p:sp>
      <p:sp>
        <p:nvSpPr>
          <p:cNvPr id="23" name="">
            <a:extLst xmlns:a="http://schemas.openxmlformats.org/drawingml/2006/main">
              <a:ext uri="{FF2B5EF4-FFF2-40B4-BE49-F238E27FC236}">
                <a16:creationId xmlns:a16="http://schemas.microsoft.com/office/drawing/2014/main" id="{00A9A370-3C02-4907-82F3-130A499A0941}"/>
              </a:ext>
            </a:extLst>
          </p:cNvPr>
          <p:cNvSpPr>
            <a:spLocks xmlns:a="http://schemas.openxmlformats.org/drawingml/2006/main" noGrp="1"/>
          </p:cNvSpPr>
          <p:nvPr/>
        </p:nvSpPr>
        <p:spPr>
          <a:xfrm xmlns:a="http://schemas.openxmlformats.org/drawingml/2006/main">
            <a:off x="1123950" y="42862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E66F6A"/>
                </a:solidFill>
              </a:defRPr>
            </a:pPr>
            <a:r>
              <a:rPr sz="1575" b="1">
                <a:solidFill>
                  <a:srgbClr val="E66F6A"/>
                </a:solidFill>
              </a:rPr>
              <a:t>正确解读</a:t>
            </a:r>
          </a:p>
        </p:txBody>
      </p:sp>
      <p:sp>
        <p:nvSpPr>
          <p:cNvPr id="24" name="">
            <a:extLst xmlns:a="http://schemas.openxmlformats.org/drawingml/2006/main">
              <a:ext uri="{FF2B5EF4-FFF2-40B4-BE49-F238E27FC236}">
                <a16:creationId xmlns:a16="http://schemas.microsoft.com/office/drawing/2014/main" id="{B93F83F8-DBBC-46E9-9610-E7000C30A742}"/>
              </a:ext>
            </a:extLst>
          </p:cNvPr>
          <p:cNvSpPr>
            <a:spLocks xmlns:a="http://schemas.openxmlformats.org/drawingml/2006/main" noGrp="1"/>
          </p:cNvSpPr>
          <p:nvPr/>
        </p:nvSpPr>
        <p:spPr>
          <a:xfrm xmlns:a="http://schemas.openxmlformats.org/drawingml/2006/main">
            <a:off x="1123950" y="4686300"/>
            <a:ext cx="9867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183247"/>
                </a:solidFill>
              </a:defRPr>
            </a:pPr>
            <a:r>
              <a:rPr sz="1425" b="1">
                <a:solidFill>
                  <a:srgbClr val="183247"/>
                </a:solidFill>
              </a:rPr>
              <a:t>它证明：数据读取 → 前向 → 损失 → 更新 → 保存 → 测试 → 指标计算的闭环一致。</a:t>
            </a:r>
          </a:p>
        </p:txBody>
      </p:sp>
      <p:sp>
        <p:nvSpPr>
          <p:cNvPr id="25" name="">
            <a:extLst xmlns:a="http://schemas.openxmlformats.org/drawingml/2006/main">
              <a:ext uri="{FF2B5EF4-FFF2-40B4-BE49-F238E27FC236}">
                <a16:creationId xmlns:a16="http://schemas.microsoft.com/office/drawing/2014/main" id="{B97A86AD-0929-4C03-9658-DA569FB27C86}"/>
              </a:ext>
            </a:extLst>
          </p:cNvPr>
          <p:cNvSpPr>
            <a:spLocks xmlns:a="http://schemas.openxmlformats.org/drawingml/2006/main" noGrp="1"/>
          </p:cNvSpPr>
          <p:nvPr/>
        </p:nvSpPr>
        <p:spPr>
          <a:xfrm xmlns:a="http://schemas.openxmlformats.org/drawingml/2006/main">
            <a:off x="1123950" y="5086350"/>
            <a:ext cx="9867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183247"/>
                </a:solidFill>
              </a:defRPr>
            </a:pPr>
            <a:r>
              <a:rPr sz="1425" b="1">
                <a:solidFill>
                  <a:srgbClr val="183247"/>
                </a:solidFill>
              </a:rPr>
              <a:t>它不证明：模型在真实医院数据上达到 100%，更不能替代原论文的外部临床验证。</a:t>
            </a:r>
          </a:p>
        </p:txBody>
      </p:sp>
    </p:spTree>
    <p:extLst>
      <p:ext uri="{BB962C8B-B14F-4D97-AF65-F5344CB8AC3E}">
        <p14:creationId xmlns:p14="http://schemas.microsoft.com/office/powerpoint/2010/main" val="1234513101"/>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571DD26A-C601-4F2E-9E17-6CC0D9B0C3CD}"/>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174A7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711A45A-F4DD-48D6-AAD5-3312A1C7A4A6}"/>
              </a:ext>
            </a:extLst>
          </p:cNvPr>
          <p:cNvSpPr>
            <a:spLocks xmlns:a="http://schemas.openxmlformats.org/drawingml/2006/main" noGrp="1"/>
          </p:cNvSpPr>
          <p:nvPr/>
        </p:nvSpPr>
        <p:spPr>
          <a:xfrm xmlns:a="http://schemas.openxmlformats.org/drawingml/2006/main">
            <a:off x="400050" y="19050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D76A8"/>
                </a:solidFill>
              </a:defRPr>
            </a:pPr>
            <a:r>
              <a:rPr sz="975" b="1">
                <a:solidFill>
                  <a:srgbClr val="2D76A8"/>
                </a:solidFill>
              </a:rPr>
              <a:t>04 · 压力测试设计</a:t>
            </a:r>
          </a:p>
        </p:txBody>
      </p:sp>
      <p:sp>
        <p:nvSpPr>
          <p:cNvPr id="3" name="">
            <a:extLst xmlns:a="http://schemas.openxmlformats.org/drawingml/2006/main">
              <a:ext uri="{FF2B5EF4-FFF2-40B4-BE49-F238E27FC236}">
                <a16:creationId xmlns:a16="http://schemas.microsoft.com/office/drawing/2014/main" id="{238A8E0D-96FB-4ABE-B73E-056152522840}"/>
              </a:ext>
            </a:extLst>
          </p:cNvPr>
          <p:cNvSpPr>
            <a:spLocks xmlns:a="http://schemas.openxmlformats.org/drawingml/2006/main" noGrp="1"/>
          </p:cNvSpPr>
          <p:nvPr/>
        </p:nvSpPr>
        <p:spPr>
          <a:xfrm xmlns:a="http://schemas.openxmlformats.org/drawingml/2006/main">
            <a:off x="400050" y="419100"/>
            <a:ext cx="11191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250" b="1">
                <a:solidFill>
                  <a:srgbClr val="183247"/>
                </a:solidFill>
              </a:defRPr>
            </a:pPr>
            <a:r>
              <a:rPr sz="2250" b="1">
                <a:solidFill>
                  <a:srgbClr val="183247"/>
                </a:solidFill>
              </a:rPr>
              <a:t>困难版把目标从“管线能否闭环”推进到“弱信号下是否稳定”</a:t>
            </a:r>
          </a:p>
        </p:txBody>
      </p:sp>
      <p:sp>
        <p:nvSpPr>
          <p:cNvPr id="4" name="">
            <a:extLst xmlns:a="http://schemas.openxmlformats.org/drawingml/2006/main">
              <a:ext uri="{FF2B5EF4-FFF2-40B4-BE49-F238E27FC236}">
                <a16:creationId xmlns:a16="http://schemas.microsoft.com/office/drawing/2014/main" id="{CCB1C5B3-2C18-4CE5-9AF1-FC412F066DFB}"/>
              </a:ext>
            </a:extLst>
          </p:cNvPr>
          <p:cNvSpPr>
            <a:spLocks xmlns:a="http://schemas.openxmlformats.org/drawingml/2006/main" noGrp="1"/>
          </p:cNvSpPr>
          <p:nvPr/>
        </p:nvSpPr>
        <p:spPr>
          <a:xfrm xmlns:a="http://schemas.openxmlformats.org/drawingml/2006/main">
            <a:off x="400050" y="1009650"/>
            <a:ext cx="11391900" cy="9525"/>
          </a:xfrm>
          <a:prstGeom xmlns:a="http://schemas.openxmlformats.org/drawingml/2006/main" prst="rect">
            <a:avLst/>
          </a:prstGeom>
          <a:solidFill xmlns:a="http://schemas.openxmlformats.org/drawingml/2006/main">
            <a:srgbClr val="D8E2E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5C89894-2857-46E7-8E1F-34B382DC16A9}"/>
              </a:ext>
            </a:extLst>
          </p:cNvPr>
          <p:cNvSpPr>
            <a:spLocks xmlns:a="http://schemas.openxmlformats.org/drawingml/2006/main" noGrp="1"/>
          </p:cNvSpPr>
          <p:nvPr/>
        </p:nvSpPr>
        <p:spPr>
          <a:xfrm xmlns:a="http://schemas.openxmlformats.org/drawingml/2006/main">
            <a:off x="11334750" y="6477000"/>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0">
                <a:solidFill>
                  <a:srgbClr val="687B8C"/>
                </a:solidFill>
              </a:defRPr>
            </a:pPr>
            <a:r>
              <a:rPr sz="900" b="0">
                <a:solidFill>
                  <a:srgbClr val="687B8C"/>
                </a:solidFill>
              </a:rPr>
              <a:t>25</a:t>
            </a:r>
          </a:p>
        </p:txBody>
      </p:sp>
      <p:sp>
        <p:nvSpPr>
          <p:cNvPr id="6" name="">
            <a:extLst xmlns:a="http://schemas.openxmlformats.org/drawingml/2006/main">
              <a:ext uri="{FF2B5EF4-FFF2-40B4-BE49-F238E27FC236}">
                <a16:creationId xmlns:a16="http://schemas.microsoft.com/office/drawing/2014/main" id="{EBADDBA3-2AA3-4E2C-9E75-3636B99CF937}"/>
              </a:ext>
            </a:extLst>
          </p:cNvPr>
          <p:cNvSpPr>
            <a:spLocks xmlns:a="http://schemas.openxmlformats.org/drawingml/2006/main" noGrp="1"/>
          </p:cNvSpPr>
          <p:nvPr/>
        </p:nvSpPr>
        <p:spPr>
          <a:xfrm xmlns:a="http://schemas.openxmlformats.org/drawingml/2006/main">
            <a:off x="552450" y="1390650"/>
            <a:ext cx="3314700" cy="3886200"/>
          </a:xfrm>
          <a:prstGeom xmlns:a="http://schemas.openxmlformats.org/drawingml/2006/main" prst="roundRect">
            <a:avLst>
              <a:gd name="adj" fmla="val 4598"/>
            </a:avLst>
          </a:prstGeom>
          <a:solidFill xmlns:a="http://schemas.openxmlformats.org/drawingml/2006/main">
            <a:srgbClr val="EAF3F8"/>
          </a:solidFill>
          <a:ln xmlns:a="http://schemas.openxmlformats.org/drawingml/2006/main" w="9525">
            <a:solidFill>
              <a:srgbClr val="2D76A8"/>
            </a:solidFill>
            <a:prstDash val="solid"/>
          </a:ln>
        </p:spPr>
      </p:sp>
      <p:sp>
        <p:nvSpPr>
          <p:cNvPr id="7" name="">
            <a:extLst xmlns:a="http://schemas.openxmlformats.org/drawingml/2006/main">
              <a:ext uri="{FF2B5EF4-FFF2-40B4-BE49-F238E27FC236}">
                <a16:creationId xmlns:a16="http://schemas.microsoft.com/office/drawing/2014/main" id="{9C769881-180F-4A20-A857-64B582125040}"/>
              </a:ext>
            </a:extLst>
          </p:cNvPr>
          <p:cNvSpPr>
            <a:spLocks xmlns:a="http://schemas.openxmlformats.org/drawingml/2006/main" noGrp="1"/>
          </p:cNvSpPr>
          <p:nvPr/>
        </p:nvSpPr>
        <p:spPr>
          <a:xfrm xmlns:a="http://schemas.openxmlformats.org/drawingml/2006/main">
            <a:off x="800100" y="1600200"/>
            <a:ext cx="2819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2D76A8"/>
                </a:solidFill>
              </a:defRPr>
            </a:pPr>
            <a:r>
              <a:rPr sz="1725" b="1">
                <a:solidFill>
                  <a:srgbClr val="2D76A8"/>
                </a:solidFill>
              </a:rPr>
              <a:t>现有合成数据</a:t>
            </a:r>
          </a:p>
        </p:txBody>
      </p:sp>
      <p:sp>
        <p:nvSpPr>
          <p:cNvPr id="8" name="">
            <a:extLst xmlns:a="http://schemas.openxmlformats.org/drawingml/2006/main">
              <a:ext uri="{FF2B5EF4-FFF2-40B4-BE49-F238E27FC236}">
                <a16:creationId xmlns:a16="http://schemas.microsoft.com/office/drawing/2014/main" id="{530B9A0D-510F-467E-8056-D3E9B6075EE8}"/>
              </a:ext>
            </a:extLst>
          </p:cNvPr>
          <p:cNvSpPr>
            <a:spLocks xmlns:a="http://schemas.openxmlformats.org/drawingml/2006/main" noGrp="1"/>
          </p:cNvSpPr>
          <p:nvPr/>
        </p:nvSpPr>
        <p:spPr>
          <a:xfrm xmlns:a="http://schemas.openxmlformats.org/drawingml/2006/main">
            <a:off x="800100" y="2076450"/>
            <a:ext cx="1428750" cy="3238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2D76A8"/>
            </a:solidFill>
            <a:prstDash val="solid"/>
          </a:ln>
        </p:spPr>
      </p:sp>
      <p:sp>
        <p:nvSpPr>
          <p:cNvPr id="9" name="">
            <a:extLst xmlns:a="http://schemas.openxmlformats.org/drawingml/2006/main">
              <a:ext uri="{FF2B5EF4-FFF2-40B4-BE49-F238E27FC236}">
                <a16:creationId xmlns:a16="http://schemas.microsoft.com/office/drawing/2014/main" id="{E935F0A6-40E2-4A2C-8D39-6E7F25255911}"/>
              </a:ext>
            </a:extLst>
          </p:cNvPr>
          <p:cNvSpPr>
            <a:spLocks xmlns:a="http://schemas.openxmlformats.org/drawingml/2006/main" noGrp="1"/>
          </p:cNvSpPr>
          <p:nvPr/>
        </p:nvSpPr>
        <p:spPr>
          <a:xfrm xmlns:a="http://schemas.openxmlformats.org/drawingml/2006/main">
            <a:off x="800100" y="2085975"/>
            <a:ext cx="1428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2D76A8"/>
                </a:solidFill>
              </a:defRPr>
            </a:pPr>
            <a:r>
              <a:rPr sz="1200" b="1">
                <a:solidFill>
                  <a:srgbClr val="2D76A8"/>
                </a:solidFill>
              </a:rPr>
              <a:t>SMOKE TEST</a:t>
            </a:r>
          </a:p>
        </p:txBody>
      </p:sp>
      <p:sp>
        <p:nvSpPr>
          <p:cNvPr id="10" name="">
            <a:extLst xmlns:a="http://schemas.openxmlformats.org/drawingml/2006/main">
              <a:ext uri="{FF2B5EF4-FFF2-40B4-BE49-F238E27FC236}">
                <a16:creationId xmlns:a16="http://schemas.microsoft.com/office/drawing/2014/main" id="{C20F61EF-EF84-473D-8EAE-A46933362666}"/>
              </a:ext>
            </a:extLst>
          </p:cNvPr>
          <p:cNvSpPr>
            <a:spLocks xmlns:a="http://schemas.openxmlformats.org/drawingml/2006/main" noGrp="1"/>
          </p:cNvSpPr>
          <p:nvPr/>
        </p:nvSpPr>
        <p:spPr>
          <a:xfrm xmlns:a="http://schemas.openxmlformats.org/drawingml/2006/main">
            <a:off x="800100" y="2628900"/>
            <a:ext cx="28194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0">
                <a:solidFill>
                  <a:srgbClr val="183247"/>
                </a:solidFill>
              </a:defRPr>
            </a:pPr>
            <a:r>
              <a:rPr sz="1500" b="0">
                <a:solidFill>
                  <a:srgbClr val="183247"/>
                </a:solidFill>
              </a:rPr>
              <a:t>36 / 12 / 12</a:t>
            </a:r>
          </a:p>
          <a:p xmlns:a="http://schemas.openxmlformats.org/drawingml/2006/main">
            <a:pPr algn="ctr">
              <a:defRPr sz="1500" b="0">
                <a:solidFill>
                  <a:srgbClr val="183247"/>
                </a:solidFill>
              </a:defRPr>
            </a:pPr>
            <a:r>
              <a:rPr sz="1500" b="0">
                <a:solidFill>
                  <a:srgbClr val="183247"/>
                </a:solidFill>
              </a:rPr>
              <a:t>固定同分布</a:t>
            </a:r>
          </a:p>
          <a:p xmlns:a="http://schemas.openxmlformats.org/drawingml/2006/main">
            <a:pPr algn="ctr">
              <a:defRPr sz="1500" b="0">
                <a:solidFill>
                  <a:srgbClr val="183247"/>
                </a:solidFill>
              </a:defRPr>
            </a:pPr>
            <a:r>
              <a:rPr sz="1500" b="0">
                <a:solidFill>
                  <a:srgbClr val="183247"/>
                </a:solidFill>
              </a:rPr>
              <a:t>约 25% patch 含强信号</a:t>
            </a:r>
          </a:p>
          <a:p xmlns:a="http://schemas.openxmlformats.org/drawingml/2006/main">
            <a:pPr algn="ctr">
              <a:defRPr sz="1500" b="0">
                <a:solidFill>
                  <a:srgbClr val="183247"/>
                </a:solidFill>
              </a:defRPr>
            </a:pPr>
            <a:r>
              <a:rPr sz="1500" b="0">
                <a:solidFill>
                  <a:srgbClr val="183247"/>
                </a:solidFill>
              </a:rPr>
              <a:t>单随机种子</a:t>
            </a:r>
          </a:p>
        </p:txBody>
      </p:sp>
      <p:sp>
        <p:nvSpPr>
          <p:cNvPr id="11" name="">
            <a:extLst xmlns:a="http://schemas.openxmlformats.org/drawingml/2006/main">
              <a:ext uri="{FF2B5EF4-FFF2-40B4-BE49-F238E27FC236}">
                <a16:creationId xmlns:a16="http://schemas.microsoft.com/office/drawing/2014/main" id="{D7DA1560-3A69-440C-9AAF-BB6BC2B2DE25}"/>
              </a:ext>
            </a:extLst>
          </p:cNvPr>
          <p:cNvSpPr>
            <a:spLocks xmlns:a="http://schemas.openxmlformats.org/drawingml/2006/main" noGrp="1"/>
          </p:cNvSpPr>
          <p:nvPr/>
        </p:nvSpPr>
        <p:spPr>
          <a:xfrm xmlns:a="http://schemas.openxmlformats.org/drawingml/2006/main">
            <a:off x="800100" y="4457700"/>
            <a:ext cx="2819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D76A8"/>
                </a:solidFill>
              </a:defRPr>
            </a:pPr>
            <a:r>
              <a:rPr sz="1350" b="1">
                <a:solidFill>
                  <a:srgbClr val="2D76A8"/>
                </a:solidFill>
              </a:rPr>
              <a:t>回答：代码链路是否完整？</a:t>
            </a:r>
          </a:p>
        </p:txBody>
      </p:sp>
      <p:sp>
        <p:nvSpPr>
          <p:cNvPr id="12" name="">
            <a:extLst xmlns:a="http://schemas.openxmlformats.org/drawingml/2006/main">
              <a:ext uri="{FF2B5EF4-FFF2-40B4-BE49-F238E27FC236}">
                <a16:creationId xmlns:a16="http://schemas.microsoft.com/office/drawing/2014/main" id="{1D3BBCA2-C651-4147-AC35-5641470E4218}"/>
              </a:ext>
            </a:extLst>
          </p:cNvPr>
          <p:cNvSpPr>
            <a:spLocks xmlns:a="http://schemas.openxmlformats.org/drawingml/2006/main" noGrp="1"/>
          </p:cNvSpPr>
          <p:nvPr/>
        </p:nvSpPr>
        <p:spPr>
          <a:xfrm xmlns:a="http://schemas.openxmlformats.org/drawingml/2006/main">
            <a:off x="4114800" y="2952750"/>
            <a:ext cx="66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3600" b="1">
                <a:solidFill>
                  <a:srgbClr val="F0A24A"/>
                </a:solidFill>
              </a:defRPr>
            </a:pPr>
            <a:r>
              <a:rPr sz="3600" b="1">
                <a:solidFill>
                  <a:srgbClr val="F0A24A"/>
                </a:solidFill>
              </a:rPr>
              <a:t>→</a:t>
            </a:r>
          </a:p>
        </p:txBody>
      </p:sp>
      <p:sp>
        <p:nvSpPr>
          <p:cNvPr id="13" name="">
            <a:extLst xmlns:a="http://schemas.openxmlformats.org/drawingml/2006/main">
              <a:ext uri="{FF2B5EF4-FFF2-40B4-BE49-F238E27FC236}">
                <a16:creationId xmlns:a16="http://schemas.microsoft.com/office/drawing/2014/main" id="{B08CE8C2-2943-4E5F-8359-10AE99B29ACD}"/>
              </a:ext>
            </a:extLst>
          </p:cNvPr>
          <p:cNvSpPr>
            <a:spLocks xmlns:a="http://schemas.openxmlformats.org/drawingml/2006/main" noGrp="1"/>
          </p:cNvSpPr>
          <p:nvPr/>
        </p:nvSpPr>
        <p:spPr>
          <a:xfrm xmlns:a="http://schemas.openxmlformats.org/drawingml/2006/main">
            <a:off x="4953000" y="1390650"/>
            <a:ext cx="6686550" cy="3886200"/>
          </a:xfrm>
          <a:prstGeom xmlns:a="http://schemas.openxmlformats.org/drawingml/2006/main" prst="roundRect">
            <a:avLst>
              <a:gd name="adj" fmla="val 3922"/>
            </a:avLst>
          </a:prstGeom>
          <a:solidFill xmlns:a="http://schemas.openxmlformats.org/drawingml/2006/main">
            <a:srgbClr val="FFF4E7"/>
          </a:solidFill>
          <a:ln xmlns:a="http://schemas.openxmlformats.org/drawingml/2006/main" w="9525">
            <a:solidFill>
              <a:srgbClr val="F0A24A"/>
            </a:solidFill>
            <a:prstDash val="solid"/>
          </a:ln>
        </p:spPr>
      </p:sp>
      <p:sp>
        <p:nvSpPr>
          <p:cNvPr id="14" name="">
            <a:extLst xmlns:a="http://schemas.openxmlformats.org/drawingml/2006/main">
              <a:ext uri="{FF2B5EF4-FFF2-40B4-BE49-F238E27FC236}">
                <a16:creationId xmlns:a16="http://schemas.microsoft.com/office/drawing/2014/main" id="{B8495F1B-9FF7-42BB-B6A9-FED77A9CEEA0}"/>
              </a:ext>
            </a:extLst>
          </p:cNvPr>
          <p:cNvSpPr>
            <a:spLocks xmlns:a="http://schemas.openxmlformats.org/drawingml/2006/main" noGrp="1"/>
          </p:cNvSpPr>
          <p:nvPr/>
        </p:nvSpPr>
        <p:spPr>
          <a:xfrm xmlns:a="http://schemas.openxmlformats.org/drawingml/2006/main">
            <a:off x="5219700" y="1600200"/>
            <a:ext cx="6153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F0A24A"/>
                </a:solidFill>
              </a:defRPr>
            </a:pPr>
            <a:r>
              <a:rPr sz="1725" b="1">
                <a:solidFill>
                  <a:srgbClr val="F0A24A"/>
                </a:solidFill>
              </a:rPr>
              <a:t>困难版合成数据</a:t>
            </a:r>
          </a:p>
        </p:txBody>
      </p:sp>
      <p:sp>
        <p:nvSpPr>
          <p:cNvPr id="15" name="">
            <a:extLst xmlns:a="http://schemas.openxmlformats.org/drawingml/2006/main">
              <a:ext uri="{FF2B5EF4-FFF2-40B4-BE49-F238E27FC236}">
                <a16:creationId xmlns:a16="http://schemas.microsoft.com/office/drawing/2014/main" id="{A10A4D9A-19DE-480E-8BF0-B211B093B64D}"/>
              </a:ext>
            </a:extLst>
          </p:cNvPr>
          <p:cNvSpPr>
            <a:spLocks xmlns:a="http://schemas.openxmlformats.org/drawingml/2006/main" noGrp="1"/>
          </p:cNvSpPr>
          <p:nvPr/>
        </p:nvSpPr>
        <p:spPr>
          <a:xfrm xmlns:a="http://schemas.openxmlformats.org/drawingml/2006/main">
            <a:off x="5219700" y="2076450"/>
            <a:ext cx="2190750" cy="3238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F0A24A"/>
            </a:solidFill>
            <a:prstDash val="solid"/>
          </a:ln>
        </p:spPr>
      </p:sp>
      <p:sp>
        <p:nvSpPr>
          <p:cNvPr id="16" name="">
            <a:extLst xmlns:a="http://schemas.openxmlformats.org/drawingml/2006/main">
              <a:ext uri="{FF2B5EF4-FFF2-40B4-BE49-F238E27FC236}">
                <a16:creationId xmlns:a16="http://schemas.microsoft.com/office/drawing/2014/main" id="{928ECFBD-BF74-4E72-A62F-6ABF9A0D72D3}"/>
              </a:ext>
            </a:extLst>
          </p:cNvPr>
          <p:cNvSpPr>
            <a:spLocks xmlns:a="http://schemas.openxmlformats.org/drawingml/2006/main" noGrp="1"/>
          </p:cNvSpPr>
          <p:nvPr/>
        </p:nvSpPr>
        <p:spPr>
          <a:xfrm xmlns:a="http://schemas.openxmlformats.org/drawingml/2006/main">
            <a:off x="5219700" y="2085975"/>
            <a:ext cx="2190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F0A24A"/>
                </a:solidFill>
              </a:defRPr>
            </a:pPr>
            <a:r>
              <a:rPr sz="1200" b="1">
                <a:solidFill>
                  <a:srgbClr val="F0A24A"/>
                </a:solidFill>
              </a:rPr>
              <a:t>STRESS TEST · 3 SEEDS</a:t>
            </a:r>
          </a:p>
        </p:txBody>
      </p:sp>
      <p:sp>
        <p:nvSpPr>
          <p:cNvPr id="17" name="">
            <a:extLst xmlns:a="http://schemas.openxmlformats.org/drawingml/2006/main">
              <a:ext uri="{FF2B5EF4-FFF2-40B4-BE49-F238E27FC236}">
                <a16:creationId xmlns:a16="http://schemas.microsoft.com/office/drawing/2014/main" id="{31229DFD-7B44-4AEE-8883-D88623195E99}"/>
              </a:ext>
            </a:extLst>
          </p:cNvPr>
          <p:cNvSpPr>
            <a:spLocks xmlns:a="http://schemas.openxmlformats.org/drawingml/2006/main" noGrp="1"/>
          </p:cNvSpPr>
          <p:nvPr/>
        </p:nvSpPr>
        <p:spPr>
          <a:xfrm xmlns:a="http://schemas.openxmlformats.org/drawingml/2006/main">
            <a:off x="5257800" y="2609850"/>
            <a:ext cx="1485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F0A24A"/>
                </a:solidFill>
              </a:defRPr>
            </a:pPr>
            <a:r>
              <a:rPr sz="1275" b="1">
                <a:solidFill>
                  <a:srgbClr val="F0A24A"/>
                </a:solidFill>
              </a:rPr>
              <a:t>数据规模</a:t>
            </a:r>
          </a:p>
        </p:txBody>
      </p:sp>
      <p:sp>
        <p:nvSpPr>
          <p:cNvPr id="18" name="">
            <a:extLst xmlns:a="http://schemas.openxmlformats.org/drawingml/2006/main">
              <a:ext uri="{FF2B5EF4-FFF2-40B4-BE49-F238E27FC236}">
                <a16:creationId xmlns:a16="http://schemas.microsoft.com/office/drawing/2014/main" id="{16518B3F-E4D0-4976-9442-406374786AFF}"/>
              </a:ext>
            </a:extLst>
          </p:cNvPr>
          <p:cNvSpPr>
            <a:spLocks xmlns:a="http://schemas.openxmlformats.org/drawingml/2006/main" noGrp="1"/>
          </p:cNvSpPr>
          <p:nvPr/>
        </p:nvSpPr>
        <p:spPr>
          <a:xfrm xmlns:a="http://schemas.openxmlformats.org/drawingml/2006/main">
            <a:off x="6819900" y="2609850"/>
            <a:ext cx="4362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83247"/>
                </a:solidFill>
              </a:defRPr>
            </a:pPr>
            <a:r>
              <a:rPr sz="1350" b="0">
                <a:solidFill>
                  <a:srgbClr val="183247"/>
                </a:solidFill>
              </a:rPr>
              <a:t>180 / 60 / 90 × 3 seeds</a:t>
            </a:r>
          </a:p>
        </p:txBody>
      </p:sp>
      <p:sp>
        <p:nvSpPr>
          <p:cNvPr id="19" name="">
            <a:extLst xmlns:a="http://schemas.openxmlformats.org/drawingml/2006/main">
              <a:ext uri="{FF2B5EF4-FFF2-40B4-BE49-F238E27FC236}">
                <a16:creationId xmlns:a16="http://schemas.microsoft.com/office/drawing/2014/main" id="{E1DB937F-79D7-463C-AA0A-34FFE53496AF}"/>
              </a:ext>
            </a:extLst>
          </p:cNvPr>
          <p:cNvSpPr>
            <a:spLocks xmlns:a="http://schemas.openxmlformats.org/drawingml/2006/main" noGrp="1"/>
          </p:cNvSpPr>
          <p:nvPr/>
        </p:nvSpPr>
        <p:spPr>
          <a:xfrm xmlns:a="http://schemas.openxmlformats.org/drawingml/2006/main">
            <a:off x="5257800" y="3009900"/>
            <a:ext cx="5905500" cy="9525"/>
          </a:xfrm>
          <a:prstGeom xmlns:a="http://schemas.openxmlformats.org/drawingml/2006/main" prst="rect">
            <a:avLst/>
          </a:prstGeom>
          <a:solidFill xmlns:a="http://schemas.openxmlformats.org/drawingml/2006/main">
            <a:srgbClr val="E8CDAA"/>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53BC9B06-144D-4886-B863-565528F2210D}"/>
              </a:ext>
            </a:extLst>
          </p:cNvPr>
          <p:cNvSpPr>
            <a:spLocks xmlns:a="http://schemas.openxmlformats.org/drawingml/2006/main" noGrp="1"/>
          </p:cNvSpPr>
          <p:nvPr/>
        </p:nvSpPr>
        <p:spPr>
          <a:xfrm xmlns:a="http://schemas.openxmlformats.org/drawingml/2006/main">
            <a:off x="5257800" y="3162300"/>
            <a:ext cx="1485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F0A24A"/>
                </a:solidFill>
              </a:defRPr>
            </a:pPr>
            <a:r>
              <a:rPr sz="1275" b="1">
                <a:solidFill>
                  <a:srgbClr val="F0A24A"/>
                </a:solidFill>
              </a:rPr>
              <a:t>可变 bag</a:t>
            </a:r>
          </a:p>
        </p:txBody>
      </p:sp>
      <p:sp>
        <p:nvSpPr>
          <p:cNvPr id="21" name="">
            <a:extLst xmlns:a="http://schemas.openxmlformats.org/drawingml/2006/main">
              <a:ext uri="{FF2B5EF4-FFF2-40B4-BE49-F238E27FC236}">
                <a16:creationId xmlns:a16="http://schemas.microsoft.com/office/drawing/2014/main" id="{56CEED63-8071-4E72-8D54-8D7C2047AE2A}"/>
              </a:ext>
            </a:extLst>
          </p:cNvPr>
          <p:cNvSpPr>
            <a:spLocks xmlns:a="http://schemas.openxmlformats.org/drawingml/2006/main" noGrp="1"/>
          </p:cNvSpPr>
          <p:nvPr/>
        </p:nvSpPr>
        <p:spPr>
          <a:xfrm xmlns:a="http://schemas.openxmlformats.org/drawingml/2006/main">
            <a:off x="6819900" y="3162300"/>
            <a:ext cx="4362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83247"/>
                </a:solidFill>
              </a:defRPr>
            </a:pPr>
            <a:r>
              <a:rPr sz="1350" b="0">
                <a:solidFill>
                  <a:srgbClr val="183247"/>
                </a:solidFill>
              </a:rPr>
              <a:t>64–160 patches，768 维</a:t>
            </a:r>
          </a:p>
        </p:txBody>
      </p:sp>
      <p:sp>
        <p:nvSpPr>
          <p:cNvPr id="22" name="">
            <a:extLst xmlns:a="http://schemas.openxmlformats.org/drawingml/2006/main">
              <a:ext uri="{FF2B5EF4-FFF2-40B4-BE49-F238E27FC236}">
                <a16:creationId xmlns:a16="http://schemas.microsoft.com/office/drawing/2014/main" id="{99D4021B-469A-492A-A481-305BE0293746}"/>
              </a:ext>
            </a:extLst>
          </p:cNvPr>
          <p:cNvSpPr>
            <a:spLocks xmlns:a="http://schemas.openxmlformats.org/drawingml/2006/main" noGrp="1"/>
          </p:cNvSpPr>
          <p:nvPr/>
        </p:nvSpPr>
        <p:spPr>
          <a:xfrm xmlns:a="http://schemas.openxmlformats.org/drawingml/2006/main">
            <a:off x="5257800" y="3562350"/>
            <a:ext cx="5905500" cy="9525"/>
          </a:xfrm>
          <a:prstGeom xmlns:a="http://schemas.openxmlformats.org/drawingml/2006/main" prst="rect">
            <a:avLst/>
          </a:prstGeom>
          <a:solidFill xmlns:a="http://schemas.openxmlformats.org/drawingml/2006/main">
            <a:srgbClr val="E8CDAA"/>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766B643A-54AC-44A8-AF6F-4D6044C0DC01}"/>
              </a:ext>
            </a:extLst>
          </p:cNvPr>
          <p:cNvSpPr>
            <a:spLocks xmlns:a="http://schemas.openxmlformats.org/drawingml/2006/main" noGrp="1"/>
          </p:cNvSpPr>
          <p:nvPr/>
        </p:nvSpPr>
        <p:spPr>
          <a:xfrm xmlns:a="http://schemas.openxmlformats.org/drawingml/2006/main">
            <a:off x="5257800" y="3714750"/>
            <a:ext cx="1485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F0A24A"/>
                </a:solidFill>
              </a:defRPr>
            </a:pPr>
            <a:r>
              <a:rPr sz="1275" b="1">
                <a:solidFill>
                  <a:srgbClr val="F0A24A"/>
                </a:solidFill>
              </a:rPr>
              <a:t>弱目标信号</a:t>
            </a:r>
          </a:p>
        </p:txBody>
      </p:sp>
      <p:sp>
        <p:nvSpPr>
          <p:cNvPr id="24" name="">
            <a:extLst xmlns:a="http://schemas.openxmlformats.org/drawingml/2006/main">
              <a:ext uri="{FF2B5EF4-FFF2-40B4-BE49-F238E27FC236}">
                <a16:creationId xmlns:a16="http://schemas.microsoft.com/office/drawing/2014/main" id="{B570F5D4-CF99-4F51-ABE3-174948D5A172}"/>
              </a:ext>
            </a:extLst>
          </p:cNvPr>
          <p:cNvSpPr>
            <a:spLocks xmlns:a="http://schemas.openxmlformats.org/drawingml/2006/main" noGrp="1"/>
          </p:cNvSpPr>
          <p:nvPr/>
        </p:nvSpPr>
        <p:spPr>
          <a:xfrm xmlns:a="http://schemas.openxmlformats.org/drawingml/2006/main">
            <a:off x="6819900" y="3714750"/>
            <a:ext cx="4362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83247"/>
                </a:solidFill>
              </a:defRPr>
            </a:pPr>
            <a:r>
              <a:rPr sz="1350" b="0">
                <a:solidFill>
                  <a:srgbClr val="183247"/>
                </a:solidFill>
              </a:rPr>
              <a:t>仅 12% patch，强度 1.7</a:t>
            </a:r>
          </a:p>
        </p:txBody>
      </p:sp>
      <p:sp>
        <p:nvSpPr>
          <p:cNvPr id="25" name="">
            <a:extLst xmlns:a="http://schemas.openxmlformats.org/drawingml/2006/main">
              <a:ext uri="{FF2B5EF4-FFF2-40B4-BE49-F238E27FC236}">
                <a16:creationId xmlns:a16="http://schemas.microsoft.com/office/drawing/2014/main" id="{D9D75514-A8B4-4EBD-BC27-FE8DC9A44BAB}"/>
              </a:ext>
            </a:extLst>
          </p:cNvPr>
          <p:cNvSpPr>
            <a:spLocks xmlns:a="http://schemas.openxmlformats.org/drawingml/2006/main" noGrp="1"/>
          </p:cNvSpPr>
          <p:nvPr/>
        </p:nvSpPr>
        <p:spPr>
          <a:xfrm xmlns:a="http://schemas.openxmlformats.org/drawingml/2006/main">
            <a:off x="5257800" y="4114800"/>
            <a:ext cx="5905500" cy="9525"/>
          </a:xfrm>
          <a:prstGeom xmlns:a="http://schemas.openxmlformats.org/drawingml/2006/main" prst="rect">
            <a:avLst/>
          </a:prstGeom>
          <a:solidFill xmlns:a="http://schemas.openxmlformats.org/drawingml/2006/main">
            <a:srgbClr val="E8CDAA"/>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536CB592-BEED-46CD-8896-03132894F41D}"/>
              </a:ext>
            </a:extLst>
          </p:cNvPr>
          <p:cNvSpPr>
            <a:spLocks xmlns:a="http://schemas.openxmlformats.org/drawingml/2006/main" noGrp="1"/>
          </p:cNvSpPr>
          <p:nvPr/>
        </p:nvSpPr>
        <p:spPr>
          <a:xfrm xmlns:a="http://schemas.openxmlformats.org/drawingml/2006/main">
            <a:off x="5257800" y="4267200"/>
            <a:ext cx="1485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F0A24A"/>
                </a:solidFill>
              </a:defRPr>
            </a:pPr>
            <a:r>
              <a:rPr sz="1275" b="1">
                <a:solidFill>
                  <a:srgbClr val="F0A24A"/>
                </a:solidFill>
              </a:rPr>
              <a:t>噪声与域偏移</a:t>
            </a:r>
          </a:p>
        </p:txBody>
      </p:sp>
      <p:sp>
        <p:nvSpPr>
          <p:cNvPr id="27" name="">
            <a:extLst xmlns:a="http://schemas.openxmlformats.org/drawingml/2006/main">
              <a:ext uri="{FF2B5EF4-FFF2-40B4-BE49-F238E27FC236}">
                <a16:creationId xmlns:a16="http://schemas.microsoft.com/office/drawing/2014/main" id="{43F30F9F-1E0D-44F0-8BB1-8A28AD70EE99}"/>
              </a:ext>
            </a:extLst>
          </p:cNvPr>
          <p:cNvSpPr>
            <a:spLocks xmlns:a="http://schemas.openxmlformats.org/drawingml/2006/main" noGrp="1"/>
          </p:cNvSpPr>
          <p:nvPr/>
        </p:nvSpPr>
        <p:spPr>
          <a:xfrm xmlns:a="http://schemas.openxmlformats.org/drawingml/2006/main">
            <a:off x="6819900" y="4267200"/>
            <a:ext cx="4362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83247"/>
                </a:solidFill>
              </a:defRPr>
            </a:pPr>
            <a:r>
              <a:rPr sz="1350" b="0">
                <a:solidFill>
                  <a:srgbClr val="183247"/>
                </a:solidFill>
              </a:rPr>
              <a:t>5% 训练标签噪声；test shift = 0.2</a:t>
            </a:r>
          </a:p>
        </p:txBody>
      </p:sp>
      <p:sp>
        <p:nvSpPr>
          <p:cNvPr id="28" name="">
            <a:extLst xmlns:a="http://schemas.openxmlformats.org/drawingml/2006/main">
              <a:ext uri="{FF2B5EF4-FFF2-40B4-BE49-F238E27FC236}">
                <a16:creationId xmlns:a16="http://schemas.microsoft.com/office/drawing/2014/main" id="{EEF1633B-D69C-44F9-9AF7-03E9F2AC14F3}"/>
              </a:ext>
            </a:extLst>
          </p:cNvPr>
          <p:cNvSpPr>
            <a:spLocks xmlns:a="http://schemas.openxmlformats.org/drawingml/2006/main" noGrp="1"/>
          </p:cNvSpPr>
          <p:nvPr/>
        </p:nvSpPr>
        <p:spPr>
          <a:xfrm xmlns:a="http://schemas.openxmlformats.org/drawingml/2006/main">
            <a:off x="1524000" y="5619750"/>
            <a:ext cx="9144000" cy="514350"/>
          </a:xfrm>
          <a:prstGeom xmlns:a="http://schemas.openxmlformats.org/drawingml/2006/main" prst="roundRect">
            <a:avLst>
              <a:gd name="adj" fmla="val 50000"/>
            </a:avLst>
          </a:prstGeom>
          <a:solidFill xmlns:a="http://schemas.openxmlformats.org/drawingml/2006/main">
            <a:srgbClr val="0F3555"/>
          </a:solidFill>
          <a:ln xmlns:a="http://schemas.openxmlformats.org/drawingml/2006/main" w="0">
            <a:solidFill>
              <a:srgbClr val="0F3555"/>
            </a:solidFill>
            <a:prstDash val="solid"/>
          </a:ln>
        </p:spPr>
      </p:sp>
      <p:sp>
        <p:nvSpPr>
          <p:cNvPr id="29" name="">
            <a:extLst xmlns:a="http://schemas.openxmlformats.org/drawingml/2006/main">
              <a:ext uri="{FF2B5EF4-FFF2-40B4-BE49-F238E27FC236}">
                <a16:creationId xmlns:a16="http://schemas.microsoft.com/office/drawing/2014/main" id="{AD4BD2D7-545E-4748-98E0-823F1D485E7D}"/>
              </a:ext>
            </a:extLst>
          </p:cNvPr>
          <p:cNvSpPr>
            <a:spLocks xmlns:a="http://schemas.openxmlformats.org/drawingml/2006/main" noGrp="1"/>
          </p:cNvSpPr>
          <p:nvPr/>
        </p:nvSpPr>
        <p:spPr>
          <a:xfrm xmlns:a="http://schemas.openxmlformats.org/drawingml/2006/main">
            <a:off x="1714500" y="5695950"/>
            <a:ext cx="876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FFFFFF"/>
                </a:solidFill>
              </a:defRPr>
            </a:pPr>
            <a:r>
              <a:rPr sz="1425" b="1">
                <a:solidFill>
                  <a:srgbClr val="FFFFFF"/>
                </a:solidFill>
              </a:rPr>
              <a:t>每个 seed 固定数据、初始化和配置；PyTorch / Jittor 唯一差异仍是框架。</a:t>
            </a:r>
          </a:p>
        </p:txBody>
      </p:sp>
    </p:spTree>
    <p:extLst>
      <p:ext uri="{BB962C8B-B14F-4D97-AF65-F5344CB8AC3E}">
        <p14:creationId xmlns:p14="http://schemas.microsoft.com/office/powerpoint/2010/main" val="1070739275"/>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66F7A6E3-4CD0-49C6-A68D-537598CA4023}"/>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174A7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8C8CC48-DBCF-4CEA-AFCC-E771C91D8A54}"/>
              </a:ext>
            </a:extLst>
          </p:cNvPr>
          <p:cNvSpPr>
            <a:spLocks xmlns:a="http://schemas.openxmlformats.org/drawingml/2006/main" noGrp="1"/>
          </p:cNvSpPr>
          <p:nvPr/>
        </p:nvSpPr>
        <p:spPr>
          <a:xfrm xmlns:a="http://schemas.openxmlformats.org/drawingml/2006/main">
            <a:off x="400050" y="19050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D76A8"/>
                </a:solidFill>
              </a:defRPr>
            </a:pPr>
            <a:r>
              <a:rPr sz="975" b="1">
                <a:solidFill>
                  <a:srgbClr val="2D76A8"/>
                </a:solidFill>
              </a:rPr>
              <a:t>04 · 压力测试结果</a:t>
            </a:r>
          </a:p>
        </p:txBody>
      </p:sp>
      <p:sp>
        <p:nvSpPr>
          <p:cNvPr id="3" name="">
            <a:extLst xmlns:a="http://schemas.openxmlformats.org/drawingml/2006/main">
              <a:ext uri="{FF2B5EF4-FFF2-40B4-BE49-F238E27FC236}">
                <a16:creationId xmlns:a16="http://schemas.microsoft.com/office/drawing/2014/main" id="{E9F3B5E3-04AD-4DA9-8039-457D8F9F4B96}"/>
              </a:ext>
            </a:extLst>
          </p:cNvPr>
          <p:cNvSpPr>
            <a:spLocks xmlns:a="http://schemas.openxmlformats.org/drawingml/2006/main" noGrp="1"/>
          </p:cNvSpPr>
          <p:nvPr/>
        </p:nvSpPr>
        <p:spPr>
          <a:xfrm xmlns:a="http://schemas.openxmlformats.org/drawingml/2006/main">
            <a:off x="400050" y="419100"/>
            <a:ext cx="11191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250" b="1">
                <a:solidFill>
                  <a:srgbClr val="183247"/>
                </a:solidFill>
              </a:defRPr>
            </a:pPr>
            <a:r>
              <a:rPr sz="2250" b="1">
                <a:solidFill>
                  <a:srgbClr val="183247"/>
                </a:solidFill>
              </a:rPr>
              <a:t>困难版中 Jittor 与 PyTorch 均不再满分，三种子结果仍高度接近</a:t>
            </a:r>
          </a:p>
        </p:txBody>
      </p:sp>
      <p:sp>
        <p:nvSpPr>
          <p:cNvPr id="4" name="">
            <a:extLst xmlns:a="http://schemas.openxmlformats.org/drawingml/2006/main">
              <a:ext uri="{FF2B5EF4-FFF2-40B4-BE49-F238E27FC236}">
                <a16:creationId xmlns:a16="http://schemas.microsoft.com/office/drawing/2014/main" id="{0A3F22E6-A83E-4D28-AAF2-3F0E5C6C7A27}"/>
              </a:ext>
            </a:extLst>
          </p:cNvPr>
          <p:cNvSpPr>
            <a:spLocks xmlns:a="http://schemas.openxmlformats.org/drawingml/2006/main" noGrp="1"/>
          </p:cNvSpPr>
          <p:nvPr/>
        </p:nvSpPr>
        <p:spPr>
          <a:xfrm xmlns:a="http://schemas.openxmlformats.org/drawingml/2006/main">
            <a:off x="400050" y="1009650"/>
            <a:ext cx="11391900" cy="9525"/>
          </a:xfrm>
          <a:prstGeom xmlns:a="http://schemas.openxmlformats.org/drawingml/2006/main" prst="rect">
            <a:avLst/>
          </a:prstGeom>
          <a:solidFill xmlns:a="http://schemas.openxmlformats.org/drawingml/2006/main">
            <a:srgbClr val="D8E2E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FB68186-5A86-4355-A70C-90DCBB976F03}"/>
              </a:ext>
            </a:extLst>
          </p:cNvPr>
          <p:cNvSpPr>
            <a:spLocks xmlns:a="http://schemas.openxmlformats.org/drawingml/2006/main" noGrp="1"/>
          </p:cNvSpPr>
          <p:nvPr/>
        </p:nvSpPr>
        <p:spPr>
          <a:xfrm xmlns:a="http://schemas.openxmlformats.org/drawingml/2006/main">
            <a:off x="11334750" y="6477000"/>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0">
                <a:solidFill>
                  <a:srgbClr val="687B8C"/>
                </a:solidFill>
              </a:defRPr>
            </a:pPr>
            <a:r>
              <a:rPr sz="900" b="0">
                <a:solidFill>
                  <a:srgbClr val="687B8C"/>
                </a:solidFill>
              </a:rPr>
              <a:t>26</a:t>
            </a:r>
          </a:p>
        </p:txBody>
      </p:sp>
      <p:sp>
        <p:nvSpPr>
          <p:cNvPr id="6" name="">
            <a:extLst xmlns:a="http://schemas.openxmlformats.org/drawingml/2006/main">
              <a:ext uri="{FF2B5EF4-FFF2-40B4-BE49-F238E27FC236}">
                <a16:creationId xmlns:a16="http://schemas.microsoft.com/office/drawing/2014/main" id="{6B74051D-BF28-45EB-8018-FBB0C6067C68}"/>
              </a:ext>
            </a:extLst>
          </p:cNvPr>
          <p:cNvSpPr>
            <a:spLocks xmlns:a="http://schemas.openxmlformats.org/drawingml/2006/main" noGrp="1"/>
          </p:cNvSpPr>
          <p:nvPr/>
        </p:nvSpPr>
        <p:spPr>
          <a:xfrm xmlns:a="http://schemas.openxmlformats.org/drawingml/2006/main">
            <a:off x="400050" y="1333500"/>
            <a:ext cx="7200900" cy="4457700"/>
          </a:xfrm>
          <a:prstGeom xmlns:a="http://schemas.openxmlformats.org/drawingml/2006/main" prst="roundRect">
            <a:avLst>
              <a:gd name="adj" fmla="val 2564"/>
            </a:avLst>
          </a:prstGeom>
          <a:solidFill xmlns:a="http://schemas.openxmlformats.org/drawingml/2006/main">
            <a:srgbClr val="FFFFFF"/>
          </a:solidFill>
          <a:ln xmlns:a="http://schemas.openxmlformats.org/drawingml/2006/main" w="9525">
            <a:solidFill>
              <a:srgbClr val="D8E2EA"/>
            </a:solidFill>
            <a:prstDash val="solid"/>
          </a:ln>
        </p:spPr>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4bb280332e5d4a6f"/>
          <a:stretch xmlns:a="http://schemas.openxmlformats.org/drawingml/2006/main"/>
        </p:blipFill>
        <p:spPr>
          <a:xfrm xmlns:a="http://schemas.openxmlformats.org/drawingml/2006/main">
            <a:off x="552450" y="1514173"/>
            <a:ext cx="6896100" cy="4039204"/>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E3EC64F6-E2CE-42B4-B0AD-BD0BB38336BE}"/>
              </a:ext>
            </a:extLst>
          </p:cNvPr>
          <p:cNvSpPr>
            <a:spLocks xmlns:a="http://schemas.openxmlformats.org/drawingml/2006/main" noGrp="1"/>
          </p:cNvSpPr>
          <p:nvPr/>
        </p:nvSpPr>
        <p:spPr>
          <a:xfrm xmlns:a="http://schemas.openxmlformats.org/drawingml/2006/main">
            <a:off x="7905750" y="1390650"/>
            <a:ext cx="3733800" cy="1104900"/>
          </a:xfrm>
          <a:prstGeom xmlns:a="http://schemas.openxmlformats.org/drawingml/2006/main" prst="roundRect">
            <a:avLst>
              <a:gd name="adj" fmla="val 10345"/>
            </a:avLst>
          </a:prstGeom>
          <a:solidFill xmlns:a="http://schemas.openxmlformats.org/drawingml/2006/main">
            <a:srgbClr val="EAF3F8"/>
          </a:solidFill>
          <a:ln xmlns:a="http://schemas.openxmlformats.org/drawingml/2006/main" w="9525">
            <a:solidFill>
              <a:srgbClr val="2D76A8"/>
            </a:solidFill>
            <a:prstDash val="solid"/>
          </a:ln>
        </p:spPr>
      </p:sp>
      <p:sp>
        <p:nvSpPr>
          <p:cNvPr id="9" name="">
            <a:extLst xmlns:a="http://schemas.openxmlformats.org/drawingml/2006/main">
              <a:ext uri="{FF2B5EF4-FFF2-40B4-BE49-F238E27FC236}">
                <a16:creationId xmlns:a16="http://schemas.microsoft.com/office/drawing/2014/main" id="{83EF3214-7241-4D3B-824E-0791F5DD41EF}"/>
              </a:ext>
            </a:extLst>
          </p:cNvPr>
          <p:cNvSpPr>
            <a:spLocks xmlns:a="http://schemas.openxmlformats.org/drawingml/2006/main" noGrp="1"/>
          </p:cNvSpPr>
          <p:nvPr/>
        </p:nvSpPr>
        <p:spPr>
          <a:xfrm xmlns:a="http://schemas.openxmlformats.org/drawingml/2006/main">
            <a:off x="8096250" y="1485900"/>
            <a:ext cx="335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2D76A8"/>
                </a:solidFill>
              </a:defRPr>
            </a:pPr>
            <a:r>
              <a:rPr sz="1125" b="1">
                <a:solidFill>
                  <a:srgbClr val="2D76A8"/>
                </a:solidFill>
              </a:rPr>
              <a:t>Accuracy</a:t>
            </a:r>
          </a:p>
        </p:txBody>
      </p:sp>
      <p:sp>
        <p:nvSpPr>
          <p:cNvPr id="10" name="">
            <a:extLst xmlns:a="http://schemas.openxmlformats.org/drawingml/2006/main">
              <a:ext uri="{FF2B5EF4-FFF2-40B4-BE49-F238E27FC236}">
                <a16:creationId xmlns:a16="http://schemas.microsoft.com/office/drawing/2014/main" id="{27F96AD6-7F97-4B85-B3A4-0910CBA1B0C7}"/>
              </a:ext>
            </a:extLst>
          </p:cNvPr>
          <p:cNvSpPr>
            <a:spLocks xmlns:a="http://schemas.openxmlformats.org/drawingml/2006/main" noGrp="1"/>
          </p:cNvSpPr>
          <p:nvPr/>
        </p:nvSpPr>
        <p:spPr>
          <a:xfrm xmlns:a="http://schemas.openxmlformats.org/drawingml/2006/main">
            <a:off x="8096250" y="1790700"/>
            <a:ext cx="876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687B8C"/>
                </a:solidFill>
              </a:defRPr>
            </a:pPr>
            <a:r>
              <a:rPr sz="975" b="1">
                <a:solidFill>
                  <a:srgbClr val="687B8C"/>
                </a:solidFill>
              </a:rPr>
              <a:t>PyTorch</a:t>
            </a:r>
          </a:p>
        </p:txBody>
      </p:sp>
      <p:sp>
        <p:nvSpPr>
          <p:cNvPr id="11" name="">
            <a:extLst xmlns:a="http://schemas.openxmlformats.org/drawingml/2006/main">
              <a:ext uri="{FF2B5EF4-FFF2-40B4-BE49-F238E27FC236}">
                <a16:creationId xmlns:a16="http://schemas.microsoft.com/office/drawing/2014/main" id="{B770B3AA-73BC-466B-86A0-13625C391E82}"/>
              </a:ext>
            </a:extLst>
          </p:cNvPr>
          <p:cNvSpPr>
            <a:spLocks xmlns:a="http://schemas.openxmlformats.org/drawingml/2006/main" noGrp="1"/>
          </p:cNvSpPr>
          <p:nvPr/>
        </p:nvSpPr>
        <p:spPr>
          <a:xfrm xmlns:a="http://schemas.openxmlformats.org/drawingml/2006/main">
            <a:off x="8991600" y="17526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183247"/>
                </a:solidFill>
              </a:defRPr>
            </a:pPr>
            <a:r>
              <a:rPr sz="1425" b="1">
                <a:solidFill>
                  <a:srgbClr val="183247"/>
                </a:solidFill>
              </a:rPr>
              <a:t>0.526 ± 0.097</a:t>
            </a:r>
          </a:p>
        </p:txBody>
      </p:sp>
      <p:sp>
        <p:nvSpPr>
          <p:cNvPr id="12" name="">
            <a:extLst xmlns:a="http://schemas.openxmlformats.org/drawingml/2006/main">
              <a:ext uri="{FF2B5EF4-FFF2-40B4-BE49-F238E27FC236}">
                <a16:creationId xmlns:a16="http://schemas.microsoft.com/office/drawing/2014/main" id="{27CAFD59-29A1-4D4C-BC93-063349AE7279}"/>
              </a:ext>
            </a:extLst>
          </p:cNvPr>
          <p:cNvSpPr>
            <a:spLocks xmlns:a="http://schemas.openxmlformats.org/drawingml/2006/main" noGrp="1"/>
          </p:cNvSpPr>
          <p:nvPr/>
        </p:nvSpPr>
        <p:spPr>
          <a:xfrm xmlns:a="http://schemas.openxmlformats.org/drawingml/2006/main">
            <a:off x="8096250" y="2114550"/>
            <a:ext cx="876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687B8C"/>
                </a:solidFill>
              </a:defRPr>
            </a:pPr>
            <a:r>
              <a:rPr sz="975" b="1">
                <a:solidFill>
                  <a:srgbClr val="687B8C"/>
                </a:solidFill>
              </a:rPr>
              <a:t>Jittor</a:t>
            </a:r>
          </a:p>
        </p:txBody>
      </p:sp>
      <p:sp>
        <p:nvSpPr>
          <p:cNvPr id="13" name="">
            <a:extLst xmlns:a="http://schemas.openxmlformats.org/drawingml/2006/main">
              <a:ext uri="{FF2B5EF4-FFF2-40B4-BE49-F238E27FC236}">
                <a16:creationId xmlns:a16="http://schemas.microsoft.com/office/drawing/2014/main" id="{47AEDAE2-848E-4360-9731-AA5F1F3B1171}"/>
              </a:ext>
            </a:extLst>
          </p:cNvPr>
          <p:cNvSpPr>
            <a:spLocks xmlns:a="http://schemas.openxmlformats.org/drawingml/2006/main" noGrp="1"/>
          </p:cNvSpPr>
          <p:nvPr/>
        </p:nvSpPr>
        <p:spPr>
          <a:xfrm xmlns:a="http://schemas.openxmlformats.org/drawingml/2006/main">
            <a:off x="8991600" y="20764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2D76A8"/>
                </a:solidFill>
              </a:defRPr>
            </a:pPr>
            <a:r>
              <a:rPr sz="1425" b="1">
                <a:solidFill>
                  <a:srgbClr val="2D76A8"/>
                </a:solidFill>
              </a:rPr>
              <a:t>0.522 ± 0.091</a:t>
            </a:r>
          </a:p>
        </p:txBody>
      </p:sp>
      <p:sp>
        <p:nvSpPr>
          <p:cNvPr id="14" name="">
            <a:extLst xmlns:a="http://schemas.openxmlformats.org/drawingml/2006/main">
              <a:ext uri="{FF2B5EF4-FFF2-40B4-BE49-F238E27FC236}">
                <a16:creationId xmlns:a16="http://schemas.microsoft.com/office/drawing/2014/main" id="{B23DFFF2-27B1-4ED0-BC68-96E740C62E7F}"/>
              </a:ext>
            </a:extLst>
          </p:cNvPr>
          <p:cNvSpPr>
            <a:spLocks xmlns:a="http://schemas.openxmlformats.org/drawingml/2006/main" noGrp="1"/>
          </p:cNvSpPr>
          <p:nvPr/>
        </p:nvSpPr>
        <p:spPr>
          <a:xfrm xmlns:a="http://schemas.openxmlformats.org/drawingml/2006/main">
            <a:off x="7905750" y="2686050"/>
            <a:ext cx="3733800" cy="1104900"/>
          </a:xfrm>
          <a:prstGeom xmlns:a="http://schemas.openxmlformats.org/drawingml/2006/main" prst="roundRect">
            <a:avLst>
              <a:gd name="adj" fmla="val 10345"/>
            </a:avLst>
          </a:prstGeom>
          <a:solidFill xmlns:a="http://schemas.openxmlformats.org/drawingml/2006/main">
            <a:srgbClr val="FFF4E7"/>
          </a:solidFill>
          <a:ln xmlns:a="http://schemas.openxmlformats.org/drawingml/2006/main" w="9525">
            <a:solidFill>
              <a:srgbClr val="F0A24A"/>
            </a:solidFill>
            <a:prstDash val="solid"/>
          </a:ln>
        </p:spPr>
      </p:sp>
      <p:sp>
        <p:nvSpPr>
          <p:cNvPr id="15" name="">
            <a:extLst xmlns:a="http://schemas.openxmlformats.org/drawingml/2006/main">
              <a:ext uri="{FF2B5EF4-FFF2-40B4-BE49-F238E27FC236}">
                <a16:creationId xmlns:a16="http://schemas.microsoft.com/office/drawing/2014/main" id="{45A56BEA-D332-4A3E-B400-CD933F153F2F}"/>
              </a:ext>
            </a:extLst>
          </p:cNvPr>
          <p:cNvSpPr>
            <a:spLocks xmlns:a="http://schemas.openxmlformats.org/drawingml/2006/main" noGrp="1"/>
          </p:cNvSpPr>
          <p:nvPr/>
        </p:nvSpPr>
        <p:spPr>
          <a:xfrm xmlns:a="http://schemas.openxmlformats.org/drawingml/2006/main">
            <a:off x="8096250" y="2781300"/>
            <a:ext cx="335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0A24A"/>
                </a:solidFill>
              </a:defRPr>
            </a:pPr>
            <a:r>
              <a:rPr sz="1125" b="1">
                <a:solidFill>
                  <a:srgbClr val="F0A24A"/>
                </a:solidFill>
              </a:rPr>
              <a:t>Macro-F1</a:t>
            </a:r>
          </a:p>
        </p:txBody>
      </p:sp>
      <p:sp>
        <p:nvSpPr>
          <p:cNvPr id="16" name="">
            <a:extLst xmlns:a="http://schemas.openxmlformats.org/drawingml/2006/main">
              <a:ext uri="{FF2B5EF4-FFF2-40B4-BE49-F238E27FC236}">
                <a16:creationId xmlns:a16="http://schemas.microsoft.com/office/drawing/2014/main" id="{5768EBCA-FE16-499A-916C-604F73BA07DE}"/>
              </a:ext>
            </a:extLst>
          </p:cNvPr>
          <p:cNvSpPr>
            <a:spLocks xmlns:a="http://schemas.openxmlformats.org/drawingml/2006/main" noGrp="1"/>
          </p:cNvSpPr>
          <p:nvPr/>
        </p:nvSpPr>
        <p:spPr>
          <a:xfrm xmlns:a="http://schemas.openxmlformats.org/drawingml/2006/main">
            <a:off x="8096250" y="3086100"/>
            <a:ext cx="876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687B8C"/>
                </a:solidFill>
              </a:defRPr>
            </a:pPr>
            <a:r>
              <a:rPr sz="975" b="1">
                <a:solidFill>
                  <a:srgbClr val="687B8C"/>
                </a:solidFill>
              </a:rPr>
              <a:t>PyTorch</a:t>
            </a:r>
          </a:p>
        </p:txBody>
      </p:sp>
      <p:sp>
        <p:nvSpPr>
          <p:cNvPr id="17" name="">
            <a:extLst xmlns:a="http://schemas.openxmlformats.org/drawingml/2006/main">
              <a:ext uri="{FF2B5EF4-FFF2-40B4-BE49-F238E27FC236}">
                <a16:creationId xmlns:a16="http://schemas.microsoft.com/office/drawing/2014/main" id="{D45B8D0A-6BA1-4FF6-8B9A-0A1B0FDCFA28}"/>
              </a:ext>
            </a:extLst>
          </p:cNvPr>
          <p:cNvSpPr>
            <a:spLocks xmlns:a="http://schemas.openxmlformats.org/drawingml/2006/main" noGrp="1"/>
          </p:cNvSpPr>
          <p:nvPr/>
        </p:nvSpPr>
        <p:spPr>
          <a:xfrm xmlns:a="http://schemas.openxmlformats.org/drawingml/2006/main">
            <a:off x="8991600" y="30480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183247"/>
                </a:solidFill>
              </a:defRPr>
            </a:pPr>
            <a:r>
              <a:rPr sz="1425" b="1">
                <a:solidFill>
                  <a:srgbClr val="183247"/>
                </a:solidFill>
              </a:rPr>
              <a:t>0.499 ± 0.136</a:t>
            </a:r>
          </a:p>
        </p:txBody>
      </p:sp>
      <p:sp>
        <p:nvSpPr>
          <p:cNvPr id="18" name="">
            <a:extLst xmlns:a="http://schemas.openxmlformats.org/drawingml/2006/main">
              <a:ext uri="{FF2B5EF4-FFF2-40B4-BE49-F238E27FC236}">
                <a16:creationId xmlns:a16="http://schemas.microsoft.com/office/drawing/2014/main" id="{DFE484DD-9C21-4FFA-9278-B35E34CC39F2}"/>
              </a:ext>
            </a:extLst>
          </p:cNvPr>
          <p:cNvSpPr>
            <a:spLocks xmlns:a="http://schemas.openxmlformats.org/drawingml/2006/main" noGrp="1"/>
          </p:cNvSpPr>
          <p:nvPr/>
        </p:nvSpPr>
        <p:spPr>
          <a:xfrm xmlns:a="http://schemas.openxmlformats.org/drawingml/2006/main">
            <a:off x="8096250" y="3409950"/>
            <a:ext cx="876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687B8C"/>
                </a:solidFill>
              </a:defRPr>
            </a:pPr>
            <a:r>
              <a:rPr sz="975" b="1">
                <a:solidFill>
                  <a:srgbClr val="687B8C"/>
                </a:solidFill>
              </a:rPr>
              <a:t>Jittor</a:t>
            </a:r>
          </a:p>
        </p:txBody>
      </p:sp>
      <p:sp>
        <p:nvSpPr>
          <p:cNvPr id="19" name="">
            <a:extLst xmlns:a="http://schemas.openxmlformats.org/drawingml/2006/main">
              <a:ext uri="{FF2B5EF4-FFF2-40B4-BE49-F238E27FC236}">
                <a16:creationId xmlns:a16="http://schemas.microsoft.com/office/drawing/2014/main" id="{969622D1-FE55-457E-A0E6-A622FF87752E}"/>
              </a:ext>
            </a:extLst>
          </p:cNvPr>
          <p:cNvSpPr>
            <a:spLocks xmlns:a="http://schemas.openxmlformats.org/drawingml/2006/main" noGrp="1"/>
          </p:cNvSpPr>
          <p:nvPr/>
        </p:nvSpPr>
        <p:spPr>
          <a:xfrm xmlns:a="http://schemas.openxmlformats.org/drawingml/2006/main">
            <a:off x="8991600" y="33718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F0A24A"/>
                </a:solidFill>
              </a:defRPr>
            </a:pPr>
            <a:r>
              <a:rPr sz="1425" b="1">
                <a:solidFill>
                  <a:srgbClr val="F0A24A"/>
                </a:solidFill>
              </a:rPr>
              <a:t>0.495 ± 0.130</a:t>
            </a:r>
          </a:p>
        </p:txBody>
      </p:sp>
      <p:sp>
        <p:nvSpPr>
          <p:cNvPr id="20" name="">
            <a:extLst xmlns:a="http://schemas.openxmlformats.org/drawingml/2006/main">
              <a:ext uri="{FF2B5EF4-FFF2-40B4-BE49-F238E27FC236}">
                <a16:creationId xmlns:a16="http://schemas.microsoft.com/office/drawing/2014/main" id="{6F66CF0C-F95E-44D0-B237-700C0E62980C}"/>
              </a:ext>
            </a:extLst>
          </p:cNvPr>
          <p:cNvSpPr>
            <a:spLocks xmlns:a="http://schemas.openxmlformats.org/drawingml/2006/main" noGrp="1"/>
          </p:cNvSpPr>
          <p:nvPr/>
        </p:nvSpPr>
        <p:spPr>
          <a:xfrm xmlns:a="http://schemas.openxmlformats.org/drawingml/2006/main">
            <a:off x="7905750" y="3981450"/>
            <a:ext cx="3733800" cy="1104900"/>
          </a:xfrm>
          <a:prstGeom xmlns:a="http://schemas.openxmlformats.org/drawingml/2006/main" prst="roundRect">
            <a:avLst>
              <a:gd name="adj" fmla="val 10345"/>
            </a:avLst>
          </a:prstGeom>
          <a:solidFill xmlns:a="http://schemas.openxmlformats.org/drawingml/2006/main">
            <a:srgbClr val="E9F7F4"/>
          </a:solidFill>
          <a:ln xmlns:a="http://schemas.openxmlformats.org/drawingml/2006/main" w="9525">
            <a:solidFill>
              <a:srgbClr val="28A99E"/>
            </a:solidFill>
            <a:prstDash val="solid"/>
          </a:ln>
        </p:spPr>
      </p:sp>
      <p:sp>
        <p:nvSpPr>
          <p:cNvPr id="21" name="">
            <a:extLst xmlns:a="http://schemas.openxmlformats.org/drawingml/2006/main">
              <a:ext uri="{FF2B5EF4-FFF2-40B4-BE49-F238E27FC236}">
                <a16:creationId xmlns:a16="http://schemas.microsoft.com/office/drawing/2014/main" id="{E115C6ED-643B-4B0B-BC26-492BBA117B7C}"/>
              </a:ext>
            </a:extLst>
          </p:cNvPr>
          <p:cNvSpPr>
            <a:spLocks xmlns:a="http://schemas.openxmlformats.org/drawingml/2006/main" noGrp="1"/>
          </p:cNvSpPr>
          <p:nvPr/>
        </p:nvSpPr>
        <p:spPr>
          <a:xfrm xmlns:a="http://schemas.openxmlformats.org/drawingml/2006/main">
            <a:off x="8096250" y="4076700"/>
            <a:ext cx="335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28A99E"/>
                </a:solidFill>
              </a:defRPr>
            </a:pPr>
            <a:r>
              <a:rPr sz="1125" b="1">
                <a:solidFill>
                  <a:srgbClr val="28A99E"/>
                </a:solidFill>
              </a:rPr>
              <a:t>Macro-AUROC</a:t>
            </a:r>
          </a:p>
        </p:txBody>
      </p:sp>
      <p:sp>
        <p:nvSpPr>
          <p:cNvPr id="22" name="">
            <a:extLst xmlns:a="http://schemas.openxmlformats.org/drawingml/2006/main">
              <a:ext uri="{FF2B5EF4-FFF2-40B4-BE49-F238E27FC236}">
                <a16:creationId xmlns:a16="http://schemas.microsoft.com/office/drawing/2014/main" id="{792223B0-A873-40A3-96C2-2C0ABC584E3A}"/>
              </a:ext>
            </a:extLst>
          </p:cNvPr>
          <p:cNvSpPr>
            <a:spLocks xmlns:a="http://schemas.openxmlformats.org/drawingml/2006/main" noGrp="1"/>
          </p:cNvSpPr>
          <p:nvPr/>
        </p:nvSpPr>
        <p:spPr>
          <a:xfrm xmlns:a="http://schemas.openxmlformats.org/drawingml/2006/main">
            <a:off x="8096250" y="4381500"/>
            <a:ext cx="876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687B8C"/>
                </a:solidFill>
              </a:defRPr>
            </a:pPr>
            <a:r>
              <a:rPr sz="975" b="1">
                <a:solidFill>
                  <a:srgbClr val="687B8C"/>
                </a:solidFill>
              </a:rPr>
              <a:t>PyTorch</a:t>
            </a:r>
          </a:p>
        </p:txBody>
      </p:sp>
      <p:sp>
        <p:nvSpPr>
          <p:cNvPr id="23" name="">
            <a:extLst xmlns:a="http://schemas.openxmlformats.org/drawingml/2006/main">
              <a:ext uri="{FF2B5EF4-FFF2-40B4-BE49-F238E27FC236}">
                <a16:creationId xmlns:a16="http://schemas.microsoft.com/office/drawing/2014/main" id="{1C061802-9C86-41BA-A7CB-39F5ED6835EA}"/>
              </a:ext>
            </a:extLst>
          </p:cNvPr>
          <p:cNvSpPr>
            <a:spLocks xmlns:a="http://schemas.openxmlformats.org/drawingml/2006/main" noGrp="1"/>
          </p:cNvSpPr>
          <p:nvPr/>
        </p:nvSpPr>
        <p:spPr>
          <a:xfrm xmlns:a="http://schemas.openxmlformats.org/drawingml/2006/main">
            <a:off x="8991600" y="43434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183247"/>
                </a:solidFill>
              </a:defRPr>
            </a:pPr>
            <a:r>
              <a:rPr sz="1425" b="1">
                <a:solidFill>
                  <a:srgbClr val="183247"/>
                </a:solidFill>
              </a:rPr>
              <a:t>0.771 ± 0.095</a:t>
            </a:r>
          </a:p>
        </p:txBody>
      </p:sp>
      <p:sp>
        <p:nvSpPr>
          <p:cNvPr id="24" name="">
            <a:extLst xmlns:a="http://schemas.openxmlformats.org/drawingml/2006/main">
              <a:ext uri="{FF2B5EF4-FFF2-40B4-BE49-F238E27FC236}">
                <a16:creationId xmlns:a16="http://schemas.microsoft.com/office/drawing/2014/main" id="{913655E7-8F97-4918-82F7-B7658656D405}"/>
              </a:ext>
            </a:extLst>
          </p:cNvPr>
          <p:cNvSpPr>
            <a:spLocks xmlns:a="http://schemas.openxmlformats.org/drawingml/2006/main" noGrp="1"/>
          </p:cNvSpPr>
          <p:nvPr/>
        </p:nvSpPr>
        <p:spPr>
          <a:xfrm xmlns:a="http://schemas.openxmlformats.org/drawingml/2006/main">
            <a:off x="8096250" y="4705350"/>
            <a:ext cx="876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687B8C"/>
                </a:solidFill>
              </a:defRPr>
            </a:pPr>
            <a:r>
              <a:rPr sz="975" b="1">
                <a:solidFill>
                  <a:srgbClr val="687B8C"/>
                </a:solidFill>
              </a:rPr>
              <a:t>Jittor</a:t>
            </a:r>
          </a:p>
        </p:txBody>
      </p:sp>
      <p:sp>
        <p:nvSpPr>
          <p:cNvPr id="25" name="">
            <a:extLst xmlns:a="http://schemas.openxmlformats.org/drawingml/2006/main">
              <a:ext uri="{FF2B5EF4-FFF2-40B4-BE49-F238E27FC236}">
                <a16:creationId xmlns:a16="http://schemas.microsoft.com/office/drawing/2014/main" id="{D024DA49-7E1C-4963-82B1-81DA7B4FD360}"/>
              </a:ext>
            </a:extLst>
          </p:cNvPr>
          <p:cNvSpPr>
            <a:spLocks xmlns:a="http://schemas.openxmlformats.org/drawingml/2006/main" noGrp="1"/>
          </p:cNvSpPr>
          <p:nvPr/>
        </p:nvSpPr>
        <p:spPr>
          <a:xfrm xmlns:a="http://schemas.openxmlformats.org/drawingml/2006/main">
            <a:off x="8991600" y="46672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28A99E"/>
                </a:solidFill>
              </a:defRPr>
            </a:pPr>
            <a:r>
              <a:rPr sz="1425" b="1">
                <a:solidFill>
                  <a:srgbClr val="28A99E"/>
                </a:solidFill>
              </a:rPr>
              <a:t>0.769 ± 0.096</a:t>
            </a:r>
          </a:p>
        </p:txBody>
      </p:sp>
      <p:sp>
        <p:nvSpPr>
          <p:cNvPr id="26" name="">
            <a:extLst xmlns:a="http://schemas.openxmlformats.org/drawingml/2006/main">
              <a:ext uri="{FF2B5EF4-FFF2-40B4-BE49-F238E27FC236}">
                <a16:creationId xmlns:a16="http://schemas.microsoft.com/office/drawing/2014/main" id="{06DC81D0-A8AE-476C-9B9A-2660FF200664}"/>
              </a:ext>
            </a:extLst>
          </p:cNvPr>
          <p:cNvSpPr>
            <a:spLocks xmlns:a="http://schemas.openxmlformats.org/drawingml/2006/main" noGrp="1"/>
          </p:cNvSpPr>
          <p:nvPr/>
        </p:nvSpPr>
        <p:spPr>
          <a:xfrm xmlns:a="http://schemas.openxmlformats.org/drawingml/2006/main">
            <a:off x="876300" y="5886450"/>
            <a:ext cx="10439400" cy="514350"/>
          </a:xfrm>
          <a:prstGeom xmlns:a="http://schemas.openxmlformats.org/drawingml/2006/main" prst="roundRect">
            <a:avLst>
              <a:gd name="adj" fmla="val 50000"/>
            </a:avLst>
          </a:prstGeom>
          <a:solidFill xmlns:a="http://schemas.openxmlformats.org/drawingml/2006/main">
            <a:srgbClr val="E9F7F4"/>
          </a:solidFill>
          <a:ln xmlns:a="http://schemas.openxmlformats.org/drawingml/2006/main" w="9525">
            <a:solidFill>
              <a:srgbClr val="28A99E"/>
            </a:solidFill>
            <a:prstDash val="solid"/>
          </a:ln>
        </p:spPr>
      </p:sp>
      <p:sp>
        <p:nvSpPr>
          <p:cNvPr id="27" name="">
            <a:extLst xmlns:a="http://schemas.openxmlformats.org/drawingml/2006/main">
              <a:ext uri="{FF2B5EF4-FFF2-40B4-BE49-F238E27FC236}">
                <a16:creationId xmlns:a16="http://schemas.microsoft.com/office/drawing/2014/main" id="{241F5481-20AD-40E7-B0C7-58B28F210344}"/>
              </a:ext>
            </a:extLst>
          </p:cNvPr>
          <p:cNvSpPr>
            <a:spLocks xmlns:a="http://schemas.openxmlformats.org/drawingml/2006/main" noGrp="1"/>
          </p:cNvSpPr>
          <p:nvPr/>
        </p:nvSpPr>
        <p:spPr>
          <a:xfrm xmlns:a="http://schemas.openxmlformats.org/drawingml/2006/main">
            <a:off x="1066800" y="5962650"/>
            <a:ext cx="10058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8A99E"/>
                </a:solidFill>
              </a:defRPr>
            </a:pPr>
            <a:r>
              <a:rPr sz="1350" b="1">
                <a:solidFill>
                  <a:srgbClr val="28A99E"/>
                </a:solidFill>
              </a:rPr>
              <a:t>Jittor 三种子已回写：四项指标最大绝对差 1.19e-2</a:t>
            </a:r>
          </a:p>
        </p:txBody>
      </p:sp>
    </p:spTree>
    <p:extLst>
      <p:ext uri="{BB962C8B-B14F-4D97-AF65-F5344CB8AC3E}">
        <p14:creationId xmlns:p14="http://schemas.microsoft.com/office/powerpoint/2010/main" val="800010675"/>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D9C8D666-B1DB-4B2D-A51F-9617074BA326}"/>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174A7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419E33D-7734-44F7-B1B9-50A7E95174BC}"/>
              </a:ext>
            </a:extLst>
          </p:cNvPr>
          <p:cNvSpPr>
            <a:spLocks xmlns:a="http://schemas.openxmlformats.org/drawingml/2006/main" noGrp="1"/>
          </p:cNvSpPr>
          <p:nvPr/>
        </p:nvSpPr>
        <p:spPr>
          <a:xfrm xmlns:a="http://schemas.openxmlformats.org/drawingml/2006/main">
            <a:off x="400050" y="19050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D76A8"/>
                </a:solidFill>
              </a:defRPr>
            </a:pPr>
            <a:r>
              <a:rPr sz="975" b="1">
                <a:solidFill>
                  <a:srgbClr val="2D76A8"/>
                </a:solidFill>
              </a:rPr>
              <a:t>04 · 可解释性输出</a:t>
            </a:r>
          </a:p>
        </p:txBody>
      </p:sp>
      <p:sp>
        <p:nvSpPr>
          <p:cNvPr id="3" name="">
            <a:extLst xmlns:a="http://schemas.openxmlformats.org/drawingml/2006/main">
              <a:ext uri="{FF2B5EF4-FFF2-40B4-BE49-F238E27FC236}">
                <a16:creationId xmlns:a16="http://schemas.microsoft.com/office/drawing/2014/main" id="{3BB0AE7E-4C4E-455B-8BF2-5C62A769268D}"/>
              </a:ext>
            </a:extLst>
          </p:cNvPr>
          <p:cNvSpPr>
            <a:spLocks xmlns:a="http://schemas.openxmlformats.org/drawingml/2006/main" noGrp="1"/>
          </p:cNvSpPr>
          <p:nvPr/>
        </p:nvSpPr>
        <p:spPr>
          <a:xfrm xmlns:a="http://schemas.openxmlformats.org/drawingml/2006/main">
            <a:off x="400050" y="419100"/>
            <a:ext cx="11191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250" b="1">
                <a:solidFill>
                  <a:srgbClr val="183247"/>
                </a:solidFill>
              </a:defRPr>
            </a:pPr>
            <a:r>
              <a:rPr sz="2250" b="1">
                <a:solidFill>
                  <a:srgbClr val="183247"/>
                </a:solidFill>
              </a:rPr>
              <a:t>困难版注意力排名仍可用于检查两个框架关注的 patch</a:t>
            </a:r>
          </a:p>
        </p:txBody>
      </p:sp>
      <p:sp>
        <p:nvSpPr>
          <p:cNvPr id="4" name="">
            <a:extLst xmlns:a="http://schemas.openxmlformats.org/drawingml/2006/main">
              <a:ext uri="{FF2B5EF4-FFF2-40B4-BE49-F238E27FC236}">
                <a16:creationId xmlns:a16="http://schemas.microsoft.com/office/drawing/2014/main" id="{D56B6E0C-1E55-4EA7-A1D0-0A1334B60403}"/>
              </a:ext>
            </a:extLst>
          </p:cNvPr>
          <p:cNvSpPr>
            <a:spLocks xmlns:a="http://schemas.openxmlformats.org/drawingml/2006/main" noGrp="1"/>
          </p:cNvSpPr>
          <p:nvPr/>
        </p:nvSpPr>
        <p:spPr>
          <a:xfrm xmlns:a="http://schemas.openxmlformats.org/drawingml/2006/main">
            <a:off x="400050" y="1009650"/>
            <a:ext cx="11391900" cy="9525"/>
          </a:xfrm>
          <a:prstGeom xmlns:a="http://schemas.openxmlformats.org/drawingml/2006/main" prst="rect">
            <a:avLst/>
          </a:prstGeom>
          <a:solidFill xmlns:a="http://schemas.openxmlformats.org/drawingml/2006/main">
            <a:srgbClr val="D8E2E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5984815-C072-4375-84B6-E5DDC212F6A0}"/>
              </a:ext>
            </a:extLst>
          </p:cNvPr>
          <p:cNvSpPr>
            <a:spLocks xmlns:a="http://schemas.openxmlformats.org/drawingml/2006/main" noGrp="1"/>
          </p:cNvSpPr>
          <p:nvPr/>
        </p:nvSpPr>
        <p:spPr>
          <a:xfrm xmlns:a="http://schemas.openxmlformats.org/drawingml/2006/main">
            <a:off x="11334750" y="6477000"/>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0">
                <a:solidFill>
                  <a:srgbClr val="687B8C"/>
                </a:solidFill>
              </a:defRPr>
            </a:pPr>
            <a:r>
              <a:rPr sz="900" b="0">
                <a:solidFill>
                  <a:srgbClr val="687B8C"/>
                </a:solidFill>
              </a:rPr>
              <a:t>27</a:t>
            </a:r>
          </a:p>
        </p:txBody>
      </p:sp>
      <p:sp>
        <p:nvSpPr>
          <p:cNvPr id="6" name="">
            <a:extLst xmlns:a="http://schemas.openxmlformats.org/drawingml/2006/main">
              <a:ext uri="{FF2B5EF4-FFF2-40B4-BE49-F238E27FC236}">
                <a16:creationId xmlns:a16="http://schemas.microsoft.com/office/drawing/2014/main" id="{07B1ABF5-46D9-4BC3-AD35-78D8E665F05C}"/>
              </a:ext>
            </a:extLst>
          </p:cNvPr>
          <p:cNvSpPr>
            <a:spLocks xmlns:a="http://schemas.openxmlformats.org/drawingml/2006/main" noGrp="1"/>
          </p:cNvSpPr>
          <p:nvPr/>
        </p:nvSpPr>
        <p:spPr>
          <a:xfrm xmlns:a="http://schemas.openxmlformats.org/drawingml/2006/main">
            <a:off x="457200" y="1371600"/>
            <a:ext cx="5410200" cy="4343400"/>
          </a:xfrm>
          <a:prstGeom xmlns:a="http://schemas.openxmlformats.org/drawingml/2006/main" prst="roundRect">
            <a:avLst>
              <a:gd name="adj" fmla="val 2632"/>
            </a:avLst>
          </a:prstGeom>
          <a:solidFill xmlns:a="http://schemas.openxmlformats.org/drawingml/2006/main">
            <a:srgbClr val="FFFFFF"/>
          </a:solidFill>
          <a:ln xmlns:a="http://schemas.openxmlformats.org/drawingml/2006/main" w="9525">
            <a:solidFill>
              <a:srgbClr val="D8E2EA"/>
            </a:solid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39f631bbc0314206"/>
          <a:stretch xmlns:a="http://schemas.openxmlformats.org/drawingml/2006/main"/>
        </p:blipFill>
        <p:spPr>
          <a:xfrm xmlns:a="http://schemas.openxmlformats.org/drawingml/2006/main">
            <a:off x="609600" y="2011680"/>
            <a:ext cx="5105400" cy="306324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25745519-07BE-4E01-81F8-D0DF8A6A28B9}"/>
              </a:ext>
            </a:extLst>
          </p:cNvPr>
          <p:cNvSpPr>
            <a:spLocks xmlns:a="http://schemas.openxmlformats.org/drawingml/2006/main" noGrp="1"/>
          </p:cNvSpPr>
          <p:nvPr/>
        </p:nvSpPr>
        <p:spPr>
          <a:xfrm xmlns:a="http://schemas.openxmlformats.org/drawingml/2006/main">
            <a:off x="6324600" y="1371600"/>
            <a:ext cx="5410200" cy="4343400"/>
          </a:xfrm>
          <a:prstGeom xmlns:a="http://schemas.openxmlformats.org/drawingml/2006/main" prst="roundRect">
            <a:avLst>
              <a:gd name="adj" fmla="val 2632"/>
            </a:avLst>
          </a:prstGeom>
          <a:solidFill xmlns:a="http://schemas.openxmlformats.org/drawingml/2006/main">
            <a:srgbClr val="FFFFFF"/>
          </a:solidFill>
          <a:ln xmlns:a="http://schemas.openxmlformats.org/drawingml/2006/main" w="9525">
            <a:solidFill>
              <a:srgbClr val="D8E2EA"/>
            </a:solidFill>
            <a:prstDash val="solid"/>
          </a:ln>
        </p:spPr>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87d441e5e37a40f5"/>
          <a:stretch xmlns:a="http://schemas.openxmlformats.org/drawingml/2006/main"/>
        </p:blipFill>
        <p:spPr>
          <a:xfrm xmlns:a="http://schemas.openxmlformats.org/drawingml/2006/main">
            <a:off x="6477000" y="2011680"/>
            <a:ext cx="5105400" cy="306324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7273EA45-C2C1-445C-8CF1-95FA15DA7096}"/>
              </a:ext>
            </a:extLst>
          </p:cNvPr>
          <p:cNvSpPr>
            <a:spLocks xmlns:a="http://schemas.openxmlformats.org/drawingml/2006/main" noGrp="1"/>
          </p:cNvSpPr>
          <p:nvPr/>
        </p:nvSpPr>
        <p:spPr>
          <a:xfrm xmlns:a="http://schemas.openxmlformats.org/drawingml/2006/main">
            <a:off x="2324100" y="1181100"/>
            <a:ext cx="1676400" cy="323850"/>
          </a:xfrm>
          <a:prstGeom xmlns:a="http://schemas.openxmlformats.org/drawingml/2006/main" prst="roundRect">
            <a:avLst>
              <a:gd name="adj" fmla="val 50000"/>
            </a:avLst>
          </a:prstGeom>
          <a:solidFill xmlns:a="http://schemas.openxmlformats.org/drawingml/2006/main">
            <a:srgbClr val="2D76A8"/>
          </a:solidFill>
          <a:ln xmlns:a="http://schemas.openxmlformats.org/drawingml/2006/main" w="9525">
            <a:solidFill>
              <a:srgbClr val="2D76A8"/>
            </a:solidFill>
            <a:prstDash val="solid"/>
          </a:ln>
        </p:spPr>
      </p:sp>
      <p:sp>
        <p:nvSpPr>
          <p:cNvPr id="11" name="">
            <a:extLst xmlns:a="http://schemas.openxmlformats.org/drawingml/2006/main">
              <a:ext uri="{FF2B5EF4-FFF2-40B4-BE49-F238E27FC236}">
                <a16:creationId xmlns:a16="http://schemas.microsoft.com/office/drawing/2014/main" id="{9CC5C9ED-83BB-4847-8B9A-4EEBFF6D141D}"/>
              </a:ext>
            </a:extLst>
          </p:cNvPr>
          <p:cNvSpPr>
            <a:spLocks xmlns:a="http://schemas.openxmlformats.org/drawingml/2006/main" noGrp="1"/>
          </p:cNvSpPr>
          <p:nvPr/>
        </p:nvSpPr>
        <p:spPr>
          <a:xfrm xmlns:a="http://schemas.openxmlformats.org/drawingml/2006/main">
            <a:off x="2324100" y="1190625"/>
            <a:ext cx="16764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FFFFFF"/>
                </a:solidFill>
              </a:defRPr>
            </a:pPr>
            <a:r>
              <a:rPr sz="1200" b="1">
                <a:solidFill>
                  <a:srgbClr val="FFFFFF"/>
                </a:solidFill>
              </a:rPr>
              <a:t>PyTorch</a:t>
            </a:r>
          </a:p>
        </p:txBody>
      </p:sp>
      <p:sp>
        <p:nvSpPr>
          <p:cNvPr id="12" name="">
            <a:extLst xmlns:a="http://schemas.openxmlformats.org/drawingml/2006/main">
              <a:ext uri="{FF2B5EF4-FFF2-40B4-BE49-F238E27FC236}">
                <a16:creationId xmlns:a16="http://schemas.microsoft.com/office/drawing/2014/main" id="{239125E5-F3F4-4526-B95C-74C9B48218AD}"/>
              </a:ext>
            </a:extLst>
          </p:cNvPr>
          <p:cNvSpPr>
            <a:spLocks xmlns:a="http://schemas.openxmlformats.org/drawingml/2006/main" noGrp="1"/>
          </p:cNvSpPr>
          <p:nvPr/>
        </p:nvSpPr>
        <p:spPr>
          <a:xfrm xmlns:a="http://schemas.openxmlformats.org/drawingml/2006/main">
            <a:off x="8191500" y="1181100"/>
            <a:ext cx="1676400" cy="323850"/>
          </a:xfrm>
          <a:prstGeom xmlns:a="http://schemas.openxmlformats.org/drawingml/2006/main" prst="roundRect">
            <a:avLst>
              <a:gd name="adj" fmla="val 50000"/>
            </a:avLst>
          </a:prstGeom>
          <a:solidFill xmlns:a="http://schemas.openxmlformats.org/drawingml/2006/main">
            <a:srgbClr val="28A99E"/>
          </a:solidFill>
          <a:ln xmlns:a="http://schemas.openxmlformats.org/drawingml/2006/main" w="9525">
            <a:solidFill>
              <a:srgbClr val="28A99E"/>
            </a:solidFill>
            <a:prstDash val="solid"/>
          </a:ln>
        </p:spPr>
      </p:sp>
      <p:sp>
        <p:nvSpPr>
          <p:cNvPr id="13" name="">
            <a:extLst xmlns:a="http://schemas.openxmlformats.org/drawingml/2006/main">
              <a:ext uri="{FF2B5EF4-FFF2-40B4-BE49-F238E27FC236}">
                <a16:creationId xmlns:a16="http://schemas.microsoft.com/office/drawing/2014/main" id="{1B74975C-3319-48EC-AB90-A58DBE4495B2}"/>
              </a:ext>
            </a:extLst>
          </p:cNvPr>
          <p:cNvSpPr>
            <a:spLocks xmlns:a="http://schemas.openxmlformats.org/drawingml/2006/main" noGrp="1"/>
          </p:cNvSpPr>
          <p:nvPr/>
        </p:nvSpPr>
        <p:spPr>
          <a:xfrm xmlns:a="http://schemas.openxmlformats.org/drawingml/2006/main">
            <a:off x="8191500" y="1190625"/>
            <a:ext cx="16764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FFFFFF"/>
                </a:solidFill>
              </a:defRPr>
            </a:pPr>
            <a:r>
              <a:rPr sz="1200" b="1">
                <a:solidFill>
                  <a:srgbClr val="FFFFFF"/>
                </a:solidFill>
              </a:rPr>
              <a:t>Jittor</a:t>
            </a:r>
          </a:p>
        </p:txBody>
      </p:sp>
      <p:sp>
        <p:nvSpPr>
          <p:cNvPr id="14" name="">
            <a:extLst xmlns:a="http://schemas.openxmlformats.org/drawingml/2006/main">
              <a:ext uri="{FF2B5EF4-FFF2-40B4-BE49-F238E27FC236}">
                <a16:creationId xmlns:a16="http://schemas.microsoft.com/office/drawing/2014/main" id="{D1AD7A56-7A9E-4B93-BC7B-F912A0A1EC3D}"/>
              </a:ext>
            </a:extLst>
          </p:cNvPr>
          <p:cNvSpPr>
            <a:spLocks xmlns:a="http://schemas.openxmlformats.org/drawingml/2006/main" noGrp="1"/>
          </p:cNvSpPr>
          <p:nvPr/>
        </p:nvSpPr>
        <p:spPr>
          <a:xfrm xmlns:a="http://schemas.openxmlformats.org/drawingml/2006/main">
            <a:off x="1123950" y="5943600"/>
            <a:ext cx="9944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E66F6A"/>
                </a:solidFill>
              </a:defRPr>
            </a:pPr>
            <a:r>
              <a:rPr sz="1425" b="1">
                <a:solidFill>
                  <a:srgbClr val="E66F6A"/>
                </a:solidFill>
              </a:rPr>
              <a:t>Top-20 patch 的权重排序与数值分布可逐项检查；真实 WSI 还需结合坐标还原为空间热图。</a:t>
            </a:r>
          </a:p>
        </p:txBody>
      </p:sp>
    </p:spTree>
    <p:extLst>
      <p:ext uri="{BB962C8B-B14F-4D97-AF65-F5344CB8AC3E}">
        <p14:creationId xmlns:p14="http://schemas.microsoft.com/office/powerpoint/2010/main" val="365206795"/>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32DEC267-DE92-4550-941F-77156E876573}"/>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174A7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44E427C-B2D2-4251-B6D1-2E7565F02046}"/>
              </a:ext>
            </a:extLst>
          </p:cNvPr>
          <p:cNvSpPr>
            <a:spLocks xmlns:a="http://schemas.openxmlformats.org/drawingml/2006/main" noGrp="1"/>
          </p:cNvSpPr>
          <p:nvPr/>
        </p:nvSpPr>
        <p:spPr>
          <a:xfrm xmlns:a="http://schemas.openxmlformats.org/drawingml/2006/main">
            <a:off x="400050" y="19050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D76A8"/>
                </a:solidFill>
              </a:defRPr>
            </a:pPr>
            <a:r>
              <a:rPr sz="975" b="1">
                <a:solidFill>
                  <a:srgbClr val="2D76A8"/>
                </a:solidFill>
              </a:rPr>
              <a:t>05 · 训练测试演示</a:t>
            </a:r>
          </a:p>
        </p:txBody>
      </p:sp>
      <p:sp>
        <p:nvSpPr>
          <p:cNvPr id="3" name="">
            <a:extLst xmlns:a="http://schemas.openxmlformats.org/drawingml/2006/main">
              <a:ext uri="{FF2B5EF4-FFF2-40B4-BE49-F238E27FC236}">
                <a16:creationId xmlns:a16="http://schemas.microsoft.com/office/drawing/2014/main" id="{46565ADE-B049-4DC6-823F-3FE44BEBEEDB}"/>
              </a:ext>
            </a:extLst>
          </p:cNvPr>
          <p:cNvSpPr>
            <a:spLocks xmlns:a="http://schemas.openxmlformats.org/drawingml/2006/main" noGrp="1"/>
          </p:cNvSpPr>
          <p:nvPr/>
        </p:nvSpPr>
        <p:spPr>
          <a:xfrm xmlns:a="http://schemas.openxmlformats.org/drawingml/2006/main">
            <a:off x="400050" y="419100"/>
            <a:ext cx="11191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250" b="1">
                <a:solidFill>
                  <a:srgbClr val="183247"/>
                </a:solidFill>
              </a:defRPr>
            </a:pPr>
            <a:r>
              <a:rPr sz="2250" b="1">
                <a:solidFill>
                  <a:srgbClr val="183247"/>
                </a:solidFill>
              </a:rPr>
              <a:t>Linux CI 已完成 Jittor 训练、测试、三种子实验和结果回写</a:t>
            </a:r>
          </a:p>
        </p:txBody>
      </p:sp>
      <p:sp>
        <p:nvSpPr>
          <p:cNvPr id="4" name="">
            <a:extLst xmlns:a="http://schemas.openxmlformats.org/drawingml/2006/main">
              <a:ext uri="{FF2B5EF4-FFF2-40B4-BE49-F238E27FC236}">
                <a16:creationId xmlns:a16="http://schemas.microsoft.com/office/drawing/2014/main" id="{A974CC18-4474-4585-B80F-AD429899E714}"/>
              </a:ext>
            </a:extLst>
          </p:cNvPr>
          <p:cNvSpPr>
            <a:spLocks xmlns:a="http://schemas.openxmlformats.org/drawingml/2006/main" noGrp="1"/>
          </p:cNvSpPr>
          <p:nvPr/>
        </p:nvSpPr>
        <p:spPr>
          <a:xfrm xmlns:a="http://schemas.openxmlformats.org/drawingml/2006/main">
            <a:off x="400050" y="1009650"/>
            <a:ext cx="11391900" cy="9525"/>
          </a:xfrm>
          <a:prstGeom xmlns:a="http://schemas.openxmlformats.org/drawingml/2006/main" prst="rect">
            <a:avLst/>
          </a:prstGeom>
          <a:solidFill xmlns:a="http://schemas.openxmlformats.org/drawingml/2006/main">
            <a:srgbClr val="D8E2E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2C7C2E9-9BDA-4595-809B-1793D29AA343}"/>
              </a:ext>
            </a:extLst>
          </p:cNvPr>
          <p:cNvSpPr>
            <a:spLocks xmlns:a="http://schemas.openxmlformats.org/drawingml/2006/main" noGrp="1"/>
          </p:cNvSpPr>
          <p:nvPr/>
        </p:nvSpPr>
        <p:spPr>
          <a:xfrm xmlns:a="http://schemas.openxmlformats.org/drawingml/2006/main">
            <a:off x="11334750" y="6477000"/>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0">
                <a:solidFill>
                  <a:srgbClr val="687B8C"/>
                </a:solidFill>
              </a:defRPr>
            </a:pPr>
            <a:r>
              <a:rPr sz="900" b="0">
                <a:solidFill>
                  <a:srgbClr val="687B8C"/>
                </a:solidFill>
              </a:rPr>
              <a:t>28</a:t>
            </a:r>
          </a:p>
        </p:txBody>
      </p:sp>
      <p:sp>
        <p:nvSpPr>
          <p:cNvPr id="6" name="">
            <a:extLst xmlns:a="http://schemas.openxmlformats.org/drawingml/2006/main">
              <a:ext uri="{FF2B5EF4-FFF2-40B4-BE49-F238E27FC236}">
                <a16:creationId xmlns:a16="http://schemas.microsoft.com/office/drawing/2014/main" id="{6FC337DF-C9E9-448C-A50A-09BCAC089979}"/>
              </a:ext>
            </a:extLst>
          </p:cNvPr>
          <p:cNvSpPr>
            <a:spLocks xmlns:a="http://schemas.openxmlformats.org/drawingml/2006/main" noGrp="1"/>
          </p:cNvSpPr>
          <p:nvPr/>
        </p:nvSpPr>
        <p:spPr>
          <a:xfrm xmlns:a="http://schemas.openxmlformats.org/drawingml/2006/main">
            <a:off x="552450" y="1428750"/>
            <a:ext cx="5276850" cy="3810000"/>
          </a:xfrm>
          <a:prstGeom xmlns:a="http://schemas.openxmlformats.org/drawingml/2006/main" prst="roundRect">
            <a:avLst>
              <a:gd name="adj" fmla="val 4000"/>
            </a:avLst>
          </a:prstGeom>
          <a:solidFill xmlns:a="http://schemas.openxmlformats.org/drawingml/2006/main">
            <a:srgbClr val="FCEDEC"/>
          </a:solidFill>
          <a:ln xmlns:a="http://schemas.openxmlformats.org/drawingml/2006/main" w="9525">
            <a:solidFill>
              <a:srgbClr val="E66F6A"/>
            </a:solidFill>
            <a:prstDash val="solid"/>
          </a:ln>
        </p:spPr>
      </p:sp>
      <p:sp>
        <p:nvSpPr>
          <p:cNvPr id="7" name="">
            <a:extLst xmlns:a="http://schemas.openxmlformats.org/drawingml/2006/main">
              <a:ext uri="{FF2B5EF4-FFF2-40B4-BE49-F238E27FC236}">
                <a16:creationId xmlns:a16="http://schemas.microsoft.com/office/drawing/2014/main" id="{A006820F-2F53-494D-B66A-AA41CD426A81}"/>
              </a:ext>
            </a:extLst>
          </p:cNvPr>
          <p:cNvSpPr>
            <a:spLocks xmlns:a="http://schemas.openxmlformats.org/drawingml/2006/main" noGrp="1"/>
          </p:cNvSpPr>
          <p:nvPr/>
        </p:nvSpPr>
        <p:spPr>
          <a:xfrm xmlns:a="http://schemas.openxmlformats.org/drawingml/2006/main">
            <a:off x="800100" y="1619250"/>
            <a:ext cx="4781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E66F6A"/>
                </a:solidFill>
              </a:defRPr>
            </a:pPr>
            <a:r>
              <a:rPr sz="1650" b="1">
                <a:solidFill>
                  <a:srgbClr val="E66F6A"/>
                </a:solidFill>
              </a:rPr>
              <a:t>Windows 本机</a:t>
            </a:r>
          </a:p>
        </p:txBody>
      </p:sp>
      <p:sp>
        <p:nvSpPr>
          <p:cNvPr id="8" name="">
            <a:extLst xmlns:a="http://schemas.openxmlformats.org/drawingml/2006/main">
              <a:ext uri="{FF2B5EF4-FFF2-40B4-BE49-F238E27FC236}">
                <a16:creationId xmlns:a16="http://schemas.microsoft.com/office/drawing/2014/main" id="{D8319B82-3222-491B-93C1-4B9296CD26B2}"/>
              </a:ext>
            </a:extLst>
          </p:cNvPr>
          <p:cNvSpPr>
            <a:spLocks xmlns:a="http://schemas.openxmlformats.org/drawingml/2006/main" noGrp="1"/>
          </p:cNvSpPr>
          <p:nvPr/>
        </p:nvSpPr>
        <p:spPr>
          <a:xfrm xmlns:a="http://schemas.openxmlformats.org/drawingml/2006/main">
            <a:off x="800100" y="2114550"/>
            <a:ext cx="2343150" cy="3238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E66F6A"/>
            </a:solidFill>
            <a:prstDash val="solid"/>
          </a:ln>
        </p:spPr>
      </p:sp>
      <p:sp>
        <p:nvSpPr>
          <p:cNvPr id="9" name="">
            <a:extLst xmlns:a="http://schemas.openxmlformats.org/drawingml/2006/main">
              <a:ext uri="{FF2B5EF4-FFF2-40B4-BE49-F238E27FC236}">
                <a16:creationId xmlns:a16="http://schemas.microsoft.com/office/drawing/2014/main" id="{C4B89580-4CBC-4704-8372-AE105625C4DF}"/>
              </a:ext>
            </a:extLst>
          </p:cNvPr>
          <p:cNvSpPr>
            <a:spLocks xmlns:a="http://schemas.openxmlformats.org/drawingml/2006/main" noGrp="1"/>
          </p:cNvSpPr>
          <p:nvPr/>
        </p:nvSpPr>
        <p:spPr>
          <a:xfrm xmlns:a="http://schemas.openxmlformats.org/drawingml/2006/main">
            <a:off x="800100" y="2124075"/>
            <a:ext cx="23431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E66F6A"/>
                </a:solidFill>
              </a:defRPr>
            </a:pPr>
            <a:r>
              <a:rPr sz="1200" b="1">
                <a:solidFill>
                  <a:srgbClr val="E66F6A"/>
                </a:solidFill>
              </a:rPr>
              <a:t>BLOCKED BEFORE MODEL</a:t>
            </a:r>
          </a:p>
        </p:txBody>
      </p:sp>
      <p:sp>
        <p:nvSpPr>
          <p:cNvPr id="10" name="">
            <a:extLst xmlns:a="http://schemas.openxmlformats.org/drawingml/2006/main">
              <a:ext uri="{FF2B5EF4-FFF2-40B4-BE49-F238E27FC236}">
                <a16:creationId xmlns:a16="http://schemas.microsoft.com/office/drawing/2014/main" id="{5435EA6F-79F6-4EAA-B19B-A0D4202B72DD}"/>
              </a:ext>
            </a:extLst>
          </p:cNvPr>
          <p:cNvSpPr>
            <a:spLocks xmlns:a="http://schemas.openxmlformats.org/drawingml/2006/main" noGrp="1"/>
          </p:cNvSpPr>
          <p:nvPr/>
        </p:nvSpPr>
        <p:spPr>
          <a:xfrm xmlns:a="http://schemas.openxmlformats.org/drawingml/2006/main">
            <a:off x="800100" y="2647950"/>
            <a:ext cx="47625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83247"/>
                </a:solidFill>
              </a:defRPr>
            </a:pPr>
            <a:r>
              <a:rPr sz="1350" b="0">
                <a:solidFill>
                  <a:srgbClr val="183247"/>
                </a:solidFill>
              </a:rPr>
              <a:t>Jittor 1.3.11.0 导入阶段</a:t>
            </a:r>
          </a:p>
          <a:p xmlns:a="http://schemas.openxmlformats.org/drawingml/2006/main">
            <a:pPr algn="l">
              <a:defRPr sz="1350" b="0">
                <a:solidFill>
                  <a:srgbClr val="183247"/>
                </a:solidFill>
              </a:defRPr>
            </a:pPr>
            <a:r>
              <a:rPr sz="1350" b="0">
                <a:solidFill>
                  <a:srgbClr val="183247"/>
                </a:solidFill>
              </a:rPr>
              <a:t>缺少受支持的 C++ 编译链</a:t>
            </a:r>
          </a:p>
          <a:p xmlns:a="http://schemas.openxmlformats.org/drawingml/2006/main">
            <a:pPr algn="l">
              <a:defRPr sz="1350" b="0">
                <a:solidFill>
                  <a:srgbClr val="183247"/>
                </a:solidFill>
              </a:defRPr>
            </a:pPr>
            <a:r>
              <a:rPr sz="1350" b="0">
                <a:solidFill>
                  <a:srgbClr val="183247"/>
                </a:solidFill>
              </a:rPr>
              <a:t>chief_model_reached = false</a:t>
            </a:r>
          </a:p>
        </p:txBody>
      </p:sp>
      <p:sp>
        <p:nvSpPr>
          <p:cNvPr id="11" name="">
            <a:extLst xmlns:a="http://schemas.openxmlformats.org/drawingml/2006/main">
              <a:ext uri="{FF2B5EF4-FFF2-40B4-BE49-F238E27FC236}">
                <a16:creationId xmlns:a16="http://schemas.microsoft.com/office/drawing/2014/main" id="{359C0672-A521-4E32-851C-A183115C740B}"/>
              </a:ext>
            </a:extLst>
          </p:cNvPr>
          <p:cNvSpPr>
            <a:spLocks xmlns:a="http://schemas.openxmlformats.org/drawingml/2006/main" noGrp="1"/>
          </p:cNvSpPr>
          <p:nvPr/>
        </p:nvSpPr>
        <p:spPr>
          <a:xfrm xmlns:a="http://schemas.openxmlformats.org/drawingml/2006/main">
            <a:off x="800100" y="4038600"/>
            <a:ext cx="4762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E66F6A"/>
                </a:solidFill>
              </a:defRPr>
            </a:pPr>
            <a:r>
              <a:rPr sz="1350" b="1">
                <a:solidFill>
                  <a:srgbClr val="E66F6A"/>
                </a:solidFill>
              </a:rPr>
              <a:t>结论：是环境编译链问题，不能伪造为模型测试结果。</a:t>
            </a:r>
          </a:p>
        </p:txBody>
      </p:sp>
      <p:sp>
        <p:nvSpPr>
          <p:cNvPr id="12" name="">
            <a:extLst xmlns:a="http://schemas.openxmlformats.org/drawingml/2006/main">
              <a:ext uri="{FF2B5EF4-FFF2-40B4-BE49-F238E27FC236}">
                <a16:creationId xmlns:a16="http://schemas.microsoft.com/office/drawing/2014/main" id="{961E61B1-D973-426B-9DF3-8A590DEF8031}"/>
              </a:ext>
            </a:extLst>
          </p:cNvPr>
          <p:cNvSpPr>
            <a:spLocks xmlns:a="http://schemas.openxmlformats.org/drawingml/2006/main" noGrp="1"/>
          </p:cNvSpPr>
          <p:nvPr/>
        </p:nvSpPr>
        <p:spPr>
          <a:xfrm xmlns:a="http://schemas.openxmlformats.org/drawingml/2006/main">
            <a:off x="6362700" y="1428750"/>
            <a:ext cx="5276850" cy="3810000"/>
          </a:xfrm>
          <a:prstGeom xmlns:a="http://schemas.openxmlformats.org/drawingml/2006/main" prst="roundRect">
            <a:avLst>
              <a:gd name="adj" fmla="val 4000"/>
            </a:avLst>
          </a:prstGeom>
          <a:solidFill xmlns:a="http://schemas.openxmlformats.org/drawingml/2006/main">
            <a:srgbClr val="E9F7F4"/>
          </a:solidFill>
          <a:ln xmlns:a="http://schemas.openxmlformats.org/drawingml/2006/main" w="9525">
            <a:solidFill>
              <a:srgbClr val="28A99E"/>
            </a:solidFill>
            <a:prstDash val="solid"/>
          </a:ln>
        </p:spPr>
      </p:sp>
      <p:sp>
        <p:nvSpPr>
          <p:cNvPr id="13" name="">
            <a:extLst xmlns:a="http://schemas.openxmlformats.org/drawingml/2006/main">
              <a:ext uri="{FF2B5EF4-FFF2-40B4-BE49-F238E27FC236}">
                <a16:creationId xmlns:a16="http://schemas.microsoft.com/office/drawing/2014/main" id="{2223D84D-C254-4FF0-9402-8D135B5F4416}"/>
              </a:ext>
            </a:extLst>
          </p:cNvPr>
          <p:cNvSpPr>
            <a:spLocks xmlns:a="http://schemas.openxmlformats.org/drawingml/2006/main" noGrp="1"/>
          </p:cNvSpPr>
          <p:nvPr/>
        </p:nvSpPr>
        <p:spPr>
          <a:xfrm xmlns:a="http://schemas.openxmlformats.org/drawingml/2006/main">
            <a:off x="6610350" y="1619250"/>
            <a:ext cx="4781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28A99E"/>
                </a:solidFill>
              </a:defRPr>
            </a:pPr>
            <a:r>
              <a:rPr sz="1650" b="1">
                <a:solidFill>
                  <a:srgbClr val="28A99E"/>
                </a:solidFill>
              </a:rPr>
              <a:t>Ubuntu GitHub Actions</a:t>
            </a:r>
          </a:p>
        </p:txBody>
      </p:sp>
      <p:sp>
        <p:nvSpPr>
          <p:cNvPr id="14" name="">
            <a:extLst xmlns:a="http://schemas.openxmlformats.org/drawingml/2006/main">
              <a:ext uri="{FF2B5EF4-FFF2-40B4-BE49-F238E27FC236}">
                <a16:creationId xmlns:a16="http://schemas.microsoft.com/office/drawing/2014/main" id="{AF76B231-AAA8-479A-83C1-7F9F968CBA65}"/>
              </a:ext>
            </a:extLst>
          </p:cNvPr>
          <p:cNvSpPr>
            <a:spLocks xmlns:a="http://schemas.openxmlformats.org/drawingml/2006/main" noGrp="1"/>
          </p:cNvSpPr>
          <p:nvPr/>
        </p:nvSpPr>
        <p:spPr>
          <a:xfrm xmlns:a="http://schemas.openxmlformats.org/drawingml/2006/main">
            <a:off x="6610350" y="2114550"/>
            <a:ext cx="1104900" cy="323850"/>
          </a:xfrm>
          <a:prstGeom xmlns:a="http://schemas.openxmlformats.org/drawingml/2006/main" prst="roundRect">
            <a:avLst>
              <a:gd name="adj" fmla="val 50000"/>
            </a:avLst>
          </a:prstGeom>
          <a:solidFill xmlns:a="http://schemas.openxmlformats.org/drawingml/2006/main">
            <a:srgbClr val="28A99E"/>
          </a:solidFill>
          <a:ln xmlns:a="http://schemas.openxmlformats.org/drawingml/2006/main" w="9525">
            <a:solidFill>
              <a:srgbClr val="28A99E"/>
            </a:solidFill>
            <a:prstDash val="solid"/>
          </a:ln>
        </p:spPr>
      </p:sp>
      <p:sp>
        <p:nvSpPr>
          <p:cNvPr id="15" name="">
            <a:extLst xmlns:a="http://schemas.openxmlformats.org/drawingml/2006/main">
              <a:ext uri="{FF2B5EF4-FFF2-40B4-BE49-F238E27FC236}">
                <a16:creationId xmlns:a16="http://schemas.microsoft.com/office/drawing/2014/main" id="{8AEDA003-2E25-4FCB-9934-D1F724B884B1}"/>
              </a:ext>
            </a:extLst>
          </p:cNvPr>
          <p:cNvSpPr>
            <a:spLocks xmlns:a="http://schemas.openxmlformats.org/drawingml/2006/main" noGrp="1"/>
          </p:cNvSpPr>
          <p:nvPr/>
        </p:nvSpPr>
        <p:spPr>
          <a:xfrm xmlns:a="http://schemas.openxmlformats.org/drawingml/2006/main">
            <a:off x="6610350" y="2124075"/>
            <a:ext cx="11049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FFFFFF"/>
                </a:solidFill>
              </a:defRPr>
            </a:pPr>
            <a:r>
              <a:rPr sz="1200" b="1">
                <a:solidFill>
                  <a:srgbClr val="FFFFFF"/>
                </a:solidFill>
              </a:rPr>
              <a:t>PASS</a:t>
            </a:r>
          </a:p>
        </p:txBody>
      </p:sp>
      <p:sp>
        <p:nvSpPr>
          <p:cNvPr id="16" name="">
            <a:extLst xmlns:a="http://schemas.openxmlformats.org/drawingml/2006/main">
              <a:ext uri="{FF2B5EF4-FFF2-40B4-BE49-F238E27FC236}">
                <a16:creationId xmlns:a16="http://schemas.microsoft.com/office/drawing/2014/main" id="{A8BA3100-1787-435A-9DE5-74C01A4C62A5}"/>
              </a:ext>
            </a:extLst>
          </p:cNvPr>
          <p:cNvSpPr>
            <a:spLocks xmlns:a="http://schemas.openxmlformats.org/drawingml/2006/main" noGrp="1"/>
          </p:cNvSpPr>
          <p:nvPr/>
        </p:nvSpPr>
        <p:spPr>
          <a:xfrm xmlns:a="http://schemas.openxmlformats.org/drawingml/2006/main">
            <a:off x="6610350" y="2590800"/>
            <a:ext cx="47625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83247"/>
                </a:solidFill>
              </a:defRPr>
            </a:pPr>
            <a:r>
              <a:rPr sz="1350" b="0">
                <a:solidFill>
                  <a:srgbClr val="183247"/>
                </a:solidFill>
              </a:rPr>
              <a:t>Linux CPU 已完成：</a:t>
            </a:r>
          </a:p>
          <a:p xmlns:a="http://schemas.openxmlformats.org/drawingml/2006/main">
            <a:pPr algn="l">
              <a:defRPr sz="1350" b="0">
                <a:solidFill>
                  <a:srgbClr val="183247"/>
                </a:solidFill>
              </a:defRPr>
            </a:pPr>
            <a:r>
              <a:rPr sz="1350" b="0">
                <a:solidFill>
                  <a:srgbClr val="183247"/>
                </a:solidFill>
              </a:rPr>
              <a:t>• Jittor 导入与 3 个单元测试</a:t>
            </a:r>
          </a:p>
          <a:p xmlns:a="http://schemas.openxmlformats.org/drawingml/2006/main">
            <a:pPr algn="l">
              <a:defRPr sz="1350" b="0">
                <a:solidFill>
                  <a:srgbClr val="183247"/>
                </a:solidFill>
              </a:defRPr>
            </a:pPr>
            <a:r>
              <a:rPr sz="1350" b="0">
                <a:solidFill>
                  <a:srgbClr val="183247"/>
                </a:solidFill>
              </a:rPr>
              <a:t>• 前向 / loss / 一步更新对齐</a:t>
            </a:r>
          </a:p>
          <a:p xmlns:a="http://schemas.openxmlformats.org/drawingml/2006/main">
            <a:pPr algn="l">
              <a:defRPr sz="1350" b="0">
                <a:solidFill>
                  <a:srgbClr val="183247"/>
                </a:solidFill>
              </a:defRPr>
            </a:pPr>
            <a:r>
              <a:rPr sz="1350" b="0">
                <a:solidFill>
                  <a:srgbClr val="183247"/>
                </a:solidFill>
              </a:rPr>
              <a:t>• 简单版训练、测试、可视化</a:t>
            </a:r>
          </a:p>
          <a:p xmlns:a="http://schemas.openxmlformats.org/drawingml/2006/main">
            <a:pPr algn="l">
              <a:defRPr sz="1350" b="0">
                <a:solidFill>
                  <a:srgbClr val="183247"/>
                </a:solidFill>
              </a:defRPr>
            </a:pPr>
            <a:r>
              <a:rPr sz="1350" b="0">
                <a:solidFill>
                  <a:srgbClr val="183247"/>
                </a:solidFill>
              </a:rPr>
              <a:t>• 困难版 3 seeds 训练与测试</a:t>
            </a:r>
          </a:p>
          <a:p xmlns:a="http://schemas.openxmlformats.org/drawingml/2006/main">
            <a:pPr algn="l">
              <a:defRPr sz="1350" b="0">
                <a:solidFill>
                  <a:srgbClr val="183247"/>
                </a:solidFill>
              </a:defRPr>
            </a:pPr>
            <a:r>
              <a:rPr sz="1350" b="0">
                <a:solidFill>
                  <a:srgbClr val="183247"/>
                </a:solidFill>
              </a:rPr>
              <a:t>• 日志、指标与图片自动回写</a:t>
            </a:r>
          </a:p>
        </p:txBody>
      </p:sp>
      <p:sp>
        <p:nvSpPr>
          <p:cNvPr id="17" name="">
            <a:extLst xmlns:a="http://schemas.openxmlformats.org/drawingml/2006/main">
              <a:ext uri="{FF2B5EF4-FFF2-40B4-BE49-F238E27FC236}">
                <a16:creationId xmlns:a16="http://schemas.microsoft.com/office/drawing/2014/main" id="{341B99FF-97F6-4301-90F7-9575ECF3B824}"/>
              </a:ext>
            </a:extLst>
          </p:cNvPr>
          <p:cNvSpPr>
            <a:spLocks xmlns:a="http://schemas.openxmlformats.org/drawingml/2006/main" noGrp="1"/>
          </p:cNvSpPr>
          <p:nvPr/>
        </p:nvSpPr>
        <p:spPr>
          <a:xfrm xmlns:a="http://schemas.openxmlformats.org/drawingml/2006/main">
            <a:off x="6610350" y="44005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8A99E"/>
                </a:solidFill>
              </a:defRPr>
            </a:pPr>
            <a:r>
              <a:rPr sz="1200" b="1">
                <a:solidFill>
                  <a:srgbClr val="28A99E"/>
                </a:solidFill>
              </a:rPr>
              <a:t>Actions run #29490678862 · SUCCESS</a:t>
            </a:r>
          </a:p>
        </p:txBody>
      </p:sp>
      <p:sp>
        <p:nvSpPr>
          <p:cNvPr id="18" name="">
            <a:extLst xmlns:a="http://schemas.openxmlformats.org/drawingml/2006/main">
              <a:ext uri="{FF2B5EF4-FFF2-40B4-BE49-F238E27FC236}">
                <a16:creationId xmlns:a16="http://schemas.microsoft.com/office/drawing/2014/main" id="{BC79B14A-7570-4FAB-A532-2EAE8D29D486}"/>
              </a:ext>
            </a:extLst>
          </p:cNvPr>
          <p:cNvSpPr>
            <a:spLocks xmlns:a="http://schemas.openxmlformats.org/drawingml/2006/main" noGrp="1"/>
          </p:cNvSpPr>
          <p:nvPr/>
        </p:nvSpPr>
        <p:spPr>
          <a:xfrm xmlns:a="http://schemas.openxmlformats.org/drawingml/2006/main">
            <a:off x="1066800" y="5543550"/>
            <a:ext cx="10058400" cy="590550"/>
          </a:xfrm>
          <a:prstGeom xmlns:a="http://schemas.openxmlformats.org/drawingml/2006/main" prst="roundRect">
            <a:avLst>
              <a:gd name="adj" fmla="val 19355"/>
            </a:avLst>
          </a:prstGeom>
          <a:solidFill xmlns:a="http://schemas.openxmlformats.org/drawingml/2006/main">
            <a:srgbClr val="FFF4E7"/>
          </a:solidFill>
          <a:ln xmlns:a="http://schemas.openxmlformats.org/drawingml/2006/main" w="9525">
            <a:solidFill>
              <a:srgbClr val="F0A24A"/>
            </a:solidFill>
            <a:prstDash val="solid"/>
          </a:ln>
        </p:spPr>
      </p:sp>
      <p:sp>
        <p:nvSpPr>
          <p:cNvPr id="19" name="">
            <a:extLst xmlns:a="http://schemas.openxmlformats.org/drawingml/2006/main">
              <a:ext uri="{FF2B5EF4-FFF2-40B4-BE49-F238E27FC236}">
                <a16:creationId xmlns:a16="http://schemas.microsoft.com/office/drawing/2014/main" id="{03E8FD04-0824-425C-B2D1-1F0924D49DB3}"/>
              </a:ext>
            </a:extLst>
          </p:cNvPr>
          <p:cNvSpPr>
            <a:spLocks xmlns:a="http://schemas.openxmlformats.org/drawingml/2006/main" noGrp="1"/>
          </p:cNvSpPr>
          <p:nvPr/>
        </p:nvSpPr>
        <p:spPr>
          <a:xfrm xmlns:a="http://schemas.openxmlformats.org/drawingml/2006/main">
            <a:off x="1257300" y="5657850"/>
            <a:ext cx="9677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0A24A"/>
                </a:solidFill>
              </a:defRPr>
            </a:pPr>
            <a:r>
              <a:rPr sz="1275" b="1">
                <a:solidFill>
                  <a:srgbClr val="F0A24A"/>
                </a:solidFill>
              </a:rPr>
              <a:t>性能日志来自不同机器，只用于证明各自可运行；困难版重点报告多种子均值、标准差与跨框架差值。</a:t>
            </a:r>
          </a:p>
        </p:txBody>
      </p:sp>
    </p:spTree>
    <p:extLst>
      <p:ext uri="{BB962C8B-B14F-4D97-AF65-F5344CB8AC3E}">
        <p14:creationId xmlns:p14="http://schemas.microsoft.com/office/powerpoint/2010/main" val="1099465463"/>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983A564C-C456-45C1-9541-09BDE1CE76AC}"/>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174A7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9C87AB6-E2BD-4EEF-A489-AF4F7B451779}"/>
              </a:ext>
            </a:extLst>
          </p:cNvPr>
          <p:cNvSpPr>
            <a:spLocks xmlns:a="http://schemas.openxmlformats.org/drawingml/2006/main" noGrp="1"/>
          </p:cNvSpPr>
          <p:nvPr/>
        </p:nvSpPr>
        <p:spPr>
          <a:xfrm xmlns:a="http://schemas.openxmlformats.org/drawingml/2006/main">
            <a:off x="400050" y="19050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D76A8"/>
                </a:solidFill>
              </a:defRPr>
            </a:pPr>
            <a:r>
              <a:rPr sz="975" b="1">
                <a:solidFill>
                  <a:srgbClr val="2D76A8"/>
                </a:solidFill>
              </a:rPr>
              <a:t>05 · 我的思考</a:t>
            </a:r>
          </a:p>
        </p:txBody>
      </p:sp>
      <p:sp>
        <p:nvSpPr>
          <p:cNvPr id="3" name="">
            <a:extLst xmlns:a="http://schemas.openxmlformats.org/drawingml/2006/main">
              <a:ext uri="{FF2B5EF4-FFF2-40B4-BE49-F238E27FC236}">
                <a16:creationId xmlns:a16="http://schemas.microsoft.com/office/drawing/2014/main" id="{61F4AC40-5055-47FA-B115-41A6ECA09DAB}"/>
              </a:ext>
            </a:extLst>
          </p:cNvPr>
          <p:cNvSpPr>
            <a:spLocks xmlns:a="http://schemas.openxmlformats.org/drawingml/2006/main" noGrp="1"/>
          </p:cNvSpPr>
          <p:nvPr/>
        </p:nvSpPr>
        <p:spPr>
          <a:xfrm xmlns:a="http://schemas.openxmlformats.org/drawingml/2006/main">
            <a:off x="400050" y="419100"/>
            <a:ext cx="11191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250" b="1">
                <a:solidFill>
                  <a:srgbClr val="183247"/>
                </a:solidFill>
              </a:defRPr>
            </a:pPr>
            <a:r>
              <a:rPr sz="2250" b="1">
                <a:solidFill>
                  <a:srgbClr val="183247"/>
                </a:solidFill>
              </a:rPr>
              <a:t>可靠复现需要从“单点正确”推进到“压力下仍可审计”</a:t>
            </a:r>
          </a:p>
        </p:txBody>
      </p:sp>
      <p:sp>
        <p:nvSpPr>
          <p:cNvPr id="4" name="">
            <a:extLst xmlns:a="http://schemas.openxmlformats.org/drawingml/2006/main">
              <a:ext uri="{FF2B5EF4-FFF2-40B4-BE49-F238E27FC236}">
                <a16:creationId xmlns:a16="http://schemas.microsoft.com/office/drawing/2014/main" id="{F473A1C2-0A7E-4AE9-BF66-FA1D79D2A6DD}"/>
              </a:ext>
            </a:extLst>
          </p:cNvPr>
          <p:cNvSpPr>
            <a:spLocks xmlns:a="http://schemas.openxmlformats.org/drawingml/2006/main" noGrp="1"/>
          </p:cNvSpPr>
          <p:nvPr/>
        </p:nvSpPr>
        <p:spPr>
          <a:xfrm xmlns:a="http://schemas.openxmlformats.org/drawingml/2006/main">
            <a:off x="400050" y="1009650"/>
            <a:ext cx="11391900" cy="9525"/>
          </a:xfrm>
          <a:prstGeom xmlns:a="http://schemas.openxmlformats.org/drawingml/2006/main" prst="rect">
            <a:avLst/>
          </a:prstGeom>
          <a:solidFill xmlns:a="http://schemas.openxmlformats.org/drawingml/2006/main">
            <a:srgbClr val="D8E2E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D153D6B-68AC-4B11-9590-451311EED01A}"/>
              </a:ext>
            </a:extLst>
          </p:cNvPr>
          <p:cNvSpPr>
            <a:spLocks xmlns:a="http://schemas.openxmlformats.org/drawingml/2006/main" noGrp="1"/>
          </p:cNvSpPr>
          <p:nvPr/>
        </p:nvSpPr>
        <p:spPr>
          <a:xfrm xmlns:a="http://schemas.openxmlformats.org/drawingml/2006/main">
            <a:off x="11334750" y="6477000"/>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0">
                <a:solidFill>
                  <a:srgbClr val="687B8C"/>
                </a:solidFill>
              </a:defRPr>
            </a:pPr>
            <a:r>
              <a:rPr sz="900" b="0">
                <a:solidFill>
                  <a:srgbClr val="687B8C"/>
                </a:solidFill>
              </a:rPr>
              <a:t>29</a:t>
            </a:r>
          </a:p>
        </p:txBody>
      </p:sp>
      <p:sp>
        <p:nvSpPr>
          <p:cNvPr id="6" name="">
            <a:extLst xmlns:a="http://schemas.openxmlformats.org/drawingml/2006/main">
              <a:ext uri="{FF2B5EF4-FFF2-40B4-BE49-F238E27FC236}">
                <a16:creationId xmlns:a16="http://schemas.microsoft.com/office/drawing/2014/main" id="{F240B51B-107B-4E9B-A277-E4D08113486B}"/>
              </a:ext>
            </a:extLst>
          </p:cNvPr>
          <p:cNvSpPr>
            <a:spLocks xmlns:a="http://schemas.openxmlformats.org/drawingml/2006/main" noGrp="1"/>
          </p:cNvSpPr>
          <p:nvPr/>
        </p:nvSpPr>
        <p:spPr>
          <a:xfrm xmlns:a="http://schemas.openxmlformats.org/drawingml/2006/main">
            <a:off x="533400" y="1428750"/>
            <a:ext cx="2476500" cy="1809750"/>
          </a:xfrm>
          <a:prstGeom xmlns:a="http://schemas.openxmlformats.org/drawingml/2006/main" prst="roundRect">
            <a:avLst>
              <a:gd name="adj" fmla="val 8421"/>
            </a:avLst>
          </a:prstGeom>
          <a:solidFill xmlns:a="http://schemas.openxmlformats.org/drawingml/2006/main">
            <a:srgbClr val="EAF3F8"/>
          </a:solidFill>
          <a:ln xmlns:a="http://schemas.openxmlformats.org/drawingml/2006/main" w="9525">
            <a:solidFill>
              <a:srgbClr val="2D76A8"/>
            </a:solidFill>
            <a:prstDash val="solid"/>
          </a:ln>
        </p:spPr>
      </p:sp>
      <p:sp>
        <p:nvSpPr>
          <p:cNvPr id="7" name="">
            <a:extLst xmlns:a="http://schemas.openxmlformats.org/drawingml/2006/main">
              <a:ext uri="{FF2B5EF4-FFF2-40B4-BE49-F238E27FC236}">
                <a16:creationId xmlns:a16="http://schemas.microsoft.com/office/drawing/2014/main" id="{F1E4C14E-273A-457B-9DA9-B5B4757F59BF}"/>
              </a:ext>
            </a:extLst>
          </p:cNvPr>
          <p:cNvSpPr>
            <a:spLocks xmlns:a="http://schemas.openxmlformats.org/drawingml/2006/main" noGrp="1"/>
          </p:cNvSpPr>
          <p:nvPr/>
        </p:nvSpPr>
        <p:spPr>
          <a:xfrm xmlns:a="http://schemas.openxmlformats.org/drawingml/2006/main">
            <a:off x="704850" y="158115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2D76A8"/>
                </a:solidFill>
              </a:defRPr>
            </a:pPr>
            <a:r>
              <a:rPr sz="1425" b="1">
                <a:solidFill>
                  <a:srgbClr val="2D76A8"/>
                </a:solidFill>
              </a:rPr>
              <a:t>1</a:t>
            </a:r>
          </a:p>
        </p:txBody>
      </p:sp>
      <p:sp>
        <p:nvSpPr>
          <p:cNvPr id="8" name="">
            <a:extLst xmlns:a="http://schemas.openxmlformats.org/drawingml/2006/main">
              <a:ext uri="{FF2B5EF4-FFF2-40B4-BE49-F238E27FC236}">
                <a16:creationId xmlns:a16="http://schemas.microsoft.com/office/drawing/2014/main" id="{DD7D10DE-23A5-410D-A610-3F9435AD0C16}"/>
              </a:ext>
            </a:extLst>
          </p:cNvPr>
          <p:cNvSpPr>
            <a:spLocks xmlns:a="http://schemas.openxmlformats.org/drawingml/2006/main" noGrp="1"/>
          </p:cNvSpPr>
          <p:nvPr/>
        </p:nvSpPr>
        <p:spPr>
          <a:xfrm xmlns:a="http://schemas.openxmlformats.org/drawingml/2006/main">
            <a:off x="704850" y="2000250"/>
            <a:ext cx="2133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a:solidFill>
                  <a:srgbClr val="2D76A8"/>
                </a:solidFill>
              </a:defRPr>
            </a:pPr>
            <a:r>
              <a:rPr sz="1575" b="1">
                <a:solidFill>
                  <a:srgbClr val="2D76A8"/>
                </a:solidFill>
              </a:rPr>
              <a:t>源实现一致</a:t>
            </a:r>
          </a:p>
        </p:txBody>
      </p:sp>
      <p:sp>
        <p:nvSpPr>
          <p:cNvPr id="9" name="">
            <a:extLst xmlns:a="http://schemas.openxmlformats.org/drawingml/2006/main">
              <a:ext uri="{FF2B5EF4-FFF2-40B4-BE49-F238E27FC236}">
                <a16:creationId xmlns:a16="http://schemas.microsoft.com/office/drawing/2014/main" id="{B9C9D9D8-1AE4-4A8B-9AB8-548CB70CFCBD}"/>
              </a:ext>
            </a:extLst>
          </p:cNvPr>
          <p:cNvSpPr>
            <a:spLocks xmlns:a="http://schemas.openxmlformats.org/drawingml/2006/main" noGrp="1"/>
          </p:cNvSpPr>
          <p:nvPr/>
        </p:nvSpPr>
        <p:spPr>
          <a:xfrm xmlns:a="http://schemas.openxmlformats.org/drawingml/2006/main">
            <a:off x="704850" y="2457450"/>
            <a:ext cx="2133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183247"/>
                </a:solidFill>
              </a:defRPr>
            </a:pPr>
            <a:r>
              <a:rPr sz="1275" b="0">
                <a:solidFill>
                  <a:srgbClr val="183247"/>
                </a:solidFill>
              </a:rPr>
              <a:t>官方 → Clean Torch</a:t>
            </a:r>
          </a:p>
          <a:p xmlns:a="http://schemas.openxmlformats.org/drawingml/2006/main">
            <a:pPr algn="ctr">
              <a:defRPr sz="1275" b="0">
                <a:solidFill>
                  <a:srgbClr val="183247"/>
                </a:solidFill>
              </a:defRPr>
            </a:pPr>
            <a:r>
              <a:rPr sz="1275" b="0">
                <a:solidFill>
                  <a:srgbClr val="183247"/>
                </a:solidFill>
              </a:rPr>
              <a:t>关键输出差异 = 0</a:t>
            </a:r>
          </a:p>
        </p:txBody>
      </p:sp>
      <p:sp>
        <p:nvSpPr>
          <p:cNvPr id="10" name="">
            <a:extLst xmlns:a="http://schemas.openxmlformats.org/drawingml/2006/main">
              <a:ext uri="{FF2B5EF4-FFF2-40B4-BE49-F238E27FC236}">
                <a16:creationId xmlns:a16="http://schemas.microsoft.com/office/drawing/2014/main" id="{8D08246C-B2E4-4A1B-84A9-51E14D167FD6}"/>
              </a:ext>
            </a:extLst>
          </p:cNvPr>
          <p:cNvSpPr>
            <a:spLocks xmlns:a="http://schemas.openxmlformats.org/drawingml/2006/main" noGrp="1"/>
          </p:cNvSpPr>
          <p:nvPr/>
        </p:nvSpPr>
        <p:spPr>
          <a:xfrm xmlns:a="http://schemas.openxmlformats.org/drawingml/2006/main">
            <a:off x="3409950" y="1428750"/>
            <a:ext cx="2476500" cy="1809750"/>
          </a:xfrm>
          <a:prstGeom xmlns:a="http://schemas.openxmlformats.org/drawingml/2006/main" prst="roundRect">
            <a:avLst>
              <a:gd name="adj" fmla="val 8421"/>
            </a:avLst>
          </a:prstGeom>
          <a:solidFill xmlns:a="http://schemas.openxmlformats.org/drawingml/2006/main">
            <a:srgbClr val="E9F7F4"/>
          </a:solidFill>
          <a:ln xmlns:a="http://schemas.openxmlformats.org/drawingml/2006/main" w="9525">
            <a:solidFill>
              <a:srgbClr val="28A99E"/>
            </a:solidFill>
            <a:prstDash val="solid"/>
          </a:ln>
        </p:spPr>
      </p:sp>
      <p:sp>
        <p:nvSpPr>
          <p:cNvPr id="11" name="">
            <a:extLst xmlns:a="http://schemas.openxmlformats.org/drawingml/2006/main">
              <a:ext uri="{FF2B5EF4-FFF2-40B4-BE49-F238E27FC236}">
                <a16:creationId xmlns:a16="http://schemas.microsoft.com/office/drawing/2014/main" id="{29EA1762-29B8-43BA-A97F-CDBE534B5F61}"/>
              </a:ext>
            </a:extLst>
          </p:cNvPr>
          <p:cNvSpPr>
            <a:spLocks xmlns:a="http://schemas.openxmlformats.org/drawingml/2006/main" noGrp="1"/>
          </p:cNvSpPr>
          <p:nvPr/>
        </p:nvSpPr>
        <p:spPr>
          <a:xfrm xmlns:a="http://schemas.openxmlformats.org/drawingml/2006/main">
            <a:off x="3581400" y="158115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28A99E"/>
                </a:solidFill>
              </a:defRPr>
            </a:pPr>
            <a:r>
              <a:rPr sz="1425" b="1">
                <a:solidFill>
                  <a:srgbClr val="28A99E"/>
                </a:solidFill>
              </a:rPr>
              <a:t>2</a:t>
            </a:r>
          </a:p>
        </p:txBody>
      </p:sp>
      <p:sp>
        <p:nvSpPr>
          <p:cNvPr id="12" name="">
            <a:extLst xmlns:a="http://schemas.openxmlformats.org/drawingml/2006/main">
              <a:ext uri="{FF2B5EF4-FFF2-40B4-BE49-F238E27FC236}">
                <a16:creationId xmlns:a16="http://schemas.microsoft.com/office/drawing/2014/main" id="{DF4D5F89-DA89-4F40-9720-1E738B17D504}"/>
              </a:ext>
            </a:extLst>
          </p:cNvPr>
          <p:cNvSpPr>
            <a:spLocks xmlns:a="http://schemas.openxmlformats.org/drawingml/2006/main" noGrp="1"/>
          </p:cNvSpPr>
          <p:nvPr/>
        </p:nvSpPr>
        <p:spPr>
          <a:xfrm xmlns:a="http://schemas.openxmlformats.org/drawingml/2006/main">
            <a:off x="3581400" y="2000250"/>
            <a:ext cx="2133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a:solidFill>
                  <a:srgbClr val="28A99E"/>
                </a:solidFill>
              </a:defRPr>
            </a:pPr>
            <a:r>
              <a:rPr sz="1575" b="1">
                <a:solidFill>
                  <a:srgbClr val="28A99E"/>
                </a:solidFill>
              </a:rPr>
              <a:t>数值一致</a:t>
            </a:r>
          </a:p>
        </p:txBody>
      </p:sp>
      <p:sp>
        <p:nvSpPr>
          <p:cNvPr id="13" name="">
            <a:extLst xmlns:a="http://schemas.openxmlformats.org/drawingml/2006/main">
              <a:ext uri="{FF2B5EF4-FFF2-40B4-BE49-F238E27FC236}">
                <a16:creationId xmlns:a16="http://schemas.microsoft.com/office/drawing/2014/main" id="{3F66B4D0-28BF-46F8-9F12-6CECA10B5E6F}"/>
              </a:ext>
            </a:extLst>
          </p:cNvPr>
          <p:cNvSpPr>
            <a:spLocks xmlns:a="http://schemas.openxmlformats.org/drawingml/2006/main" noGrp="1"/>
          </p:cNvSpPr>
          <p:nvPr/>
        </p:nvSpPr>
        <p:spPr>
          <a:xfrm xmlns:a="http://schemas.openxmlformats.org/drawingml/2006/main">
            <a:off x="3581400" y="2457450"/>
            <a:ext cx="2133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183247"/>
                </a:solidFill>
              </a:defRPr>
            </a:pPr>
            <a:r>
              <a:rPr sz="1275" b="0">
                <a:solidFill>
                  <a:srgbClr val="183247"/>
                </a:solidFill>
              </a:rPr>
              <a:t>前向 / loss / 一步更新</a:t>
            </a:r>
          </a:p>
          <a:p xmlns:a="http://schemas.openxmlformats.org/drawingml/2006/main">
            <a:pPr algn="ctr">
              <a:defRPr sz="1275" b="0">
                <a:solidFill>
                  <a:srgbClr val="183247"/>
                </a:solidFill>
              </a:defRPr>
            </a:pPr>
            <a:r>
              <a:rPr sz="1275" b="0">
                <a:solidFill>
                  <a:srgbClr val="183247"/>
                </a:solidFill>
              </a:rPr>
              <a:t>10⁻⁷–10⁻⁹</a:t>
            </a:r>
          </a:p>
        </p:txBody>
      </p:sp>
      <p:sp>
        <p:nvSpPr>
          <p:cNvPr id="14" name="">
            <a:extLst xmlns:a="http://schemas.openxmlformats.org/drawingml/2006/main">
              <a:ext uri="{FF2B5EF4-FFF2-40B4-BE49-F238E27FC236}">
                <a16:creationId xmlns:a16="http://schemas.microsoft.com/office/drawing/2014/main" id="{9238E968-4C44-44CA-B9EB-58F70ADEC91D}"/>
              </a:ext>
            </a:extLst>
          </p:cNvPr>
          <p:cNvSpPr>
            <a:spLocks xmlns:a="http://schemas.openxmlformats.org/drawingml/2006/main" noGrp="1"/>
          </p:cNvSpPr>
          <p:nvPr/>
        </p:nvSpPr>
        <p:spPr>
          <a:xfrm xmlns:a="http://schemas.openxmlformats.org/drawingml/2006/main">
            <a:off x="6286500" y="1428750"/>
            <a:ext cx="2476500" cy="1809750"/>
          </a:xfrm>
          <a:prstGeom xmlns:a="http://schemas.openxmlformats.org/drawingml/2006/main" prst="roundRect">
            <a:avLst>
              <a:gd name="adj" fmla="val 8421"/>
            </a:avLst>
          </a:prstGeom>
          <a:solidFill xmlns:a="http://schemas.openxmlformats.org/drawingml/2006/main">
            <a:srgbClr val="FFF4E7"/>
          </a:solidFill>
          <a:ln xmlns:a="http://schemas.openxmlformats.org/drawingml/2006/main" w="9525">
            <a:solidFill>
              <a:srgbClr val="F0A24A"/>
            </a:solidFill>
            <a:prstDash val="solid"/>
          </a:ln>
        </p:spPr>
      </p:sp>
      <p:sp>
        <p:nvSpPr>
          <p:cNvPr id="15" name="">
            <a:extLst xmlns:a="http://schemas.openxmlformats.org/drawingml/2006/main">
              <a:ext uri="{FF2B5EF4-FFF2-40B4-BE49-F238E27FC236}">
                <a16:creationId xmlns:a16="http://schemas.microsoft.com/office/drawing/2014/main" id="{581C18A1-C5E3-4612-90CB-E35E68EBF09D}"/>
              </a:ext>
            </a:extLst>
          </p:cNvPr>
          <p:cNvSpPr>
            <a:spLocks xmlns:a="http://schemas.openxmlformats.org/drawingml/2006/main" noGrp="1"/>
          </p:cNvSpPr>
          <p:nvPr/>
        </p:nvSpPr>
        <p:spPr>
          <a:xfrm xmlns:a="http://schemas.openxmlformats.org/drawingml/2006/main">
            <a:off x="6457950" y="158115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F0A24A"/>
                </a:solidFill>
              </a:defRPr>
            </a:pPr>
            <a:r>
              <a:rPr sz="1425" b="1">
                <a:solidFill>
                  <a:srgbClr val="F0A24A"/>
                </a:solidFill>
              </a:rPr>
              <a:t>3</a:t>
            </a:r>
          </a:p>
        </p:txBody>
      </p:sp>
      <p:sp>
        <p:nvSpPr>
          <p:cNvPr id="16" name="">
            <a:extLst xmlns:a="http://schemas.openxmlformats.org/drawingml/2006/main">
              <a:ext uri="{FF2B5EF4-FFF2-40B4-BE49-F238E27FC236}">
                <a16:creationId xmlns:a16="http://schemas.microsoft.com/office/drawing/2014/main" id="{18EEBE06-5CE6-4708-AA74-52E89F26DF75}"/>
              </a:ext>
            </a:extLst>
          </p:cNvPr>
          <p:cNvSpPr>
            <a:spLocks xmlns:a="http://schemas.openxmlformats.org/drawingml/2006/main" noGrp="1"/>
          </p:cNvSpPr>
          <p:nvPr/>
        </p:nvSpPr>
        <p:spPr>
          <a:xfrm xmlns:a="http://schemas.openxmlformats.org/drawingml/2006/main">
            <a:off x="6457950" y="2000250"/>
            <a:ext cx="2133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a:solidFill>
                  <a:srgbClr val="F0A24A"/>
                </a:solidFill>
              </a:defRPr>
            </a:pPr>
            <a:r>
              <a:rPr sz="1575" b="1">
                <a:solidFill>
                  <a:srgbClr val="F0A24A"/>
                </a:solidFill>
              </a:rPr>
              <a:t>压力测试</a:t>
            </a:r>
          </a:p>
        </p:txBody>
      </p:sp>
      <p:sp>
        <p:nvSpPr>
          <p:cNvPr id="17" name="">
            <a:extLst xmlns:a="http://schemas.openxmlformats.org/drawingml/2006/main">
              <a:ext uri="{FF2B5EF4-FFF2-40B4-BE49-F238E27FC236}">
                <a16:creationId xmlns:a16="http://schemas.microsoft.com/office/drawing/2014/main" id="{DD06D5AF-223A-4960-85D5-7211D858B453}"/>
              </a:ext>
            </a:extLst>
          </p:cNvPr>
          <p:cNvSpPr>
            <a:spLocks xmlns:a="http://schemas.openxmlformats.org/drawingml/2006/main" noGrp="1"/>
          </p:cNvSpPr>
          <p:nvPr/>
        </p:nvSpPr>
        <p:spPr>
          <a:xfrm xmlns:a="http://schemas.openxmlformats.org/drawingml/2006/main">
            <a:off x="6457950" y="2457450"/>
            <a:ext cx="2133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183247"/>
                </a:solidFill>
              </a:defRPr>
            </a:pPr>
            <a:r>
              <a:rPr sz="1275" b="0">
                <a:solidFill>
                  <a:srgbClr val="183247"/>
                </a:solidFill>
              </a:rPr>
              <a:t>弱信号 + 噪声 + 域偏移</a:t>
            </a:r>
          </a:p>
          <a:p xmlns:a="http://schemas.openxmlformats.org/drawingml/2006/main">
            <a:pPr algn="ctr">
              <a:defRPr sz="1275" b="0">
                <a:solidFill>
                  <a:srgbClr val="183247"/>
                </a:solidFill>
              </a:defRPr>
            </a:pPr>
            <a:r>
              <a:rPr sz="1275" b="0">
                <a:solidFill>
                  <a:srgbClr val="183247"/>
                </a:solidFill>
              </a:rPr>
              <a:t>3 seeds 报告波动</a:t>
            </a:r>
          </a:p>
        </p:txBody>
      </p:sp>
      <p:sp>
        <p:nvSpPr>
          <p:cNvPr id="18" name="">
            <a:extLst xmlns:a="http://schemas.openxmlformats.org/drawingml/2006/main">
              <a:ext uri="{FF2B5EF4-FFF2-40B4-BE49-F238E27FC236}">
                <a16:creationId xmlns:a16="http://schemas.microsoft.com/office/drawing/2014/main" id="{05114ADA-D353-49AF-AED2-EDD932DB99F0}"/>
              </a:ext>
            </a:extLst>
          </p:cNvPr>
          <p:cNvSpPr>
            <a:spLocks xmlns:a="http://schemas.openxmlformats.org/drawingml/2006/main" noGrp="1"/>
          </p:cNvSpPr>
          <p:nvPr/>
        </p:nvSpPr>
        <p:spPr>
          <a:xfrm xmlns:a="http://schemas.openxmlformats.org/drawingml/2006/main">
            <a:off x="9163050" y="1428750"/>
            <a:ext cx="2476500" cy="1809750"/>
          </a:xfrm>
          <a:prstGeom xmlns:a="http://schemas.openxmlformats.org/drawingml/2006/main" prst="roundRect">
            <a:avLst>
              <a:gd name="adj" fmla="val 8421"/>
            </a:avLst>
          </a:prstGeom>
          <a:solidFill xmlns:a="http://schemas.openxmlformats.org/drawingml/2006/main">
            <a:srgbClr val="FCEDEC"/>
          </a:solidFill>
          <a:ln xmlns:a="http://schemas.openxmlformats.org/drawingml/2006/main" w="9525">
            <a:solidFill>
              <a:srgbClr val="E66F6A"/>
            </a:solidFill>
            <a:prstDash val="solid"/>
          </a:ln>
        </p:spPr>
      </p:sp>
      <p:sp>
        <p:nvSpPr>
          <p:cNvPr id="19" name="">
            <a:extLst xmlns:a="http://schemas.openxmlformats.org/drawingml/2006/main">
              <a:ext uri="{FF2B5EF4-FFF2-40B4-BE49-F238E27FC236}">
                <a16:creationId xmlns:a16="http://schemas.microsoft.com/office/drawing/2014/main" id="{FE01CB62-5D18-48CC-B46F-196058174700}"/>
              </a:ext>
            </a:extLst>
          </p:cNvPr>
          <p:cNvSpPr>
            <a:spLocks xmlns:a="http://schemas.openxmlformats.org/drawingml/2006/main" noGrp="1"/>
          </p:cNvSpPr>
          <p:nvPr/>
        </p:nvSpPr>
        <p:spPr>
          <a:xfrm xmlns:a="http://schemas.openxmlformats.org/drawingml/2006/main">
            <a:off x="9334500" y="158115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E66F6A"/>
                </a:solidFill>
              </a:defRPr>
            </a:pPr>
            <a:r>
              <a:rPr sz="1425" b="1">
                <a:solidFill>
                  <a:srgbClr val="E66F6A"/>
                </a:solidFill>
              </a:rPr>
              <a:t>4</a:t>
            </a:r>
          </a:p>
        </p:txBody>
      </p:sp>
      <p:sp>
        <p:nvSpPr>
          <p:cNvPr id="20" name="">
            <a:extLst xmlns:a="http://schemas.openxmlformats.org/drawingml/2006/main">
              <a:ext uri="{FF2B5EF4-FFF2-40B4-BE49-F238E27FC236}">
                <a16:creationId xmlns:a16="http://schemas.microsoft.com/office/drawing/2014/main" id="{9B930059-03B0-4307-9C95-2BA722BF0512}"/>
              </a:ext>
            </a:extLst>
          </p:cNvPr>
          <p:cNvSpPr>
            <a:spLocks xmlns:a="http://schemas.openxmlformats.org/drawingml/2006/main" noGrp="1"/>
          </p:cNvSpPr>
          <p:nvPr/>
        </p:nvSpPr>
        <p:spPr>
          <a:xfrm xmlns:a="http://schemas.openxmlformats.org/drawingml/2006/main">
            <a:off x="9334500" y="2000250"/>
            <a:ext cx="2133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a:solidFill>
                  <a:srgbClr val="E66F6A"/>
                </a:solidFill>
              </a:defRPr>
            </a:pPr>
            <a:r>
              <a:rPr sz="1575" b="1">
                <a:solidFill>
                  <a:srgbClr val="E66F6A"/>
                </a:solidFill>
              </a:rPr>
              <a:t>环境可审计</a:t>
            </a:r>
          </a:p>
        </p:txBody>
      </p:sp>
      <p:sp>
        <p:nvSpPr>
          <p:cNvPr id="21" name="">
            <a:extLst xmlns:a="http://schemas.openxmlformats.org/drawingml/2006/main">
              <a:ext uri="{FF2B5EF4-FFF2-40B4-BE49-F238E27FC236}">
                <a16:creationId xmlns:a16="http://schemas.microsoft.com/office/drawing/2014/main" id="{AD6DB8D0-D0D6-46F7-A169-E638F86C0FC9}"/>
              </a:ext>
            </a:extLst>
          </p:cNvPr>
          <p:cNvSpPr>
            <a:spLocks xmlns:a="http://schemas.openxmlformats.org/drawingml/2006/main" noGrp="1"/>
          </p:cNvSpPr>
          <p:nvPr/>
        </p:nvSpPr>
        <p:spPr>
          <a:xfrm xmlns:a="http://schemas.openxmlformats.org/drawingml/2006/main">
            <a:off x="9334500" y="2457450"/>
            <a:ext cx="2133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183247"/>
                </a:solidFill>
              </a:defRPr>
            </a:pPr>
            <a:r>
              <a:rPr sz="1275" b="0">
                <a:solidFill>
                  <a:srgbClr val="183247"/>
                </a:solidFill>
              </a:rPr>
              <a:t>配置、失败日志、CI 运行</a:t>
            </a:r>
          </a:p>
          <a:p xmlns:a="http://schemas.openxmlformats.org/drawingml/2006/main">
            <a:pPr algn="ctr">
              <a:defRPr sz="1275" b="0">
                <a:solidFill>
                  <a:srgbClr val="183247"/>
                </a:solidFill>
              </a:defRPr>
            </a:pPr>
            <a:r>
              <a:rPr sz="1275" b="0">
                <a:solidFill>
                  <a:srgbClr val="183247"/>
                </a:solidFill>
              </a:rPr>
              <a:t>都可追溯</a:t>
            </a:r>
          </a:p>
        </p:txBody>
      </p:sp>
      <p:sp>
        <p:nvSpPr>
          <p:cNvPr id="22" name="">
            <a:extLst xmlns:a="http://schemas.openxmlformats.org/drawingml/2006/main">
              <a:ext uri="{FF2B5EF4-FFF2-40B4-BE49-F238E27FC236}">
                <a16:creationId xmlns:a16="http://schemas.microsoft.com/office/drawing/2014/main" id="{80761F3A-BB11-4CAC-BC51-422F9E137ECE}"/>
              </a:ext>
            </a:extLst>
          </p:cNvPr>
          <p:cNvSpPr>
            <a:spLocks xmlns:a="http://schemas.openxmlformats.org/drawingml/2006/main" noGrp="1"/>
          </p:cNvSpPr>
          <p:nvPr/>
        </p:nvSpPr>
        <p:spPr>
          <a:xfrm xmlns:a="http://schemas.openxmlformats.org/drawingml/2006/main">
            <a:off x="666750" y="3771900"/>
            <a:ext cx="10858500" cy="1790700"/>
          </a:xfrm>
          <a:prstGeom xmlns:a="http://schemas.openxmlformats.org/drawingml/2006/main" prst="roundRect">
            <a:avLst>
              <a:gd name="adj" fmla="val 8511"/>
            </a:avLst>
          </a:prstGeom>
          <a:solidFill xmlns:a="http://schemas.openxmlformats.org/drawingml/2006/main">
            <a:srgbClr val="0F3555"/>
          </a:solidFill>
          <a:ln xmlns:a="http://schemas.openxmlformats.org/drawingml/2006/main" w="0">
            <a:solidFill>
              <a:srgbClr val="0F3555"/>
            </a:solidFill>
            <a:prstDash val="solid"/>
          </a:ln>
        </p:spPr>
      </p:sp>
      <p:sp>
        <p:nvSpPr>
          <p:cNvPr id="23" name="">
            <a:extLst xmlns:a="http://schemas.openxmlformats.org/drawingml/2006/main">
              <a:ext uri="{FF2B5EF4-FFF2-40B4-BE49-F238E27FC236}">
                <a16:creationId xmlns:a16="http://schemas.microsoft.com/office/drawing/2014/main" id="{C86EB53C-C455-4912-991B-DECAD691E5E9}"/>
              </a:ext>
            </a:extLst>
          </p:cNvPr>
          <p:cNvSpPr>
            <a:spLocks xmlns:a="http://schemas.openxmlformats.org/drawingml/2006/main" noGrp="1"/>
          </p:cNvSpPr>
          <p:nvPr/>
        </p:nvSpPr>
        <p:spPr>
          <a:xfrm xmlns:a="http://schemas.openxmlformats.org/drawingml/2006/main">
            <a:off x="895350" y="3943350"/>
            <a:ext cx="10401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B9DCE7"/>
                </a:solidFill>
              </a:defRPr>
            </a:pPr>
            <a:r>
              <a:rPr sz="1575" b="1">
                <a:solidFill>
                  <a:srgbClr val="B9DCE7"/>
                </a:solidFill>
              </a:rPr>
              <a:t>下一步我会怎么做</a:t>
            </a:r>
          </a:p>
        </p:txBody>
      </p:sp>
      <p:sp>
        <p:nvSpPr>
          <p:cNvPr id="24" name="">
            <a:extLst xmlns:a="http://schemas.openxmlformats.org/drawingml/2006/main">
              <a:ext uri="{FF2B5EF4-FFF2-40B4-BE49-F238E27FC236}">
                <a16:creationId xmlns:a16="http://schemas.microsoft.com/office/drawing/2014/main" id="{ED898960-4EE5-4512-9E82-4D700460CDB9}"/>
              </a:ext>
            </a:extLst>
          </p:cNvPr>
          <p:cNvSpPr>
            <a:spLocks xmlns:a="http://schemas.openxmlformats.org/drawingml/2006/main" noGrp="1"/>
          </p:cNvSpPr>
          <p:nvPr/>
        </p:nvSpPr>
        <p:spPr>
          <a:xfrm xmlns:a="http://schemas.openxmlformats.org/drawingml/2006/main">
            <a:off x="914400" y="4362450"/>
            <a:ext cx="100965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FFFFFF"/>
                </a:solidFill>
              </a:defRPr>
            </a:pPr>
            <a:r>
              <a:rPr sz="1350" b="0">
                <a:solidFill>
                  <a:srgbClr val="FFFFFF"/>
                </a:solidFill>
              </a:rPr>
              <a:t>1. 接入公开真实 WSI 特征，验证 AUROC、校准与注意力热图</a:t>
            </a:r>
          </a:p>
          <a:p xmlns:a="http://schemas.openxmlformats.org/drawingml/2006/main">
            <a:pPr algn="l">
              <a:defRPr sz="1350" b="0">
                <a:solidFill>
                  <a:srgbClr val="FFFFFF"/>
                </a:solidFill>
              </a:defRPr>
            </a:pPr>
            <a:r>
              <a:rPr sz="1350" b="0">
                <a:solidFill>
                  <a:srgbClr val="FFFFFF"/>
                </a:solidFill>
              </a:rPr>
              <a:t>2. 完整转换官方 checkpoint，增加逐层 activation regression</a:t>
            </a:r>
          </a:p>
          <a:p xmlns:a="http://schemas.openxmlformats.org/drawingml/2006/main">
            <a:pPr algn="l">
              <a:defRPr sz="1350" b="0">
                <a:solidFill>
                  <a:srgbClr val="FFFFFF"/>
                </a:solidFill>
              </a:defRPr>
            </a:pPr>
            <a:r>
              <a:rPr sz="1350" b="0">
                <a:solidFill>
                  <a:srgbClr val="FFFFFF"/>
                </a:solidFill>
              </a:rPr>
              <a:t>3. 接回 tile encoder，形成 patch→slide 端到端推理</a:t>
            </a:r>
          </a:p>
          <a:p xmlns:a="http://schemas.openxmlformats.org/drawingml/2006/main">
            <a:pPr algn="l">
              <a:defRPr sz="1350" b="0">
                <a:solidFill>
                  <a:srgbClr val="FFFFFF"/>
                </a:solidFill>
              </a:defRPr>
            </a:pPr>
            <a:r>
              <a:rPr sz="1350" b="0">
                <a:solidFill>
                  <a:srgbClr val="FFFFFF"/>
                </a:solidFill>
              </a:rPr>
              <a:t>4. 在外部中心做患者级划分、亚组与域偏移分析</a:t>
            </a:r>
          </a:p>
        </p:txBody>
      </p:sp>
    </p:spTree>
    <p:extLst>
      <p:ext uri="{BB962C8B-B14F-4D97-AF65-F5344CB8AC3E}">
        <p14:creationId xmlns:p14="http://schemas.microsoft.com/office/powerpoint/2010/main" val="453562270"/>
      </p:ext>
    </p:extLst>
  </p:cSld>
</p:sld>
</file>

<file path=ppt/slides/slide30.xml><?xml version="1.0" encoding="utf-8"?>
<p:sld xmlns:p="http://schemas.openxmlformats.org/presentationml/2006/main">
  <p:cSld>
    <p:bg>
      <p:bgPr>
        <a:solidFill xmlns:a="http://schemas.openxmlformats.org/drawingml/2006/main">
          <a:srgbClr val="0F3555"/>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1FC13F97-BCC4-44AF-A023-1063CC4EA6DB}"/>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F0A24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85BBF05-14D2-4BDA-947C-423DC872091F}"/>
              </a:ext>
            </a:extLst>
          </p:cNvPr>
          <p:cNvSpPr>
            <a:spLocks xmlns:a="http://schemas.openxmlformats.org/drawingml/2006/main" noGrp="1"/>
          </p:cNvSpPr>
          <p:nvPr/>
        </p:nvSpPr>
        <p:spPr>
          <a:xfrm xmlns:a="http://schemas.openxmlformats.org/drawingml/2006/main">
            <a:off x="647700" y="552450"/>
            <a:ext cx="1352550" cy="323850"/>
          </a:xfrm>
          <a:prstGeom xmlns:a="http://schemas.openxmlformats.org/drawingml/2006/main" prst="roundRect">
            <a:avLst>
              <a:gd name="adj" fmla="val 50000"/>
            </a:avLst>
          </a:prstGeom>
          <a:solidFill xmlns:a="http://schemas.openxmlformats.org/drawingml/2006/main">
            <a:srgbClr val="FFFFFF">
              <a:alpha val="11765"/>
            </a:srgbClr>
          </a:solidFill>
          <a:ln xmlns:a="http://schemas.openxmlformats.org/drawingml/2006/main" w="9525">
            <a:solidFill>
              <a:srgbClr val="FFFFFF">
                <a:alpha val="20784"/>
              </a:srgbClr>
            </a:solidFill>
            <a:prstDash val="solid"/>
          </a:ln>
        </p:spPr>
      </p:sp>
      <p:sp>
        <p:nvSpPr>
          <p:cNvPr id="3" name="">
            <a:extLst xmlns:a="http://schemas.openxmlformats.org/drawingml/2006/main">
              <a:ext uri="{FF2B5EF4-FFF2-40B4-BE49-F238E27FC236}">
                <a16:creationId xmlns:a16="http://schemas.microsoft.com/office/drawing/2014/main" id="{43961E10-F5CB-466A-AFB5-86C4D5035C6E}"/>
              </a:ext>
            </a:extLst>
          </p:cNvPr>
          <p:cNvSpPr>
            <a:spLocks xmlns:a="http://schemas.openxmlformats.org/drawingml/2006/main" noGrp="1"/>
          </p:cNvSpPr>
          <p:nvPr/>
        </p:nvSpPr>
        <p:spPr>
          <a:xfrm xmlns:a="http://schemas.openxmlformats.org/drawingml/2006/main">
            <a:off x="647700" y="561975"/>
            <a:ext cx="13525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FFFFFF"/>
                </a:solidFill>
              </a:defRPr>
            </a:pPr>
            <a:r>
              <a:rPr sz="1200" b="1">
                <a:solidFill>
                  <a:srgbClr val="FFFFFF"/>
                </a:solidFill>
              </a:rPr>
              <a:t>CONCLUSION</a:t>
            </a:r>
          </a:p>
        </p:txBody>
      </p:sp>
      <p:sp>
        <p:nvSpPr>
          <p:cNvPr id="4" name="">
            <a:extLst xmlns:a="http://schemas.openxmlformats.org/drawingml/2006/main">
              <a:ext uri="{FF2B5EF4-FFF2-40B4-BE49-F238E27FC236}">
                <a16:creationId xmlns:a16="http://schemas.microsoft.com/office/drawing/2014/main" id="{414D0842-70EA-4C88-B9EF-A86D5526579D}"/>
              </a:ext>
            </a:extLst>
          </p:cNvPr>
          <p:cNvSpPr>
            <a:spLocks xmlns:a="http://schemas.openxmlformats.org/drawingml/2006/main" noGrp="1"/>
          </p:cNvSpPr>
          <p:nvPr/>
        </p:nvSpPr>
        <p:spPr>
          <a:xfrm xmlns:a="http://schemas.openxmlformats.org/drawingml/2006/main">
            <a:off x="647700" y="1219200"/>
            <a:ext cx="7810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000" b="1">
                <a:solidFill>
                  <a:srgbClr val="FFFFFF"/>
                </a:solidFill>
              </a:defRPr>
            </a:pPr>
            <a:r>
              <a:rPr sz="3000" b="1">
                <a:solidFill>
                  <a:srgbClr val="FFFFFF"/>
                </a:solidFill>
              </a:rPr>
              <a:t>Jittor-CHIEF 的证据链</a:t>
            </a:r>
          </a:p>
          <a:p xmlns:a="http://schemas.openxmlformats.org/drawingml/2006/main">
            <a:pPr algn="l">
              <a:defRPr sz="3000" b="1">
                <a:solidFill>
                  <a:srgbClr val="FFFFFF"/>
                </a:solidFill>
              </a:defRPr>
            </a:pPr>
            <a:r>
              <a:rPr sz="3000" b="1">
                <a:solidFill>
                  <a:srgbClr val="FFFFFF"/>
                </a:solidFill>
              </a:rPr>
              <a:t>从“跑通”推进到“压力下可验证”</a:t>
            </a:r>
          </a:p>
        </p:txBody>
      </p:sp>
      <p:sp>
        <p:nvSpPr>
          <p:cNvPr id="5" name="">
            <a:extLst xmlns:a="http://schemas.openxmlformats.org/drawingml/2006/main">
              <a:ext uri="{FF2B5EF4-FFF2-40B4-BE49-F238E27FC236}">
                <a16:creationId xmlns:a16="http://schemas.microsoft.com/office/drawing/2014/main" id="{9198055D-28EC-490B-ABF9-A58B89BB3F8B}"/>
              </a:ext>
            </a:extLst>
          </p:cNvPr>
          <p:cNvSpPr>
            <a:spLocks xmlns:a="http://schemas.openxmlformats.org/drawingml/2006/main" noGrp="1"/>
          </p:cNvSpPr>
          <p:nvPr/>
        </p:nvSpPr>
        <p:spPr>
          <a:xfrm xmlns:a="http://schemas.openxmlformats.org/drawingml/2006/main">
            <a:off x="685800" y="2876550"/>
            <a:ext cx="3143250" cy="476250"/>
          </a:xfrm>
          <a:prstGeom xmlns:a="http://schemas.openxmlformats.org/drawingml/2006/main" prst="roundRect">
            <a:avLst>
              <a:gd name="adj" fmla="val 24000"/>
            </a:avLst>
          </a:prstGeom>
          <a:solidFill xmlns:a="http://schemas.openxmlformats.org/drawingml/2006/main">
            <a:srgbClr val="FFFFFF">
              <a:alpha val="7059"/>
            </a:srgbClr>
          </a:solidFill>
          <a:ln xmlns:a="http://schemas.openxmlformats.org/drawingml/2006/main" w="9525">
            <a:solidFill>
              <a:srgbClr val="FFFFFF">
                <a:alpha val="13333"/>
              </a:srgbClr>
            </a:solidFill>
            <a:prstDash val="solid"/>
          </a:ln>
        </p:spPr>
      </p:sp>
      <p:sp>
        <p:nvSpPr>
          <p:cNvPr id="6" name="">
            <a:extLst xmlns:a="http://schemas.openxmlformats.org/drawingml/2006/main">
              <a:ext uri="{FF2B5EF4-FFF2-40B4-BE49-F238E27FC236}">
                <a16:creationId xmlns:a16="http://schemas.microsoft.com/office/drawing/2014/main" id="{7DDA9D3B-F8B4-4C01-A740-64EE669C74F0}"/>
              </a:ext>
            </a:extLst>
          </p:cNvPr>
          <p:cNvSpPr>
            <a:spLocks xmlns:a="http://schemas.openxmlformats.org/drawingml/2006/main" noGrp="1"/>
          </p:cNvSpPr>
          <p:nvPr/>
        </p:nvSpPr>
        <p:spPr>
          <a:xfrm xmlns:a="http://schemas.openxmlformats.org/drawingml/2006/main">
            <a:off x="838200" y="295275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a:solidFill>
                  <a:srgbClr val="28A99E"/>
                </a:solidFill>
              </a:defRPr>
            </a:pPr>
            <a:r>
              <a:rPr sz="1575" b="1">
                <a:solidFill>
                  <a:srgbClr val="28A99E"/>
                </a:solidFill>
              </a:rPr>
              <a:t>✓</a:t>
            </a:r>
          </a:p>
        </p:txBody>
      </p:sp>
      <p:sp>
        <p:nvSpPr>
          <p:cNvPr id="7" name="">
            <a:extLst xmlns:a="http://schemas.openxmlformats.org/drawingml/2006/main">
              <a:ext uri="{FF2B5EF4-FFF2-40B4-BE49-F238E27FC236}">
                <a16:creationId xmlns:a16="http://schemas.microsoft.com/office/drawing/2014/main" id="{9E2B9A82-A7D9-4416-A7B7-2172DD89C184}"/>
              </a:ext>
            </a:extLst>
          </p:cNvPr>
          <p:cNvSpPr>
            <a:spLocks xmlns:a="http://schemas.openxmlformats.org/drawingml/2006/main" noGrp="1"/>
          </p:cNvSpPr>
          <p:nvPr/>
        </p:nvSpPr>
        <p:spPr>
          <a:xfrm xmlns:a="http://schemas.openxmlformats.org/drawingml/2006/main">
            <a:off x="1257300" y="2933700"/>
            <a:ext cx="2343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FFFFFF"/>
                </a:solidFill>
              </a:defRPr>
            </a:pPr>
            <a:r>
              <a:rPr sz="1275" b="1">
                <a:solidFill>
                  <a:srgbClr val="FFFFFF"/>
                </a:solidFill>
              </a:rPr>
              <a:t>官方 PyTorch 等价 = 0</a:t>
            </a:r>
          </a:p>
        </p:txBody>
      </p:sp>
      <p:sp>
        <p:nvSpPr>
          <p:cNvPr id="8" name="">
            <a:extLst xmlns:a="http://schemas.openxmlformats.org/drawingml/2006/main">
              <a:ext uri="{FF2B5EF4-FFF2-40B4-BE49-F238E27FC236}">
                <a16:creationId xmlns:a16="http://schemas.microsoft.com/office/drawing/2014/main" id="{8CDE06A7-C9E0-40A4-9AC1-32D1E49766E3}"/>
              </a:ext>
            </a:extLst>
          </p:cNvPr>
          <p:cNvSpPr>
            <a:spLocks xmlns:a="http://schemas.openxmlformats.org/drawingml/2006/main" noGrp="1"/>
          </p:cNvSpPr>
          <p:nvPr/>
        </p:nvSpPr>
        <p:spPr>
          <a:xfrm xmlns:a="http://schemas.openxmlformats.org/drawingml/2006/main">
            <a:off x="4114800" y="2876550"/>
            <a:ext cx="3143250" cy="476250"/>
          </a:xfrm>
          <a:prstGeom xmlns:a="http://schemas.openxmlformats.org/drawingml/2006/main" prst="roundRect">
            <a:avLst>
              <a:gd name="adj" fmla="val 24000"/>
            </a:avLst>
          </a:prstGeom>
          <a:solidFill xmlns:a="http://schemas.openxmlformats.org/drawingml/2006/main">
            <a:srgbClr val="FFFFFF">
              <a:alpha val="7059"/>
            </a:srgbClr>
          </a:solidFill>
          <a:ln xmlns:a="http://schemas.openxmlformats.org/drawingml/2006/main" w="9525">
            <a:solidFill>
              <a:srgbClr val="FFFFFF">
                <a:alpha val="13333"/>
              </a:srgbClr>
            </a:solidFill>
            <a:prstDash val="solid"/>
          </a:ln>
        </p:spPr>
      </p:sp>
      <p:sp>
        <p:nvSpPr>
          <p:cNvPr id="9" name="">
            <a:extLst xmlns:a="http://schemas.openxmlformats.org/drawingml/2006/main">
              <a:ext uri="{FF2B5EF4-FFF2-40B4-BE49-F238E27FC236}">
                <a16:creationId xmlns:a16="http://schemas.microsoft.com/office/drawing/2014/main" id="{A87C85E6-2E73-423A-8BD7-1770C2DEA2E4}"/>
              </a:ext>
            </a:extLst>
          </p:cNvPr>
          <p:cNvSpPr>
            <a:spLocks xmlns:a="http://schemas.openxmlformats.org/drawingml/2006/main" noGrp="1"/>
          </p:cNvSpPr>
          <p:nvPr/>
        </p:nvSpPr>
        <p:spPr>
          <a:xfrm xmlns:a="http://schemas.openxmlformats.org/drawingml/2006/main">
            <a:off x="4267200" y="295275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a:solidFill>
                  <a:srgbClr val="28A99E"/>
                </a:solidFill>
              </a:defRPr>
            </a:pPr>
            <a:r>
              <a:rPr sz="1575" b="1">
                <a:solidFill>
                  <a:srgbClr val="28A99E"/>
                </a:solidFill>
              </a:rPr>
              <a:t>✓</a:t>
            </a:r>
          </a:p>
        </p:txBody>
      </p:sp>
      <p:sp>
        <p:nvSpPr>
          <p:cNvPr id="10" name="">
            <a:extLst xmlns:a="http://schemas.openxmlformats.org/drawingml/2006/main">
              <a:ext uri="{FF2B5EF4-FFF2-40B4-BE49-F238E27FC236}">
                <a16:creationId xmlns:a16="http://schemas.microsoft.com/office/drawing/2014/main" id="{2C00F5B7-AEF2-4741-A268-037F122CE14F}"/>
              </a:ext>
            </a:extLst>
          </p:cNvPr>
          <p:cNvSpPr>
            <a:spLocks xmlns:a="http://schemas.openxmlformats.org/drawingml/2006/main" noGrp="1"/>
          </p:cNvSpPr>
          <p:nvPr/>
        </p:nvSpPr>
        <p:spPr>
          <a:xfrm xmlns:a="http://schemas.openxmlformats.org/drawingml/2006/main">
            <a:off x="4686300" y="2933700"/>
            <a:ext cx="2343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FFFFFF"/>
                </a:solidFill>
              </a:defRPr>
            </a:pPr>
            <a:r>
              <a:rPr sz="1275" b="1">
                <a:solidFill>
                  <a:srgbClr val="FFFFFF"/>
                </a:solidFill>
              </a:rPr>
              <a:t>跨框架单步对齐 PASS</a:t>
            </a:r>
          </a:p>
        </p:txBody>
      </p:sp>
      <p:sp>
        <p:nvSpPr>
          <p:cNvPr id="11" name="">
            <a:extLst xmlns:a="http://schemas.openxmlformats.org/drawingml/2006/main">
              <a:ext uri="{FF2B5EF4-FFF2-40B4-BE49-F238E27FC236}">
                <a16:creationId xmlns:a16="http://schemas.microsoft.com/office/drawing/2014/main" id="{7334A51B-DBBD-4DDF-ABD5-C8F19F198D1E}"/>
              </a:ext>
            </a:extLst>
          </p:cNvPr>
          <p:cNvSpPr>
            <a:spLocks xmlns:a="http://schemas.openxmlformats.org/drawingml/2006/main" noGrp="1"/>
          </p:cNvSpPr>
          <p:nvPr/>
        </p:nvSpPr>
        <p:spPr>
          <a:xfrm xmlns:a="http://schemas.openxmlformats.org/drawingml/2006/main">
            <a:off x="685800" y="3562350"/>
            <a:ext cx="3143250" cy="476250"/>
          </a:xfrm>
          <a:prstGeom xmlns:a="http://schemas.openxmlformats.org/drawingml/2006/main" prst="roundRect">
            <a:avLst>
              <a:gd name="adj" fmla="val 24000"/>
            </a:avLst>
          </a:prstGeom>
          <a:solidFill xmlns:a="http://schemas.openxmlformats.org/drawingml/2006/main">
            <a:srgbClr val="FFFFFF">
              <a:alpha val="7059"/>
            </a:srgbClr>
          </a:solidFill>
          <a:ln xmlns:a="http://schemas.openxmlformats.org/drawingml/2006/main" w="9525">
            <a:solidFill>
              <a:srgbClr val="FFFFFF">
                <a:alpha val="13333"/>
              </a:srgbClr>
            </a:solidFill>
            <a:prstDash val="solid"/>
          </a:ln>
        </p:spPr>
      </p:sp>
      <p:sp>
        <p:nvSpPr>
          <p:cNvPr id="12" name="">
            <a:extLst xmlns:a="http://schemas.openxmlformats.org/drawingml/2006/main">
              <a:ext uri="{FF2B5EF4-FFF2-40B4-BE49-F238E27FC236}">
                <a16:creationId xmlns:a16="http://schemas.microsoft.com/office/drawing/2014/main" id="{46A8A174-ABDA-42B6-AA93-2BF7F045D452}"/>
              </a:ext>
            </a:extLst>
          </p:cNvPr>
          <p:cNvSpPr>
            <a:spLocks xmlns:a="http://schemas.openxmlformats.org/drawingml/2006/main" noGrp="1"/>
          </p:cNvSpPr>
          <p:nvPr/>
        </p:nvSpPr>
        <p:spPr>
          <a:xfrm xmlns:a="http://schemas.openxmlformats.org/drawingml/2006/main">
            <a:off x="838200" y="363855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a:solidFill>
                  <a:srgbClr val="28A99E"/>
                </a:solidFill>
              </a:defRPr>
            </a:pPr>
            <a:r>
              <a:rPr sz="1575" b="1">
                <a:solidFill>
                  <a:srgbClr val="28A99E"/>
                </a:solidFill>
              </a:rPr>
              <a:t>✓</a:t>
            </a:r>
          </a:p>
        </p:txBody>
      </p:sp>
      <p:sp>
        <p:nvSpPr>
          <p:cNvPr id="13" name="">
            <a:extLst xmlns:a="http://schemas.openxmlformats.org/drawingml/2006/main">
              <a:ext uri="{FF2B5EF4-FFF2-40B4-BE49-F238E27FC236}">
                <a16:creationId xmlns:a16="http://schemas.microsoft.com/office/drawing/2014/main" id="{E8FCC4FA-35F9-4A71-801A-2D6429E00AF6}"/>
              </a:ext>
            </a:extLst>
          </p:cNvPr>
          <p:cNvSpPr>
            <a:spLocks xmlns:a="http://schemas.openxmlformats.org/drawingml/2006/main" noGrp="1"/>
          </p:cNvSpPr>
          <p:nvPr/>
        </p:nvSpPr>
        <p:spPr>
          <a:xfrm xmlns:a="http://schemas.openxmlformats.org/drawingml/2006/main">
            <a:off x="1257300" y="3619500"/>
            <a:ext cx="2343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FFFFFF"/>
                </a:solidFill>
              </a:defRPr>
            </a:pPr>
            <a:r>
              <a:rPr sz="1275" b="1">
                <a:solidFill>
                  <a:srgbClr val="FFFFFF"/>
                </a:solidFill>
              </a:rPr>
              <a:t>Jittor 训练 / 测试已公开</a:t>
            </a:r>
          </a:p>
        </p:txBody>
      </p:sp>
      <p:sp>
        <p:nvSpPr>
          <p:cNvPr id="14" name="">
            <a:extLst xmlns:a="http://schemas.openxmlformats.org/drawingml/2006/main">
              <a:ext uri="{FF2B5EF4-FFF2-40B4-BE49-F238E27FC236}">
                <a16:creationId xmlns:a16="http://schemas.microsoft.com/office/drawing/2014/main" id="{E3CD1D9E-870C-4F45-BC89-B0C40650A969}"/>
              </a:ext>
            </a:extLst>
          </p:cNvPr>
          <p:cNvSpPr>
            <a:spLocks xmlns:a="http://schemas.openxmlformats.org/drawingml/2006/main" noGrp="1"/>
          </p:cNvSpPr>
          <p:nvPr/>
        </p:nvSpPr>
        <p:spPr>
          <a:xfrm xmlns:a="http://schemas.openxmlformats.org/drawingml/2006/main">
            <a:off x="4114800" y="3562350"/>
            <a:ext cx="3143250" cy="476250"/>
          </a:xfrm>
          <a:prstGeom xmlns:a="http://schemas.openxmlformats.org/drawingml/2006/main" prst="roundRect">
            <a:avLst>
              <a:gd name="adj" fmla="val 24000"/>
            </a:avLst>
          </a:prstGeom>
          <a:solidFill xmlns:a="http://schemas.openxmlformats.org/drawingml/2006/main">
            <a:srgbClr val="FFFFFF">
              <a:alpha val="7059"/>
            </a:srgbClr>
          </a:solidFill>
          <a:ln xmlns:a="http://schemas.openxmlformats.org/drawingml/2006/main" w="9525">
            <a:solidFill>
              <a:srgbClr val="FFFFFF">
                <a:alpha val="13333"/>
              </a:srgbClr>
            </a:solidFill>
            <a:prstDash val="solid"/>
          </a:ln>
        </p:spPr>
      </p:sp>
      <p:sp>
        <p:nvSpPr>
          <p:cNvPr id="15" name="">
            <a:extLst xmlns:a="http://schemas.openxmlformats.org/drawingml/2006/main">
              <a:ext uri="{FF2B5EF4-FFF2-40B4-BE49-F238E27FC236}">
                <a16:creationId xmlns:a16="http://schemas.microsoft.com/office/drawing/2014/main" id="{36019172-9E4C-4D84-8533-A758C835087C}"/>
              </a:ext>
            </a:extLst>
          </p:cNvPr>
          <p:cNvSpPr>
            <a:spLocks xmlns:a="http://schemas.openxmlformats.org/drawingml/2006/main" noGrp="1"/>
          </p:cNvSpPr>
          <p:nvPr/>
        </p:nvSpPr>
        <p:spPr>
          <a:xfrm xmlns:a="http://schemas.openxmlformats.org/drawingml/2006/main">
            <a:off x="4267200" y="363855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a:solidFill>
                  <a:srgbClr val="28A99E"/>
                </a:solidFill>
              </a:defRPr>
            </a:pPr>
            <a:r>
              <a:rPr sz="1575" b="1">
                <a:solidFill>
                  <a:srgbClr val="28A99E"/>
                </a:solidFill>
              </a:rPr>
              <a:t>✓</a:t>
            </a:r>
          </a:p>
        </p:txBody>
      </p:sp>
      <p:sp>
        <p:nvSpPr>
          <p:cNvPr id="16" name="">
            <a:extLst xmlns:a="http://schemas.openxmlformats.org/drawingml/2006/main">
              <a:ext uri="{FF2B5EF4-FFF2-40B4-BE49-F238E27FC236}">
                <a16:creationId xmlns:a16="http://schemas.microsoft.com/office/drawing/2014/main" id="{537E2B9D-444E-47BE-8501-91D39D0BFA2B}"/>
              </a:ext>
            </a:extLst>
          </p:cNvPr>
          <p:cNvSpPr>
            <a:spLocks xmlns:a="http://schemas.openxmlformats.org/drawingml/2006/main" noGrp="1"/>
          </p:cNvSpPr>
          <p:nvPr/>
        </p:nvSpPr>
        <p:spPr>
          <a:xfrm xmlns:a="http://schemas.openxmlformats.org/drawingml/2006/main">
            <a:off x="4686300" y="3619500"/>
            <a:ext cx="2343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FFFFFF"/>
                </a:solidFill>
              </a:defRPr>
            </a:pPr>
            <a:r>
              <a:rPr sz="1275" b="1">
                <a:solidFill>
                  <a:srgbClr val="FFFFFF"/>
                </a:solidFill>
              </a:rPr>
              <a:t>困难版 3 seeds 高度接近</a:t>
            </a:r>
          </a:p>
        </p:txBody>
      </p:sp>
      <p:sp>
        <p:nvSpPr>
          <p:cNvPr id="17" name="">
            <a:extLst xmlns:a="http://schemas.openxmlformats.org/drawingml/2006/main">
              <a:ext uri="{FF2B5EF4-FFF2-40B4-BE49-F238E27FC236}">
                <a16:creationId xmlns:a16="http://schemas.microsoft.com/office/drawing/2014/main" id="{D639DB6C-6FFE-41BA-A2CB-3AF2D7E907D6}"/>
              </a:ext>
            </a:extLst>
          </p:cNvPr>
          <p:cNvSpPr>
            <a:spLocks xmlns:a="http://schemas.openxmlformats.org/drawingml/2006/main" noGrp="1"/>
          </p:cNvSpPr>
          <p:nvPr/>
        </p:nvSpPr>
        <p:spPr>
          <a:xfrm xmlns:a="http://schemas.openxmlformats.org/drawingml/2006/main">
            <a:off x="8286750" y="1009650"/>
            <a:ext cx="3143250" cy="388620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0">
            <a:solidFill>
              <a:srgbClr val="FFFFFF"/>
            </a:solidFill>
            <a:prstDash val="solid"/>
          </a:ln>
        </p:spPr>
      </p:sp>
      <p:sp>
        <p:nvSpPr>
          <p:cNvPr id="18" name="">
            <a:extLst xmlns:a="http://schemas.openxmlformats.org/drawingml/2006/main">
              <a:ext uri="{FF2B5EF4-FFF2-40B4-BE49-F238E27FC236}">
                <a16:creationId xmlns:a16="http://schemas.microsoft.com/office/drawing/2014/main" id="{637C8911-0889-41F7-A66C-56377E94201F}"/>
              </a:ext>
            </a:extLst>
          </p:cNvPr>
          <p:cNvSpPr>
            <a:spLocks xmlns:a="http://schemas.openxmlformats.org/drawingml/2006/main" noGrp="1"/>
          </p:cNvSpPr>
          <p:nvPr/>
        </p:nvSpPr>
        <p:spPr>
          <a:xfrm xmlns:a="http://schemas.openxmlformats.org/drawingml/2006/main">
            <a:off x="8553450" y="1257300"/>
            <a:ext cx="2609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174A74"/>
                </a:solidFill>
              </a:defRPr>
            </a:pPr>
            <a:r>
              <a:rPr sz="1500" b="1">
                <a:solidFill>
                  <a:srgbClr val="174A74"/>
                </a:solidFill>
              </a:rPr>
              <a:t>项目入口</a:t>
            </a:r>
          </a:p>
        </p:txBody>
      </p:sp>
      <p:sp>
        <p:nvSpPr>
          <p:cNvPr id="19" name="">
            <a:extLst xmlns:a="http://schemas.openxmlformats.org/drawingml/2006/main">
              <a:ext uri="{FF2B5EF4-FFF2-40B4-BE49-F238E27FC236}">
                <a16:creationId xmlns:a16="http://schemas.microsoft.com/office/drawing/2014/main" id="{FD61FDC1-BE59-4E6F-8804-FC4CAC6C4A17}"/>
              </a:ext>
            </a:extLst>
          </p:cNvPr>
          <p:cNvSpPr>
            <a:spLocks xmlns:a="http://schemas.openxmlformats.org/drawingml/2006/main" noGrp="1"/>
          </p:cNvSpPr>
          <p:nvPr/>
        </p:nvSpPr>
        <p:spPr>
          <a:xfrm xmlns:a="http://schemas.openxmlformats.org/drawingml/2006/main">
            <a:off x="8610600" y="1752600"/>
            <a:ext cx="24955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a:solidFill>
                  <a:srgbClr val="183247"/>
                </a:solidFill>
              </a:defRPr>
            </a:pPr>
            <a:r>
              <a:rPr sz="1800" b="1">
                <a:solidFill>
                  <a:srgbClr val="183247"/>
                </a:solidFill>
              </a:rPr>
              <a:t>github.com/</a:t>
            </a:r>
          </a:p>
          <a:p xmlns:a="http://schemas.openxmlformats.org/drawingml/2006/main">
            <a:pPr algn="ctr">
              <a:defRPr sz="1800" b="1">
                <a:solidFill>
                  <a:srgbClr val="183247"/>
                </a:solidFill>
              </a:defRPr>
            </a:pPr>
            <a:r>
              <a:rPr sz="1800" b="1">
                <a:solidFill>
                  <a:srgbClr val="183247"/>
                </a:solidFill>
              </a:rPr>
              <a:t>Yang-yang052/</a:t>
            </a:r>
          </a:p>
          <a:p xmlns:a="http://schemas.openxmlformats.org/drawingml/2006/main">
            <a:pPr algn="ctr">
              <a:defRPr sz="1800" b="1">
                <a:solidFill>
                  <a:srgbClr val="183247"/>
                </a:solidFill>
              </a:defRPr>
            </a:pPr>
            <a:r>
              <a:rPr sz="1800" b="1">
                <a:solidFill>
                  <a:srgbClr val="183247"/>
                </a:solidFill>
              </a:rPr>
              <a:t>Jittor-CHIEF</a:t>
            </a:r>
          </a:p>
        </p:txBody>
      </p:sp>
      <p:sp>
        <p:nvSpPr>
          <p:cNvPr id="20" name="">
            <a:extLst xmlns:a="http://schemas.openxmlformats.org/drawingml/2006/main">
              <a:ext uri="{FF2B5EF4-FFF2-40B4-BE49-F238E27FC236}">
                <a16:creationId xmlns:a16="http://schemas.microsoft.com/office/drawing/2014/main" id="{49E61D83-B9E2-46C7-B679-8DF6E20D1D32}"/>
              </a:ext>
            </a:extLst>
          </p:cNvPr>
          <p:cNvSpPr>
            <a:spLocks xmlns:a="http://schemas.openxmlformats.org/drawingml/2006/main" noGrp="1"/>
          </p:cNvSpPr>
          <p:nvPr/>
        </p:nvSpPr>
        <p:spPr>
          <a:xfrm xmlns:a="http://schemas.openxmlformats.org/drawingml/2006/main">
            <a:off x="8705850" y="2895600"/>
            <a:ext cx="2228850" cy="9525"/>
          </a:xfrm>
          <a:prstGeom xmlns:a="http://schemas.openxmlformats.org/drawingml/2006/main" prst="rect">
            <a:avLst/>
          </a:prstGeom>
          <a:solidFill xmlns:a="http://schemas.openxmlformats.org/drawingml/2006/main">
            <a:srgbClr val="D8E2EA"/>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290CA2EA-47D2-4937-99CD-84536E5EAFCA}"/>
              </a:ext>
            </a:extLst>
          </p:cNvPr>
          <p:cNvSpPr>
            <a:spLocks xmlns:a="http://schemas.openxmlformats.org/drawingml/2006/main" noGrp="1"/>
          </p:cNvSpPr>
          <p:nvPr/>
        </p:nvSpPr>
        <p:spPr>
          <a:xfrm xmlns:a="http://schemas.openxmlformats.org/drawingml/2006/main">
            <a:off x="8553450" y="3105150"/>
            <a:ext cx="2609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D76A8"/>
                </a:solidFill>
              </a:defRPr>
            </a:pPr>
            <a:r>
              <a:rPr sz="1275" b="1">
                <a:solidFill>
                  <a:srgbClr val="2D76A8"/>
                </a:solidFill>
              </a:rPr>
              <a:t>演示顺序</a:t>
            </a:r>
          </a:p>
        </p:txBody>
      </p:sp>
      <p:sp>
        <p:nvSpPr>
          <p:cNvPr id="22" name="">
            <a:extLst xmlns:a="http://schemas.openxmlformats.org/drawingml/2006/main">
              <a:ext uri="{FF2B5EF4-FFF2-40B4-BE49-F238E27FC236}">
                <a16:creationId xmlns:a16="http://schemas.microsoft.com/office/drawing/2014/main" id="{15DE05ED-569A-4807-A518-BFA2623FBAE1}"/>
              </a:ext>
            </a:extLst>
          </p:cNvPr>
          <p:cNvSpPr>
            <a:spLocks xmlns:a="http://schemas.openxmlformats.org/drawingml/2006/main" noGrp="1"/>
          </p:cNvSpPr>
          <p:nvPr/>
        </p:nvSpPr>
        <p:spPr>
          <a:xfrm xmlns:a="http://schemas.openxmlformats.org/drawingml/2006/main">
            <a:off x="8724900" y="3486150"/>
            <a:ext cx="22669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183247"/>
                </a:solidFill>
              </a:defRPr>
            </a:pPr>
            <a:r>
              <a:rPr sz="1275" b="0">
                <a:solidFill>
                  <a:srgbClr val="183247"/>
                </a:solidFill>
              </a:rPr>
              <a:t>1  打开 model.py 讲前向</a:t>
            </a:r>
          </a:p>
          <a:p xmlns:a="http://schemas.openxmlformats.org/drawingml/2006/main">
            <a:pPr algn="l">
              <a:defRPr sz="1275" b="0">
                <a:solidFill>
                  <a:srgbClr val="183247"/>
                </a:solidFill>
              </a:defRPr>
            </a:pPr>
            <a:r>
              <a:rPr sz="1275" b="0">
                <a:solidFill>
                  <a:srgbClr val="183247"/>
                </a:solidFill>
              </a:rPr>
              <a:t>2  展示 train / test 命令</a:t>
            </a:r>
          </a:p>
          <a:p xmlns:a="http://schemas.openxmlformats.org/drawingml/2006/main">
            <a:pPr algn="l">
              <a:defRPr sz="1275" b="0">
                <a:solidFill>
                  <a:srgbClr val="183247"/>
                </a:solidFill>
              </a:defRPr>
            </a:pPr>
            <a:r>
              <a:rPr sz="1275" b="0">
                <a:solidFill>
                  <a:srgbClr val="183247"/>
                </a:solidFill>
              </a:rPr>
              <a:t>3  查看 Actions 训练日志</a:t>
            </a:r>
          </a:p>
          <a:p xmlns:a="http://schemas.openxmlformats.org/drawingml/2006/main">
            <a:pPr algn="l">
              <a:defRPr sz="1275" b="0">
                <a:solidFill>
                  <a:srgbClr val="183247"/>
                </a:solidFill>
              </a:defRPr>
            </a:pPr>
            <a:r>
              <a:rPr sz="1275" b="0">
                <a:solidFill>
                  <a:srgbClr val="183247"/>
                </a:solidFill>
              </a:rPr>
              <a:t>4  打开指标、预测与注意力</a:t>
            </a:r>
          </a:p>
        </p:txBody>
      </p:sp>
      <p:sp>
        <p:nvSpPr>
          <p:cNvPr id="23" name="">
            <a:extLst xmlns:a="http://schemas.openxmlformats.org/drawingml/2006/main">
              <a:ext uri="{FF2B5EF4-FFF2-40B4-BE49-F238E27FC236}">
                <a16:creationId xmlns:a16="http://schemas.microsoft.com/office/drawing/2014/main" id="{90090F92-CA99-47A5-B8BE-8AF8D8A7983C}"/>
              </a:ext>
            </a:extLst>
          </p:cNvPr>
          <p:cNvSpPr>
            <a:spLocks xmlns:a="http://schemas.openxmlformats.org/drawingml/2006/main" noGrp="1"/>
          </p:cNvSpPr>
          <p:nvPr/>
        </p:nvSpPr>
        <p:spPr>
          <a:xfrm xmlns:a="http://schemas.openxmlformats.org/drawingml/2006/main">
            <a:off x="666750" y="5181600"/>
            <a:ext cx="1047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B9DCE7"/>
                </a:solidFill>
              </a:defRPr>
            </a:pPr>
            <a:r>
              <a:rPr sz="1350" b="0">
                <a:solidFill>
                  <a:srgbClr val="B9DCE7"/>
                </a:solidFill>
              </a:rPr>
              <a:t>代码、README、环境、训练/测试脚本、Log、曲线与 Actions 证据按同一实验协议组织。</a:t>
            </a:r>
          </a:p>
        </p:txBody>
      </p:sp>
      <p:sp>
        <p:nvSpPr>
          <p:cNvPr id="24" name="">
            <a:extLst xmlns:a="http://schemas.openxmlformats.org/drawingml/2006/main">
              <a:ext uri="{FF2B5EF4-FFF2-40B4-BE49-F238E27FC236}">
                <a16:creationId xmlns:a16="http://schemas.microsoft.com/office/drawing/2014/main" id="{85B440E5-6183-4CA7-827C-03C7159E9484}"/>
              </a:ext>
            </a:extLst>
          </p:cNvPr>
          <p:cNvSpPr>
            <a:spLocks xmlns:a="http://schemas.openxmlformats.org/drawingml/2006/main" noGrp="1"/>
          </p:cNvSpPr>
          <p:nvPr/>
        </p:nvSpPr>
        <p:spPr>
          <a:xfrm xmlns:a="http://schemas.openxmlformats.org/drawingml/2006/main">
            <a:off x="666750" y="5772150"/>
            <a:ext cx="1047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F0A24A"/>
                </a:solidFill>
              </a:defRPr>
            </a:pPr>
            <a:r>
              <a:rPr sz="1650" b="1">
                <a:solidFill>
                  <a:srgbClr val="F0A24A"/>
                </a:solidFill>
              </a:rPr>
              <a:t>可靠复现不是追求漂亮数字，而是让别人能复查数字为什么合理。</a:t>
            </a:r>
          </a:p>
        </p:txBody>
      </p:sp>
    </p:spTree>
    <p:extLst>
      <p:ext uri="{BB962C8B-B14F-4D97-AF65-F5344CB8AC3E}">
        <p14:creationId xmlns:p14="http://schemas.microsoft.com/office/powerpoint/2010/main" val="145572533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2026-07-16T10:42:54.9910000Z</dcterms:created>
  <dcterms:modified xsi:type="dcterms:W3CDTF">2026-07-16T10:42:54.9910000Z</dcterms:modified>
</coreProperties>
</file>